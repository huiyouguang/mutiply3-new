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mp3" ContentType="audio/mpeg"/>
  <Default Extension="emf" ContentType="image/x-emf"/>
  <Default Extension="xlsx" ContentType="application/vnd.openxmlformats-officedocument.spreadsheetml.sheet"/>
  <Default Extension="rels" ContentType="application/vnd.openxmlformats-package.relationships+xml"/>
  <Default Extension="wdp" ContentType="image/vnd.ms-photo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60" r:id="rId2"/>
    <p:sldId id="308" r:id="rId3"/>
    <p:sldId id="306" r:id="rId4"/>
    <p:sldId id="264" r:id="rId5"/>
    <p:sldId id="286" r:id="rId6"/>
    <p:sldId id="287" r:id="rId7"/>
    <p:sldId id="298" r:id="rId8"/>
    <p:sldId id="301" r:id="rId9"/>
    <p:sldId id="299" r:id="rId10"/>
    <p:sldId id="300" r:id="rId11"/>
    <p:sldId id="302" r:id="rId12"/>
    <p:sldId id="289" r:id="rId13"/>
    <p:sldId id="285" r:id="rId14"/>
    <p:sldId id="288" r:id="rId15"/>
    <p:sldId id="290" r:id="rId16"/>
    <p:sldId id="291" r:id="rId17"/>
    <p:sldId id="292" r:id="rId18"/>
    <p:sldId id="309" r:id="rId19"/>
    <p:sldId id="293" r:id="rId20"/>
    <p:sldId id="294" r:id="rId21"/>
    <p:sldId id="310" r:id="rId22"/>
    <p:sldId id="295" r:id="rId23"/>
    <p:sldId id="296" r:id="rId24"/>
    <p:sldId id="312" r:id="rId25"/>
    <p:sldId id="311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63">
          <p15:clr>
            <a:srgbClr val="A4A3A4"/>
          </p15:clr>
        </p15:guide>
        <p15:guide id="2" orient="horz" pos="2137">
          <p15:clr>
            <a:srgbClr val="A4A3A4"/>
          </p15:clr>
        </p15:guide>
        <p15:guide id="3" pos="438">
          <p15:clr>
            <a:srgbClr val="A4A3A4"/>
          </p15:clr>
        </p15:guide>
        <p15:guide id="4" pos="724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D6D6D"/>
    <a:srgbClr val="ABABAB"/>
    <a:srgbClr val="056CE9"/>
    <a:srgbClr val="FE59A5"/>
    <a:srgbClr val="B9B9B9"/>
    <a:srgbClr val="034595"/>
    <a:srgbClr val="E95FFF"/>
    <a:srgbClr val="0AF5F4"/>
    <a:srgbClr val="B3FE90"/>
    <a:srgbClr val="F304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240" autoAdjust="0"/>
    <p:restoredTop sz="94660"/>
  </p:normalViewPr>
  <p:slideViewPr>
    <p:cSldViewPr snapToGrid="0">
      <p:cViewPr>
        <p:scale>
          <a:sx n="86" d="100"/>
          <a:sy n="86" d="100"/>
        </p:scale>
        <p:origin x="1728" y="768"/>
      </p:cViewPr>
      <p:guideLst>
        <p:guide pos="3863"/>
        <p:guide orient="horz" pos="2137"/>
        <p:guide pos="438"/>
        <p:guide pos="724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handoutMaster" Target="handoutMasters/handout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___1.xlsx"/></Relationships>
</file>

<file path=ppt/charts/_rels/chart2.xml.rels><?xml version="1.0" encoding="UTF-8" standalone="yes"?>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___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2130" b="1" i="0" u="none" strike="noStrike" kern="1200" baseline="0">
                <a:solidFill>
                  <a:schemeClr val="tx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defRPr>
            </a:pPr>
            <a:r>
              <a:rPr lang="zh-CN"/>
              <a:t>上半年目标与实际收入对比及增长率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2130" b="1" i="0" u="none" strike="noStrike" kern="1200" baseline="0">
              <a:solidFill>
                <a:schemeClr val="tx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0373156615867381"/>
          <c:y val="0.17260261396184"/>
          <c:w val="0.851904679098696"/>
          <c:h val="0.7269805143161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2018年目标值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2018年收入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23367584"/>
        <c:axId val="2023369360"/>
      </c:barChart>
      <c:catAx>
        <c:axId val="20233675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defRPr>
            </a:pPr>
            <a:endParaRPr lang="zh-CN"/>
          </a:p>
        </c:txPr>
        <c:crossAx val="2023369360"/>
        <c:crosses val="autoZero"/>
        <c:auto val="1"/>
        <c:lblAlgn val="ctr"/>
        <c:lblOffset val="100"/>
        <c:noMultiLvlLbl val="0"/>
      </c:catAx>
      <c:valAx>
        <c:axId val="20233693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defRPr>
            </a:pPr>
            <a:endParaRPr lang="zh-CN"/>
          </a:p>
        </c:txPr>
        <c:crossAx val="20233675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solidFill>
            <a:schemeClr val="tx1"/>
          </a:solidFill>
          <a:latin typeface="思源黑体 CN Bold" panose="020B0800000000000000" pitchFamily="34" charset="-122"/>
          <a:ea typeface="思源黑体 CN Bold" panose="020B0800000000000000" pitchFamily="34" charset="-122"/>
        </a:defRPr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alpha val="90000"/>
                </a:schemeClr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  <a:effectLst>
                <a:innerShdw blurRad="114300">
                  <a:schemeClr val="accent1">
                    <a:lumMod val="75000"/>
                  </a:schemeClr>
                </a:innerShdw>
              </a:effectLst>
              <a:scene3d>
                <a:camera prst="orthographicFront"/>
                <a:lightRig rig="threePt" dir="t"/>
              </a:scene3d>
              <a:sp3d contourW="19050" prstMaterial="flat">
                <a:contourClr>
                  <a:schemeClr val="accent1">
                    <a:lumMod val="75000"/>
                  </a:schemeClr>
                </a:contourClr>
              </a:sp3d>
            </c:spPr>
          </c:dPt>
          <c:dPt>
            <c:idx val="1"/>
            <c:bubble3D val="0"/>
            <c:spPr>
              <a:solidFill>
                <a:schemeClr val="accent2">
                  <a:alpha val="90000"/>
                </a:schemeClr>
              </a:solidFill>
              <a:ln w="19050">
                <a:solidFill>
                  <a:schemeClr val="accent2">
                    <a:lumMod val="75000"/>
                  </a:schemeClr>
                </a:solidFill>
              </a:ln>
              <a:effectLst>
                <a:innerShdw blurRad="114300">
                  <a:schemeClr val="accent2">
                    <a:lumMod val="75000"/>
                  </a:schemeClr>
                </a:innerShdw>
              </a:effectLst>
              <a:scene3d>
                <a:camera prst="orthographicFront"/>
                <a:lightRig rig="threePt" dir="t"/>
              </a:scene3d>
              <a:sp3d contourW="19050" prstMaterial="flat">
                <a:contourClr>
                  <a:schemeClr val="accent2">
                    <a:lumMod val="75000"/>
                  </a:schemeClr>
                </a:contourClr>
              </a:sp3d>
            </c:spPr>
          </c:dPt>
          <c:dPt>
            <c:idx val="2"/>
            <c:bubble3D val="0"/>
            <c:spPr>
              <a:solidFill>
                <a:schemeClr val="accent3">
                  <a:alpha val="90000"/>
                </a:schemeClr>
              </a:solidFill>
              <a:ln w="19050">
                <a:solidFill>
                  <a:schemeClr val="accent3">
                    <a:lumMod val="75000"/>
                  </a:schemeClr>
                </a:solidFill>
              </a:ln>
              <a:effectLst>
                <a:innerShdw blurRad="114300">
                  <a:schemeClr val="accent3">
                    <a:lumMod val="75000"/>
                  </a:schemeClr>
                </a:innerShdw>
              </a:effectLst>
              <a:scene3d>
                <a:camera prst="orthographicFront"/>
                <a:lightRig rig="threePt" dir="t"/>
              </a:scene3d>
              <a:sp3d contourW="19050" prstMaterial="flat">
                <a:contourClr>
                  <a:schemeClr val="accent3">
                    <a:lumMod val="75000"/>
                  </a:schemeClr>
                </a:contourClr>
              </a:sp3d>
            </c:spPr>
          </c:dPt>
          <c:dPt>
            <c:idx val="3"/>
            <c:bubble3D val="0"/>
            <c:spPr>
              <a:solidFill>
                <a:schemeClr val="accent4">
                  <a:alpha val="90000"/>
                </a:schemeClr>
              </a:solidFill>
              <a:ln w="19050">
                <a:solidFill>
                  <a:schemeClr val="accent4">
                    <a:lumMod val="75000"/>
                  </a:schemeClr>
                </a:solidFill>
              </a:ln>
              <a:effectLst>
                <a:innerShdw blurRad="114300">
                  <a:schemeClr val="accent4">
                    <a:lumMod val="75000"/>
                  </a:schemeClr>
                </a:innerShdw>
              </a:effectLst>
              <a:scene3d>
                <a:camera prst="orthographicFront"/>
                <a:lightRig rig="threePt" dir="t"/>
              </a:scene3d>
              <a:sp3d contourW="19050" prstMaterial="flat">
                <a:contourClr>
                  <a:schemeClr val="accent4">
                    <a:lumMod val="75000"/>
                  </a:schemeClr>
                </a:contourClr>
              </a:sp3d>
            </c:spPr>
          </c:dPt>
          <c:dLbls>
            <c:dLbl>
              <c:idx val="0"/>
              <c:spPr>
                <a:solidFill>
                  <a:schemeClr val="lt1">
                    <a:alpha val="90000"/>
                  </a:schemeClr>
                </a:solidFill>
                <a:ln w="12700" cap="flat" cmpd="sng" algn="ctr">
                  <a:solidFill>
                    <a:schemeClr val="accent1"/>
                  </a:solidFill>
                  <a:round/>
                </a:ln>
                <a:effectLst>
                  <a:outerShdw blurRad="50800" dist="38100" dir="2700000" algn="tl" rotWithShape="0">
                    <a:schemeClr val="accent1">
                      <a:lumMod val="75000"/>
                      <a:alpha val="40000"/>
                    </a:schemeClr>
                  </a:outerShdw>
                </a:effectLst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330" b="0" i="0" u="none" strike="noStrike" kern="1200" baseline="0">
                      <a:solidFill>
                        <a:schemeClr val="accent1"/>
                      </a:solidFill>
                      <a:effectLst/>
                      <a:latin typeface="思源黑体 CN Medium" panose="020B0600000000000000" pitchFamily="34" charset="-122"/>
                      <a:ea typeface="思源黑体 CN Medium" panose="020B0600000000000000" pitchFamily="34" charset="-122"/>
                      <a:cs typeface="+mn-cs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1"/>
              <c:showSerName val="0"/>
              <c:showPercent val="0"/>
              <c:showBubbleSize val="0"/>
            </c:dLbl>
            <c:dLbl>
              <c:idx val="1"/>
              <c:spPr>
                <a:solidFill>
                  <a:schemeClr val="lt1">
                    <a:alpha val="90000"/>
                  </a:schemeClr>
                </a:solidFill>
                <a:ln w="12700" cap="flat" cmpd="sng" algn="ctr">
                  <a:solidFill>
                    <a:schemeClr val="accent2"/>
                  </a:solidFill>
                  <a:round/>
                </a:ln>
                <a:effectLst>
                  <a:outerShdw blurRad="50800" dist="38100" dir="2700000" algn="tl" rotWithShape="0">
                    <a:schemeClr val="accent2">
                      <a:lumMod val="75000"/>
                      <a:alpha val="40000"/>
                    </a:schemeClr>
                  </a:outerShdw>
                </a:effectLst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330" b="0" i="0" u="none" strike="noStrike" kern="1200" baseline="0">
                      <a:solidFill>
                        <a:schemeClr val="accent2"/>
                      </a:solidFill>
                      <a:effectLst/>
                      <a:latin typeface="思源黑体 CN Medium" panose="020B0600000000000000" pitchFamily="34" charset="-122"/>
                      <a:ea typeface="思源黑体 CN Medium" panose="020B0600000000000000" pitchFamily="34" charset="-122"/>
                      <a:cs typeface="+mn-cs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1"/>
              <c:showSerName val="0"/>
              <c:showPercent val="0"/>
              <c:showBubbleSize val="0"/>
            </c:dLbl>
            <c:dLbl>
              <c:idx val="2"/>
              <c:spPr>
                <a:solidFill>
                  <a:schemeClr val="lt1">
                    <a:alpha val="90000"/>
                  </a:schemeClr>
                </a:solidFill>
                <a:ln w="12700" cap="flat" cmpd="sng" algn="ctr">
                  <a:solidFill>
                    <a:schemeClr val="accent3"/>
                  </a:solidFill>
                  <a:round/>
                </a:ln>
                <a:effectLst>
                  <a:outerShdw blurRad="50800" dist="38100" dir="2700000" algn="tl" rotWithShape="0">
                    <a:schemeClr val="accent3">
                      <a:lumMod val="75000"/>
                      <a:alpha val="40000"/>
                    </a:schemeClr>
                  </a:outerShdw>
                </a:effectLst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330" b="0" i="0" u="none" strike="noStrike" kern="1200" baseline="0">
                      <a:solidFill>
                        <a:schemeClr val="accent3"/>
                      </a:solidFill>
                      <a:effectLst/>
                      <a:latin typeface="思源黑体 CN Medium" panose="020B0600000000000000" pitchFamily="34" charset="-122"/>
                      <a:ea typeface="思源黑体 CN Medium" panose="020B0600000000000000" pitchFamily="34" charset="-122"/>
                      <a:cs typeface="+mn-cs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1"/>
              <c:showSerName val="0"/>
              <c:showPercent val="0"/>
              <c:showBubbleSize val="0"/>
            </c:dLbl>
            <c:dLbl>
              <c:idx val="3"/>
              <c:spPr>
                <a:solidFill>
                  <a:schemeClr val="lt1">
                    <a:alpha val="90000"/>
                  </a:schemeClr>
                </a:solidFill>
                <a:ln w="12700" cap="flat" cmpd="sng" algn="ctr">
                  <a:solidFill>
                    <a:schemeClr val="accent4"/>
                  </a:solidFill>
                  <a:round/>
                </a:ln>
                <a:effectLst>
                  <a:outerShdw blurRad="50800" dist="38100" dir="2700000" algn="tl" rotWithShape="0">
                    <a:schemeClr val="accent4">
                      <a:lumMod val="75000"/>
                      <a:alpha val="40000"/>
                    </a:schemeClr>
                  </a:outerShdw>
                </a:effectLst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330" b="0" i="0" u="none" strike="noStrike" kern="1200" baseline="0">
                      <a:solidFill>
                        <a:schemeClr val="accent4"/>
                      </a:solidFill>
                      <a:effectLst/>
                      <a:latin typeface="思源黑体 CN Medium" panose="020B0600000000000000" pitchFamily="34" charset="-122"/>
                      <a:ea typeface="思源黑体 CN Medium" panose="020B0600000000000000" pitchFamily="34" charset="-122"/>
                      <a:cs typeface="+mn-cs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1"/>
              <c:showSerName val="0"/>
              <c:showPercent val="0"/>
              <c:showBubbleSize val="0"/>
            </c:dLbl>
            <c:spPr>
              <a:solidFill>
                <a:srgbClr val="FFFFFF">
                  <a:alpha val="90000"/>
                </a:srgbClr>
              </a:solidFill>
              <a:ln w="12700" cap="flat" cmpd="sng" algn="ctr">
                <a:solidFill>
                  <a:srgbClr val="D60614"/>
                </a:solidFill>
                <a:round/>
              </a:ln>
              <a:effectLst>
                <a:outerShdw blurRad="50800" dist="38100" dir="2700000" algn="tl" rotWithShape="0">
                  <a:srgbClr val="D60614">
                    <a:lumMod val="75000"/>
                    <a:alpha val="40000"/>
                  </a:srgbClr>
                </a:outerShdw>
              </a:effectLst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330" b="0" i="0" u="none" strike="noStrike" kern="1200" baseline="0">
                    <a:solidFill>
                      <a:schemeClr val="accent1"/>
                    </a:solidFill>
                    <a:effectLst/>
                    <a:latin typeface="思源黑体 CN Medium" panose="020B0600000000000000" pitchFamily="34" charset="-122"/>
                    <a:ea typeface="思源黑体 CN Medium" panose="020B0600000000000000" pitchFamily="34" charset="-122"/>
                    <a:cs typeface="+mn-cs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tx1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A地区</c:v>
                </c:pt>
                <c:pt idx="1">
                  <c:v>B地区</c:v>
                </c:pt>
                <c:pt idx="2">
                  <c:v>C地区</c:v>
                </c:pt>
                <c:pt idx="3">
                  <c:v>D地区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200.0</c:v>
                </c:pt>
                <c:pt idx="1">
                  <c:v>500.0</c:v>
                </c:pt>
                <c:pt idx="2">
                  <c:v>300.0</c:v>
                </c:pt>
                <c:pt idx="3">
                  <c:v>120.0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思源黑体 CN Medium" panose="020B0600000000000000" pitchFamily="34" charset="-122"/>
          <a:ea typeface="思源黑体 CN Medium" panose="020B0600000000000000" pitchFamily="34" charset="-122"/>
        </a:defRPr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3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63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5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>
      <cs:styleClr val="auto"/>
    </cs:lnRef>
    <cs:fillRef idx="0"/>
    <cs:effectRef idx="0">
      <cs:styleClr val="auto"/>
    </cs:effectRef>
    <cs:fontRef idx="minor">
      <cs:styleClr val="auto"/>
    </cs:fontRef>
    <cs:spPr>
      <a:solidFill>
        <a:schemeClr val="lt1">
          <a:alpha val="90000"/>
        </a:schemeClr>
      </a:solidFill>
      <a:ln w="12700" cap="flat" cmpd="sng" algn="ctr">
        <a:solidFill>
          <a:schemeClr val="phClr"/>
        </a:solidFill>
        <a:round/>
      </a:ln>
      <a:effectLst>
        <a:outerShdw blurRad="50800" dist="38100" dir="2700000" algn="tl" rotWithShape="0">
          <a:schemeClr val="phClr">
            <a:lumMod val="75000"/>
            <a:alpha val="40000"/>
          </a:schemeClr>
        </a:outerShdw>
      </a:effectLst>
    </cs:spPr>
    <cs:defRPr sz="1330" b="0" i="0" u="none" strike="noStrike" kern="1200" baseline="0">
      <a:effectLst/>
    </cs:defRPr>
    <cs:bodyPr rot="0" spcFirstLastPara="1" vertOverflow="clip" horzOverflow="clip" vert="horz" wrap="square" lIns="38100" tIns="19050" rIns="38100" bIns="19050" anchor="ctr" anchorCtr="1">
      <a:spAutoFit/>
    </cs:bodyPr>
  </cs:dataLabel>
  <cs:dataLabelCallout>
    <cs:lnRef idx="0">
      <cs:styleClr val="auto"/>
    </cs:lnRef>
    <cs:fillRef idx="0"/>
    <cs:effectRef idx="0">
      <cs:styleClr val="auto"/>
    </cs:effectRef>
    <cs:fontRef idx="minor">
      <cs:styleClr val="auto"/>
    </cs:fontRef>
    <cs:spPr>
      <a:solidFill>
        <a:schemeClr val="lt1">
          <a:alpha val="90000"/>
        </a:schemeClr>
      </a:solidFill>
      <a:ln w="12700" cap="flat" cmpd="sng" algn="ctr">
        <a:solidFill>
          <a:schemeClr val="phClr"/>
        </a:solidFill>
        <a:round/>
      </a:ln>
      <a:effectLst>
        <a:outerShdw blurRad="50800" dist="38100" dir="2700000" algn="tl" rotWithShape="0">
          <a:schemeClr val="phClr">
            <a:lumMod val="75000"/>
            <a:alpha val="40000"/>
          </a:schemeClr>
        </a:outerShdw>
      </a:effectLst>
    </cs:spPr>
    <cs:defRPr sz="1330" b="0" i="0" u="none" strike="noStrike" kern="1200" baseline="0">
      <a:effectLst/>
    </cs:defRPr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>
          <a:alpha val="70000"/>
        </a:schemeClr>
      </a:solidFill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tx1"/>
    </cs:fontRef>
    <cs:spPr>
      <a:solidFill>
        <a:schemeClr val="phClr">
          <a:alpha val="90000"/>
        </a:schemeClr>
      </a:solidFill>
      <a:ln w="19050">
        <a:solidFill>
          <a:schemeClr val="phClr">
            <a:lumMod val="75000"/>
          </a:schemeClr>
        </a:solidFill>
      </a:ln>
      <a:effectLst>
        <a:innerShdw blurRad="114300">
          <a:schemeClr val="phClr">
            <a:lumMod val="75000"/>
          </a:schemeClr>
        </a:innerShdw>
      </a:effectLst>
      <a:scene3d>
        <a:camera prst="orthographicFront"/>
        <a:lightRig rig="threePt" dir="t"/>
      </a:scene3d>
      <a:sp3d contourW="19050" prstMaterial="flat">
        <a:contourClr>
          <a:schemeClr val="accent4">
            <a:lumMod val="75000"/>
          </a:schemeClr>
        </a:contourClr>
      </a:sp3d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1" kern="1200" cap="all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 spc="20" baseline="0"/>
  </cs:valueAxis>
  <cs:wall>
    <cs:lnRef idx="0"/>
    <cs:fillRef idx="0"/>
    <cs:effectRef idx="0"/>
    <cs:fontRef idx="minor">
      <a:schemeClr val="dk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ea typeface="等线 Light" panose="02010600030101010101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ea typeface="等线 Light" panose="02010600030101010101" pitchFamily="2" charset="-122"/>
              </a:rPr>
              <a:t>2020/3/13</a:t>
            </a:fld>
            <a:endParaRPr lang="zh-CN" altLang="en-US" dirty="0">
              <a:ea typeface="等线 Light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ea typeface="等线 Light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ea typeface="等线 Light" panose="02010600030101010101" pitchFamily="2" charset="-122"/>
              </a:rPr>
              <a:t>‹#›</a:t>
            </a:fld>
            <a:endParaRPr lang="zh-CN" altLang="en-US" dirty="0">
              <a:ea typeface="等线 Light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等线 Light" panose="02010600030101010101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等线 Light" panose="02010600030101010101" pitchFamily="2" charset="-122"/>
              </a:defRPr>
            </a:lvl1pPr>
          </a:lstStyle>
          <a:p>
            <a:fld id="{D2A48B96-639E-45A3-A0BA-2464DFDB1FAA}" type="datetimeFigureOut">
              <a:rPr lang="zh-CN" altLang="en-US" smtClean="0"/>
              <a:t>2020/3/13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等线 Light" panose="02010600030101010101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等线 Light" panose="02010600030101010101" pitchFamily="2" charset="-122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等线 Light" panose="02010600030101010101" pitchFamily="2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等线 Light" panose="02010600030101010101" pitchFamily="2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等线 Light" panose="02010600030101010101" pitchFamily="2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等线 Light" panose="02010600030101010101" pitchFamily="2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等线 Light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0"/>
            <a:ext cx="12180263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203080" y="-926628"/>
            <a:ext cx="11861245" cy="5049435"/>
            <a:chOff x="203080" y="3679371"/>
            <a:chExt cx="11861245" cy="5049435"/>
          </a:xfrm>
        </p:grpSpPr>
        <p:sp>
          <p:nvSpPr>
            <p:cNvPr id="3" name="矩形 2"/>
            <p:cNvSpPr/>
            <p:nvPr/>
          </p:nvSpPr>
          <p:spPr>
            <a:xfrm>
              <a:off x="11401197" y="4303383"/>
              <a:ext cx="368554" cy="4425422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10468016" y="5690624"/>
              <a:ext cx="368554" cy="303818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9534840" y="5290514"/>
              <a:ext cx="368554" cy="343829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8601664" y="6319704"/>
              <a:ext cx="368554" cy="240910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7668488" y="6399914"/>
              <a:ext cx="368554" cy="232889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6837803" y="6176288"/>
              <a:ext cx="368554" cy="2552517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5802136" y="6669378"/>
              <a:ext cx="368554" cy="2059428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4882629" y="6580242"/>
              <a:ext cx="368554" cy="2148563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4038275" y="5987124"/>
              <a:ext cx="368554" cy="274168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2931260" y="6146784"/>
              <a:ext cx="368554" cy="2582022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2069432" y="5964356"/>
              <a:ext cx="368554" cy="2764449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203080" y="6539908"/>
              <a:ext cx="368554" cy="2188897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5" name="直接连接符 14"/>
            <p:cNvCxnSpPr/>
            <p:nvPr/>
          </p:nvCxnSpPr>
          <p:spPr>
            <a:xfrm flipV="1">
              <a:off x="387333" y="5290514"/>
              <a:ext cx="895485" cy="100789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1285875" y="5290514"/>
              <a:ext cx="1805555" cy="613745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V="1">
              <a:off x="5070711" y="5999788"/>
              <a:ext cx="1951369" cy="374818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9719117" y="5066950"/>
              <a:ext cx="930188" cy="335674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 flipV="1">
              <a:off x="10649305" y="4017905"/>
              <a:ext cx="863116" cy="138471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矩形 19"/>
            <p:cNvSpPr/>
            <p:nvPr/>
          </p:nvSpPr>
          <p:spPr>
            <a:xfrm>
              <a:off x="1122587" y="5531814"/>
              <a:ext cx="368554" cy="319699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" name="直接连接符 20"/>
            <p:cNvCxnSpPr/>
            <p:nvPr/>
          </p:nvCxnSpPr>
          <p:spPr>
            <a:xfrm>
              <a:off x="7022080" y="5999787"/>
              <a:ext cx="1763466" cy="9383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 flipV="1">
              <a:off x="8785546" y="5066951"/>
              <a:ext cx="939864" cy="1026668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V="1">
              <a:off x="3091430" y="5771239"/>
              <a:ext cx="1149803" cy="13063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4240071" y="5772334"/>
              <a:ext cx="830640" cy="60227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102"/>
            <p:cNvSpPr txBox="1"/>
            <p:nvPr/>
          </p:nvSpPr>
          <p:spPr>
            <a:xfrm>
              <a:off x="756488" y="4971536"/>
              <a:ext cx="110380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200"/>
              <a:r>
                <a:rPr lang="en-US" altLang="zh-CN" sz="1200" dirty="0">
                  <a:solidFill>
                    <a:schemeClr val="bg1">
                      <a:lumMod val="85000"/>
                    </a:schemeClr>
                  </a:solidFill>
                  <a:latin typeface="+mj-ea"/>
                  <a:ea typeface="+mj-ea"/>
                </a:rPr>
                <a:t>2350,520</a:t>
              </a:r>
            </a:p>
          </p:txBody>
        </p:sp>
        <p:sp>
          <p:nvSpPr>
            <p:cNvPr id="26" name="TextBox 102"/>
            <p:cNvSpPr txBox="1"/>
            <p:nvPr/>
          </p:nvSpPr>
          <p:spPr>
            <a:xfrm>
              <a:off x="2532999" y="5559559"/>
              <a:ext cx="110380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200"/>
              <a:r>
                <a:rPr lang="en-US" altLang="zh-CN" sz="1200" dirty="0">
                  <a:solidFill>
                    <a:schemeClr val="bg1">
                      <a:lumMod val="85000"/>
                    </a:schemeClr>
                  </a:solidFill>
                  <a:latin typeface="+mj-ea"/>
                  <a:ea typeface="+mj-ea"/>
                </a:rPr>
                <a:t>3144,660</a:t>
              </a:r>
            </a:p>
          </p:txBody>
        </p:sp>
        <p:sp>
          <p:nvSpPr>
            <p:cNvPr id="27" name="TextBox 102"/>
            <p:cNvSpPr txBox="1"/>
            <p:nvPr/>
          </p:nvSpPr>
          <p:spPr>
            <a:xfrm>
              <a:off x="8025953" y="5777585"/>
              <a:ext cx="110380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200"/>
              <a:r>
                <a:rPr lang="en-US" altLang="zh-CN" sz="1200" dirty="0">
                  <a:solidFill>
                    <a:schemeClr val="bg1">
                      <a:lumMod val="85000"/>
                    </a:schemeClr>
                  </a:solidFill>
                  <a:latin typeface="+mj-ea"/>
                  <a:ea typeface="+mj-ea"/>
                </a:rPr>
                <a:t>1054,380</a:t>
              </a:r>
            </a:p>
          </p:txBody>
        </p:sp>
        <p:sp>
          <p:nvSpPr>
            <p:cNvPr id="28" name="TextBox 102"/>
            <p:cNvSpPr txBox="1"/>
            <p:nvPr/>
          </p:nvSpPr>
          <p:spPr>
            <a:xfrm>
              <a:off x="9144422" y="4733858"/>
              <a:ext cx="110380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200"/>
              <a:r>
                <a:rPr lang="en-US" altLang="zh-CN" sz="1200" dirty="0">
                  <a:solidFill>
                    <a:schemeClr val="bg1">
                      <a:lumMod val="85000"/>
                    </a:schemeClr>
                  </a:solidFill>
                  <a:latin typeface="+mj-ea"/>
                  <a:ea typeface="+mj-ea"/>
                </a:rPr>
                <a:t>2356,520</a:t>
              </a:r>
            </a:p>
          </p:txBody>
        </p:sp>
        <p:sp>
          <p:nvSpPr>
            <p:cNvPr id="29" name="TextBox 102"/>
            <p:cNvSpPr txBox="1"/>
            <p:nvPr/>
          </p:nvSpPr>
          <p:spPr>
            <a:xfrm>
              <a:off x="10960517" y="3679371"/>
              <a:ext cx="110380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200"/>
              <a:r>
                <a:rPr lang="en-US" altLang="zh-CN" sz="1200" dirty="0">
                  <a:solidFill>
                    <a:schemeClr val="bg1">
                      <a:lumMod val="85000"/>
                    </a:schemeClr>
                  </a:solidFill>
                  <a:latin typeface="+mj-ea"/>
                  <a:ea typeface="+mj-ea"/>
                </a:rPr>
                <a:t>5962,364</a:t>
              </a:r>
            </a:p>
          </p:txBody>
        </p:sp>
        <p:sp>
          <p:nvSpPr>
            <p:cNvPr id="30" name="TextBox 102"/>
            <p:cNvSpPr txBox="1"/>
            <p:nvPr/>
          </p:nvSpPr>
          <p:spPr>
            <a:xfrm>
              <a:off x="4621732" y="5999787"/>
              <a:ext cx="110380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200"/>
              <a:r>
                <a:rPr lang="en-US" altLang="zh-CN" sz="1200" dirty="0">
                  <a:solidFill>
                    <a:schemeClr val="bg1">
                      <a:lumMod val="85000"/>
                    </a:schemeClr>
                  </a:solidFill>
                  <a:latin typeface="+mj-ea"/>
                  <a:ea typeface="+mj-ea"/>
                </a:rPr>
                <a:t>894,350</a:t>
              </a: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5867553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800" dirty="0">
                <a:solidFill>
                  <a:schemeClr val="bg1">
                    <a:lumMod val="8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不得将觅知网的</a:t>
            </a:r>
            <a:r>
              <a:rPr lang="en-US" altLang="zh-CN" sz="1800" dirty="0">
                <a:solidFill>
                  <a:schemeClr val="bg1">
                    <a:lumMod val="8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PPT</a:t>
            </a:r>
            <a:r>
              <a:rPr lang="zh-CN" altLang="en-US" sz="1800" dirty="0">
                <a:solidFill>
                  <a:schemeClr val="bg1">
                    <a:lumMod val="8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模板、</a:t>
            </a:r>
            <a:r>
              <a:rPr lang="en-US" altLang="zh-CN" sz="1800" dirty="0">
                <a:solidFill>
                  <a:schemeClr val="bg1">
                    <a:lumMod val="8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PPT</a:t>
            </a:r>
            <a:r>
              <a:rPr lang="zh-CN" altLang="en-US" sz="1800" dirty="0">
                <a:solidFill>
                  <a:schemeClr val="bg1">
                    <a:lumMod val="8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素材，本身用于再出售，或者出租、出借、转让、分销、发布或者作为礼物供他人使用，不得转授权、出卖、转让本协议或者本协议中的权利。</a:t>
            </a:r>
            <a:endParaRPr lang="zh-CN" altLang="en-US" dirty="0">
              <a:solidFill>
                <a:schemeClr val="bg1">
                  <a:lumMod val="8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fld id="{66177337-1161-4CB2-8B69-3E24C9ADD514}" type="datetimeFigureOut">
              <a:rPr lang="zh-CN" altLang="en-US" smtClean="0"/>
              <a:t>2020/3/13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fld id="{2EED884B-F155-42E3-9801-487CD0C3BE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20" Type="http://schemas.openxmlformats.org/officeDocument/2006/relationships/tags" Target="../tags/tag18.xml"/><Relationship Id="rId21" Type="http://schemas.openxmlformats.org/officeDocument/2006/relationships/tags" Target="../tags/tag19.xml"/><Relationship Id="rId22" Type="http://schemas.openxmlformats.org/officeDocument/2006/relationships/tags" Target="../tags/tag20.xml"/><Relationship Id="rId23" Type="http://schemas.openxmlformats.org/officeDocument/2006/relationships/tags" Target="../tags/tag21.xml"/><Relationship Id="rId24" Type="http://schemas.openxmlformats.org/officeDocument/2006/relationships/tags" Target="../tags/tag22.xml"/><Relationship Id="rId25" Type="http://schemas.openxmlformats.org/officeDocument/2006/relationships/slideLayout" Target="../slideLayouts/slideLayout1.xml"/><Relationship Id="rId26" Type="http://schemas.openxmlformats.org/officeDocument/2006/relationships/image" Target="../media/image2.png"/><Relationship Id="rId10" Type="http://schemas.openxmlformats.org/officeDocument/2006/relationships/tags" Target="../tags/tag8.xml"/><Relationship Id="rId11" Type="http://schemas.openxmlformats.org/officeDocument/2006/relationships/tags" Target="../tags/tag9.xml"/><Relationship Id="rId12" Type="http://schemas.openxmlformats.org/officeDocument/2006/relationships/tags" Target="../tags/tag10.xml"/><Relationship Id="rId13" Type="http://schemas.openxmlformats.org/officeDocument/2006/relationships/tags" Target="../tags/tag11.xml"/><Relationship Id="rId14" Type="http://schemas.openxmlformats.org/officeDocument/2006/relationships/tags" Target="../tags/tag12.xml"/><Relationship Id="rId15" Type="http://schemas.openxmlformats.org/officeDocument/2006/relationships/tags" Target="../tags/tag13.xml"/><Relationship Id="rId16" Type="http://schemas.openxmlformats.org/officeDocument/2006/relationships/tags" Target="../tags/tag14.xml"/><Relationship Id="rId17" Type="http://schemas.openxmlformats.org/officeDocument/2006/relationships/tags" Target="../tags/tag15.xml"/><Relationship Id="rId18" Type="http://schemas.openxmlformats.org/officeDocument/2006/relationships/tags" Target="../tags/tag16.xml"/><Relationship Id="rId19" Type="http://schemas.openxmlformats.org/officeDocument/2006/relationships/tags" Target="../tags/tag17.xml"/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audio" Target="NULL" TargetMode="External"/><Relationship Id="rId8" Type="http://schemas.microsoft.com/office/2007/relationships/media" Target="../media/media1.mp3"/></Relationships>
</file>

<file path=ppt/slides/_rels/slide2.xml.rels><?xml version="1.0" encoding="UTF-8" standalone="yes"?>
<Relationships xmlns="http://schemas.openxmlformats.org/package/2006/relationships"><Relationship Id="rId11" Type="http://schemas.openxmlformats.org/officeDocument/2006/relationships/tags" Target="../tags/tag33.xml"/><Relationship Id="rId12" Type="http://schemas.openxmlformats.org/officeDocument/2006/relationships/tags" Target="../tags/tag34.xml"/><Relationship Id="rId13" Type="http://schemas.openxmlformats.org/officeDocument/2006/relationships/tags" Target="../tags/tag35.xml"/><Relationship Id="rId14" Type="http://schemas.openxmlformats.org/officeDocument/2006/relationships/tags" Target="../tags/tag36.xml"/><Relationship Id="rId15" Type="http://schemas.openxmlformats.org/officeDocument/2006/relationships/tags" Target="../tags/tag37.xml"/><Relationship Id="rId16" Type="http://schemas.openxmlformats.org/officeDocument/2006/relationships/tags" Target="../tags/tag38.xml"/><Relationship Id="rId17" Type="http://schemas.openxmlformats.org/officeDocument/2006/relationships/tags" Target="../tags/tag39.xml"/><Relationship Id="rId18" Type="http://schemas.openxmlformats.org/officeDocument/2006/relationships/tags" Target="../tags/tag40.xml"/><Relationship Id="rId19" Type="http://schemas.openxmlformats.org/officeDocument/2006/relationships/slideLayout" Target="../slideLayouts/slideLayout1.xml"/><Relationship Id="rId1" Type="http://schemas.openxmlformats.org/officeDocument/2006/relationships/tags" Target="../tags/tag23.xml"/><Relationship Id="rId2" Type="http://schemas.openxmlformats.org/officeDocument/2006/relationships/tags" Target="../tags/tag24.xml"/><Relationship Id="rId3" Type="http://schemas.openxmlformats.org/officeDocument/2006/relationships/tags" Target="../tags/tag25.xml"/><Relationship Id="rId4" Type="http://schemas.openxmlformats.org/officeDocument/2006/relationships/tags" Target="../tags/tag26.xml"/><Relationship Id="rId5" Type="http://schemas.openxmlformats.org/officeDocument/2006/relationships/tags" Target="../tags/tag27.xml"/><Relationship Id="rId6" Type="http://schemas.openxmlformats.org/officeDocument/2006/relationships/tags" Target="../tags/tag28.xml"/><Relationship Id="rId7" Type="http://schemas.openxmlformats.org/officeDocument/2006/relationships/tags" Target="../tags/tag29.xml"/><Relationship Id="rId8" Type="http://schemas.openxmlformats.org/officeDocument/2006/relationships/tags" Target="../tags/tag30.xml"/><Relationship Id="rId9" Type="http://schemas.openxmlformats.org/officeDocument/2006/relationships/tags" Target="../tags/tag31.xml"/><Relationship Id="rId10" Type="http://schemas.openxmlformats.org/officeDocument/2006/relationships/tags" Target="../tags/tag3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tags" Target="../tags/tag41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4" Type="http://schemas.openxmlformats.org/officeDocument/2006/relationships/tags" Target="../tags/tag47.xml"/><Relationship Id="rId5" Type="http://schemas.openxmlformats.org/officeDocument/2006/relationships/tags" Target="../tags/tag48.xml"/><Relationship Id="rId6" Type="http://schemas.openxmlformats.org/officeDocument/2006/relationships/slideLayout" Target="../slideLayouts/slideLayout2.xml"/><Relationship Id="rId7" Type="http://schemas.openxmlformats.org/officeDocument/2006/relationships/chart" Target="../charts/chart2.xml"/><Relationship Id="rId1" Type="http://schemas.openxmlformats.org/officeDocument/2006/relationships/tags" Target="../tags/tag44.xml"/><Relationship Id="rId2" Type="http://schemas.openxmlformats.org/officeDocument/2006/relationships/tags" Target="../tags/tag4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tags" Target="../tags/tag49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4.emf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58.xml"/><Relationship Id="rId20" Type="http://schemas.openxmlformats.org/officeDocument/2006/relationships/tags" Target="../tags/tag69.xml"/><Relationship Id="rId21" Type="http://schemas.openxmlformats.org/officeDocument/2006/relationships/slideLayout" Target="../slideLayouts/slideLayout2.xml"/><Relationship Id="rId10" Type="http://schemas.openxmlformats.org/officeDocument/2006/relationships/tags" Target="../tags/tag59.xml"/><Relationship Id="rId11" Type="http://schemas.openxmlformats.org/officeDocument/2006/relationships/tags" Target="../tags/tag60.xml"/><Relationship Id="rId12" Type="http://schemas.openxmlformats.org/officeDocument/2006/relationships/tags" Target="../tags/tag61.xml"/><Relationship Id="rId13" Type="http://schemas.openxmlformats.org/officeDocument/2006/relationships/tags" Target="../tags/tag62.xml"/><Relationship Id="rId14" Type="http://schemas.openxmlformats.org/officeDocument/2006/relationships/tags" Target="../tags/tag63.xml"/><Relationship Id="rId15" Type="http://schemas.openxmlformats.org/officeDocument/2006/relationships/tags" Target="../tags/tag64.xml"/><Relationship Id="rId16" Type="http://schemas.openxmlformats.org/officeDocument/2006/relationships/tags" Target="../tags/tag65.xml"/><Relationship Id="rId17" Type="http://schemas.openxmlformats.org/officeDocument/2006/relationships/tags" Target="../tags/tag66.xml"/><Relationship Id="rId18" Type="http://schemas.openxmlformats.org/officeDocument/2006/relationships/tags" Target="../tags/tag67.xml"/><Relationship Id="rId19" Type="http://schemas.openxmlformats.org/officeDocument/2006/relationships/tags" Target="../tags/tag68.xml"/><Relationship Id="rId1" Type="http://schemas.openxmlformats.org/officeDocument/2006/relationships/tags" Target="../tags/tag50.xml"/><Relationship Id="rId2" Type="http://schemas.openxmlformats.org/officeDocument/2006/relationships/tags" Target="../tags/tag51.xml"/><Relationship Id="rId3" Type="http://schemas.openxmlformats.org/officeDocument/2006/relationships/tags" Target="../tags/tag52.xml"/><Relationship Id="rId4" Type="http://schemas.openxmlformats.org/officeDocument/2006/relationships/tags" Target="../tags/tag53.xml"/><Relationship Id="rId5" Type="http://schemas.openxmlformats.org/officeDocument/2006/relationships/tags" Target="../tags/tag54.xml"/><Relationship Id="rId6" Type="http://schemas.openxmlformats.org/officeDocument/2006/relationships/tags" Target="../tags/tag55.xml"/><Relationship Id="rId7" Type="http://schemas.openxmlformats.org/officeDocument/2006/relationships/tags" Target="../tags/tag56.xml"/><Relationship Id="rId8" Type="http://schemas.openxmlformats.org/officeDocument/2006/relationships/tags" Target="../tags/tag5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4" Type="http://schemas.openxmlformats.org/officeDocument/2006/relationships/tags" Target="../tags/tag73.xml"/><Relationship Id="rId5" Type="http://schemas.openxmlformats.org/officeDocument/2006/relationships/tags" Target="../tags/tag74.xml"/><Relationship Id="rId6" Type="http://schemas.openxmlformats.org/officeDocument/2006/relationships/tags" Target="../tags/tag75.xml"/><Relationship Id="rId7" Type="http://schemas.openxmlformats.org/officeDocument/2006/relationships/tags" Target="../tags/tag76.xml"/><Relationship Id="rId8" Type="http://schemas.openxmlformats.org/officeDocument/2006/relationships/slideLayout" Target="../slideLayouts/slideLayout2.xml"/><Relationship Id="rId1" Type="http://schemas.openxmlformats.org/officeDocument/2006/relationships/tags" Target="../tags/tag70.xml"/><Relationship Id="rId2" Type="http://schemas.openxmlformats.org/officeDocument/2006/relationships/tags" Target="../tags/tag7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tags" Target="../tags/tag77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5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86.xml"/><Relationship Id="rId20" Type="http://schemas.openxmlformats.org/officeDocument/2006/relationships/tags" Target="../tags/tag97.xml"/><Relationship Id="rId21" Type="http://schemas.openxmlformats.org/officeDocument/2006/relationships/tags" Target="../tags/tag98.xml"/><Relationship Id="rId22" Type="http://schemas.openxmlformats.org/officeDocument/2006/relationships/slideLayout" Target="../slideLayouts/slideLayout1.xml"/><Relationship Id="rId10" Type="http://schemas.openxmlformats.org/officeDocument/2006/relationships/tags" Target="../tags/tag87.xml"/><Relationship Id="rId11" Type="http://schemas.openxmlformats.org/officeDocument/2006/relationships/tags" Target="../tags/tag88.xml"/><Relationship Id="rId12" Type="http://schemas.openxmlformats.org/officeDocument/2006/relationships/tags" Target="../tags/tag89.xml"/><Relationship Id="rId13" Type="http://schemas.openxmlformats.org/officeDocument/2006/relationships/tags" Target="../tags/tag90.xml"/><Relationship Id="rId14" Type="http://schemas.openxmlformats.org/officeDocument/2006/relationships/tags" Target="../tags/tag91.xml"/><Relationship Id="rId15" Type="http://schemas.openxmlformats.org/officeDocument/2006/relationships/tags" Target="../tags/tag92.xml"/><Relationship Id="rId16" Type="http://schemas.openxmlformats.org/officeDocument/2006/relationships/tags" Target="../tags/tag93.xml"/><Relationship Id="rId17" Type="http://schemas.openxmlformats.org/officeDocument/2006/relationships/tags" Target="../tags/tag94.xml"/><Relationship Id="rId18" Type="http://schemas.openxmlformats.org/officeDocument/2006/relationships/tags" Target="../tags/tag95.xml"/><Relationship Id="rId19" Type="http://schemas.openxmlformats.org/officeDocument/2006/relationships/tags" Target="../tags/tag96.xml"/><Relationship Id="rId1" Type="http://schemas.openxmlformats.org/officeDocument/2006/relationships/tags" Target="../tags/tag78.xml"/><Relationship Id="rId2" Type="http://schemas.openxmlformats.org/officeDocument/2006/relationships/tags" Target="../tags/tag79.xml"/><Relationship Id="rId3" Type="http://schemas.openxmlformats.org/officeDocument/2006/relationships/tags" Target="../tags/tag80.xml"/><Relationship Id="rId4" Type="http://schemas.openxmlformats.org/officeDocument/2006/relationships/tags" Target="../tags/tag81.xml"/><Relationship Id="rId5" Type="http://schemas.openxmlformats.org/officeDocument/2006/relationships/tags" Target="../tags/tag82.xml"/><Relationship Id="rId6" Type="http://schemas.openxmlformats.org/officeDocument/2006/relationships/tags" Target="../tags/tag83.xml"/><Relationship Id="rId7" Type="http://schemas.openxmlformats.org/officeDocument/2006/relationships/tags" Target="../tags/tag84.xml"/><Relationship Id="rId8" Type="http://schemas.openxmlformats.org/officeDocument/2006/relationships/tags" Target="../tags/tag8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PA-组合 51"/>
          <p:cNvGrpSpPr/>
          <p:nvPr>
            <p:custDataLst>
              <p:tags r:id="rId1"/>
            </p:custDataLst>
          </p:nvPr>
        </p:nvGrpSpPr>
        <p:grpSpPr>
          <a:xfrm>
            <a:off x="1860296" y="746202"/>
            <a:ext cx="1928981" cy="2009903"/>
            <a:chOff x="2264901" y="915586"/>
            <a:chExt cx="1928981" cy="2009903"/>
          </a:xfrm>
        </p:grpSpPr>
        <p:sp>
          <p:nvSpPr>
            <p:cNvPr id="47" name="PA-圆角矩形 68"/>
            <p:cNvSpPr/>
            <p:nvPr>
              <p:custDataLst>
                <p:tags r:id="rId21"/>
              </p:custDataLst>
            </p:nvPr>
          </p:nvSpPr>
          <p:spPr>
            <a:xfrm>
              <a:off x="2367689" y="915586"/>
              <a:ext cx="1826193" cy="1826193"/>
            </a:xfrm>
            <a:prstGeom prst="roundRect">
              <a:avLst>
                <a:gd name="adj" fmla="val 14121"/>
              </a:avLst>
            </a:prstGeom>
            <a:solidFill>
              <a:srgbClr val="ABABAB"/>
            </a:solidFill>
            <a:ln w="6350">
              <a:solidFill>
                <a:schemeClr val="bg1">
                  <a:lumMod val="65000"/>
                </a:schemeClr>
              </a:solidFill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srgbClr val="C00000"/>
                </a:solidFill>
                <a:latin typeface="Arial Black" panose="020B0A04020102020204" pitchFamily="34" charset="0"/>
                <a:ea typeface="思源黑体 CN Bold" panose="020B0800000000000000" pitchFamily="34" charset="-122"/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2264901" y="1038654"/>
              <a:ext cx="1824000" cy="1824000"/>
              <a:chOff x="-18000" y="1401622"/>
              <a:chExt cx="1368000" cy="1368000"/>
            </a:xfrm>
            <a:effectLst>
              <a:outerShdw blurRad="38100" dist="152400" dir="18780000" algn="t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grpSpPr>
          <p:sp>
            <p:nvSpPr>
              <p:cNvPr id="4" name="PA-圆角矩形 67"/>
              <p:cNvSpPr/>
              <p:nvPr>
                <p:custDataLst>
                  <p:tags r:id="rId23"/>
                </p:custDataLst>
              </p:nvPr>
            </p:nvSpPr>
            <p:spPr>
              <a:xfrm>
                <a:off x="-18000" y="1401622"/>
                <a:ext cx="1368000" cy="1368000"/>
              </a:xfrm>
              <a:prstGeom prst="roundRect">
                <a:avLst>
                  <a:gd name="adj" fmla="val 13882"/>
                </a:avLst>
              </a:prstGeom>
              <a:gradFill>
                <a:gsLst>
                  <a:gs pos="0">
                    <a:schemeClr val="bg1"/>
                  </a:gs>
                  <a:gs pos="55000">
                    <a:schemeClr val="bg1">
                      <a:lumMod val="9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200"/>
                <a:endParaRPr lang="zh-CN" altLang="en-US" sz="2400" dirty="0">
                  <a:solidFill>
                    <a:srgbClr val="C00000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</a:endParaRPr>
              </a:p>
            </p:txBody>
          </p:sp>
          <p:sp>
            <p:nvSpPr>
              <p:cNvPr id="5" name="PA-圆角矩形 68"/>
              <p:cNvSpPr/>
              <p:nvPr>
                <p:custDataLst>
                  <p:tags r:id="rId24"/>
                </p:custDataLst>
              </p:nvPr>
            </p:nvSpPr>
            <p:spPr>
              <a:xfrm>
                <a:off x="0" y="1419622"/>
                <a:ext cx="1332000" cy="1332000"/>
              </a:xfrm>
              <a:prstGeom prst="roundRect">
                <a:avLst>
                  <a:gd name="adj" fmla="val 14121"/>
                </a:avLst>
              </a:prstGeom>
              <a:gradFill>
                <a:gsLst>
                  <a:gs pos="0">
                    <a:schemeClr val="bg1"/>
                  </a:gs>
                  <a:gs pos="51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200"/>
                <a:endParaRPr lang="zh-CN" altLang="en-US" sz="2400" dirty="0">
                  <a:solidFill>
                    <a:srgbClr val="C00000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</a:endParaRPr>
              </a:p>
            </p:txBody>
          </p:sp>
        </p:grpSp>
        <p:sp>
          <p:nvSpPr>
            <p:cNvPr id="15" name="PA-文本框 78"/>
            <p:cNvSpPr txBox="1"/>
            <p:nvPr>
              <p:custDataLst>
                <p:tags r:id="rId22"/>
              </p:custDataLst>
            </p:nvPr>
          </p:nvSpPr>
          <p:spPr>
            <a:xfrm>
              <a:off x="2585893" y="1027597"/>
              <a:ext cx="1188146" cy="18978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1219200"/>
              <a:r>
                <a:rPr lang="en-US" altLang="zh-CN" sz="11735" dirty="0">
                  <a:solidFill>
                    <a:srgbClr val="C00000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  <a:ea typeface="思源黑体 CN Medium" panose="020B0600000000000000" pitchFamily="34" charset="-122"/>
                </a:rPr>
                <a:t>2</a:t>
              </a:r>
              <a:endParaRPr lang="zh-CN" altLang="en-US" sz="11735" dirty="0">
                <a:solidFill>
                  <a:srgbClr val="C00000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ea typeface="思源黑体 CN Medium" panose="020B0600000000000000" pitchFamily="34" charset="-122"/>
              </a:endParaRPr>
            </a:p>
          </p:txBody>
        </p:sp>
      </p:grpSp>
      <p:sp>
        <p:nvSpPr>
          <p:cNvPr id="28" name="PA-文本框 99"/>
          <p:cNvSpPr txBox="1"/>
          <p:nvPr>
            <p:custDataLst>
              <p:tags r:id="rId2"/>
            </p:custDataLst>
          </p:nvPr>
        </p:nvSpPr>
        <p:spPr>
          <a:xfrm>
            <a:off x="1025637" y="2879173"/>
            <a:ext cx="1014072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1219200"/>
            <a:r>
              <a:rPr lang="zh-CN" altLang="en-US" sz="6000" dirty="0">
                <a:solidFill>
                  <a:srgbClr val="00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上半年财务分析报告</a:t>
            </a:r>
            <a:r>
              <a:rPr lang="en-US" altLang="zh-CN" sz="6000" dirty="0">
                <a:solidFill>
                  <a:srgbClr val="00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PPT</a:t>
            </a:r>
            <a:r>
              <a:rPr lang="zh-CN" altLang="en-US" sz="6000" dirty="0">
                <a:solidFill>
                  <a:srgbClr val="00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模板</a:t>
            </a:r>
          </a:p>
        </p:txBody>
      </p:sp>
      <p:cxnSp>
        <p:nvCxnSpPr>
          <p:cNvPr id="29" name="直接连接符 28"/>
          <p:cNvCxnSpPr/>
          <p:nvPr/>
        </p:nvCxnSpPr>
        <p:spPr>
          <a:xfrm>
            <a:off x="2679700" y="4272760"/>
            <a:ext cx="144642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圆角矩形 101"/>
          <p:cNvSpPr/>
          <p:nvPr/>
        </p:nvSpPr>
        <p:spPr>
          <a:xfrm>
            <a:off x="4360957" y="4080739"/>
            <a:ext cx="3456384" cy="384043"/>
          </a:xfrm>
          <a:prstGeom prst="roundRect">
            <a:avLst/>
          </a:prstGeom>
          <a:solidFill>
            <a:srgbClr val="C0000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endParaRPr lang="zh-CN" altLang="en-US" b="1" dirty="0">
              <a:solidFill>
                <a:prstClr val="white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1" name="PA-文本框 102"/>
          <p:cNvSpPr txBox="1"/>
          <p:nvPr>
            <p:custDataLst>
              <p:tags r:id="rId3"/>
            </p:custDataLst>
          </p:nvPr>
        </p:nvSpPr>
        <p:spPr>
          <a:xfrm>
            <a:off x="3338140" y="4610747"/>
            <a:ext cx="5515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1219200"/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财务报表 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|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数据报告 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|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金融理财 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|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商业数据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grpSp>
        <p:nvGrpSpPr>
          <p:cNvPr id="53" name="PA-组合 52"/>
          <p:cNvGrpSpPr/>
          <p:nvPr>
            <p:custDataLst>
              <p:tags r:id="rId4"/>
            </p:custDataLst>
          </p:nvPr>
        </p:nvGrpSpPr>
        <p:grpSpPr>
          <a:xfrm>
            <a:off x="4023335" y="746202"/>
            <a:ext cx="1928981" cy="2009903"/>
            <a:chOff x="2264901" y="915586"/>
            <a:chExt cx="1928981" cy="2009903"/>
          </a:xfrm>
        </p:grpSpPr>
        <p:sp>
          <p:nvSpPr>
            <p:cNvPr id="54" name="PA-圆角矩形 68"/>
            <p:cNvSpPr/>
            <p:nvPr>
              <p:custDataLst>
                <p:tags r:id="rId17"/>
              </p:custDataLst>
            </p:nvPr>
          </p:nvSpPr>
          <p:spPr>
            <a:xfrm>
              <a:off x="2367689" y="915586"/>
              <a:ext cx="1826193" cy="1826193"/>
            </a:xfrm>
            <a:prstGeom prst="roundRect">
              <a:avLst>
                <a:gd name="adj" fmla="val 14121"/>
              </a:avLst>
            </a:prstGeom>
            <a:solidFill>
              <a:srgbClr val="ABABAB"/>
            </a:solidFill>
            <a:ln w="6350">
              <a:solidFill>
                <a:schemeClr val="bg1">
                  <a:lumMod val="65000"/>
                </a:schemeClr>
              </a:solidFill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srgbClr val="C00000"/>
                </a:solidFill>
                <a:latin typeface="Arial Black" panose="020B0A04020102020204" pitchFamily="34" charset="0"/>
                <a:ea typeface="思源黑体 CN Bold" panose="020B0800000000000000" pitchFamily="34" charset="-122"/>
              </a:endParaRPr>
            </a:p>
          </p:txBody>
        </p:sp>
        <p:grpSp>
          <p:nvGrpSpPr>
            <p:cNvPr id="55" name="组合 54"/>
            <p:cNvGrpSpPr/>
            <p:nvPr/>
          </p:nvGrpSpPr>
          <p:grpSpPr>
            <a:xfrm>
              <a:off x="2264901" y="1038654"/>
              <a:ext cx="1824000" cy="1824000"/>
              <a:chOff x="-18000" y="1401622"/>
              <a:chExt cx="1368000" cy="1368000"/>
            </a:xfrm>
            <a:effectLst>
              <a:outerShdw blurRad="38100" dist="152400" dir="18780000" algn="t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grpSpPr>
          <p:sp>
            <p:nvSpPr>
              <p:cNvPr id="57" name="PA-圆角矩形 67"/>
              <p:cNvSpPr/>
              <p:nvPr>
                <p:custDataLst>
                  <p:tags r:id="rId19"/>
                </p:custDataLst>
              </p:nvPr>
            </p:nvSpPr>
            <p:spPr>
              <a:xfrm>
                <a:off x="-18000" y="1401622"/>
                <a:ext cx="1368000" cy="1368000"/>
              </a:xfrm>
              <a:prstGeom prst="roundRect">
                <a:avLst>
                  <a:gd name="adj" fmla="val 13882"/>
                </a:avLst>
              </a:prstGeom>
              <a:gradFill>
                <a:gsLst>
                  <a:gs pos="0">
                    <a:schemeClr val="bg1"/>
                  </a:gs>
                  <a:gs pos="55000">
                    <a:schemeClr val="bg1">
                      <a:lumMod val="9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200"/>
                <a:endParaRPr lang="zh-CN" altLang="en-US" sz="2400" dirty="0">
                  <a:solidFill>
                    <a:srgbClr val="C00000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</a:endParaRPr>
              </a:p>
            </p:txBody>
          </p:sp>
          <p:sp>
            <p:nvSpPr>
              <p:cNvPr id="58" name="PA-圆角矩形 68"/>
              <p:cNvSpPr/>
              <p:nvPr>
                <p:custDataLst>
                  <p:tags r:id="rId20"/>
                </p:custDataLst>
              </p:nvPr>
            </p:nvSpPr>
            <p:spPr>
              <a:xfrm>
                <a:off x="0" y="1419622"/>
                <a:ext cx="1332000" cy="1332000"/>
              </a:xfrm>
              <a:prstGeom prst="roundRect">
                <a:avLst>
                  <a:gd name="adj" fmla="val 14121"/>
                </a:avLst>
              </a:prstGeom>
              <a:gradFill>
                <a:gsLst>
                  <a:gs pos="0">
                    <a:schemeClr val="bg1"/>
                  </a:gs>
                  <a:gs pos="51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200"/>
                <a:endParaRPr lang="zh-CN" altLang="en-US" sz="2400" dirty="0">
                  <a:solidFill>
                    <a:srgbClr val="C00000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</a:endParaRPr>
              </a:p>
            </p:txBody>
          </p:sp>
        </p:grpSp>
        <p:sp>
          <p:nvSpPr>
            <p:cNvPr id="56" name="PA-文本框 78"/>
            <p:cNvSpPr txBox="1"/>
            <p:nvPr>
              <p:custDataLst>
                <p:tags r:id="rId18"/>
              </p:custDataLst>
            </p:nvPr>
          </p:nvSpPr>
          <p:spPr>
            <a:xfrm>
              <a:off x="2585893" y="1027597"/>
              <a:ext cx="1188146" cy="18978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1219200"/>
              <a:r>
                <a:rPr lang="en-US" altLang="zh-CN" sz="11735" dirty="0">
                  <a:solidFill>
                    <a:srgbClr val="C00000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  <a:ea typeface="思源黑体 CN Medium" panose="020B0600000000000000" pitchFamily="34" charset="-122"/>
                </a:rPr>
                <a:t>0</a:t>
              </a:r>
              <a:endParaRPr lang="zh-CN" altLang="en-US" sz="11735" dirty="0">
                <a:solidFill>
                  <a:srgbClr val="C00000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ea typeface="思源黑体 CN Medium" panose="020B0600000000000000" pitchFamily="34" charset="-122"/>
              </a:endParaRPr>
            </a:p>
          </p:txBody>
        </p:sp>
      </p:grpSp>
      <p:grpSp>
        <p:nvGrpSpPr>
          <p:cNvPr id="59" name="PA-组合 58"/>
          <p:cNvGrpSpPr/>
          <p:nvPr>
            <p:custDataLst>
              <p:tags r:id="rId5"/>
            </p:custDataLst>
          </p:nvPr>
        </p:nvGrpSpPr>
        <p:grpSpPr>
          <a:xfrm>
            <a:off x="6186374" y="746202"/>
            <a:ext cx="1928981" cy="2009903"/>
            <a:chOff x="2264901" y="915586"/>
            <a:chExt cx="1928981" cy="2009903"/>
          </a:xfrm>
        </p:grpSpPr>
        <p:sp>
          <p:nvSpPr>
            <p:cNvPr id="60" name="PA-圆角矩形 68"/>
            <p:cNvSpPr/>
            <p:nvPr>
              <p:custDataLst>
                <p:tags r:id="rId13"/>
              </p:custDataLst>
            </p:nvPr>
          </p:nvSpPr>
          <p:spPr>
            <a:xfrm>
              <a:off x="2367689" y="915586"/>
              <a:ext cx="1826193" cy="1826193"/>
            </a:xfrm>
            <a:prstGeom prst="roundRect">
              <a:avLst>
                <a:gd name="adj" fmla="val 14121"/>
              </a:avLst>
            </a:prstGeom>
            <a:solidFill>
              <a:srgbClr val="ABABAB"/>
            </a:solidFill>
            <a:ln w="6350">
              <a:solidFill>
                <a:schemeClr val="bg1">
                  <a:lumMod val="65000"/>
                </a:schemeClr>
              </a:solidFill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srgbClr val="C00000"/>
                </a:solidFill>
                <a:latin typeface="Arial Black" panose="020B0A04020102020204" pitchFamily="34" charset="0"/>
                <a:ea typeface="思源黑体 CN Bold" panose="020B0800000000000000" pitchFamily="34" charset="-122"/>
              </a:endParaRPr>
            </a:p>
          </p:txBody>
        </p:sp>
        <p:grpSp>
          <p:nvGrpSpPr>
            <p:cNvPr id="61" name="组合 60"/>
            <p:cNvGrpSpPr/>
            <p:nvPr/>
          </p:nvGrpSpPr>
          <p:grpSpPr>
            <a:xfrm>
              <a:off x="2264901" y="1038654"/>
              <a:ext cx="1824000" cy="1824000"/>
              <a:chOff x="-18000" y="1401622"/>
              <a:chExt cx="1368000" cy="1368000"/>
            </a:xfrm>
            <a:effectLst>
              <a:outerShdw blurRad="38100" dist="152400" dir="18780000" algn="t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grpSpPr>
          <p:sp>
            <p:nvSpPr>
              <p:cNvPr id="63" name="PA-圆角矩形 67"/>
              <p:cNvSpPr/>
              <p:nvPr>
                <p:custDataLst>
                  <p:tags r:id="rId15"/>
                </p:custDataLst>
              </p:nvPr>
            </p:nvSpPr>
            <p:spPr>
              <a:xfrm>
                <a:off x="-18000" y="1401622"/>
                <a:ext cx="1368000" cy="1368000"/>
              </a:xfrm>
              <a:prstGeom prst="roundRect">
                <a:avLst>
                  <a:gd name="adj" fmla="val 13882"/>
                </a:avLst>
              </a:prstGeom>
              <a:gradFill>
                <a:gsLst>
                  <a:gs pos="0">
                    <a:schemeClr val="bg1"/>
                  </a:gs>
                  <a:gs pos="55000">
                    <a:schemeClr val="bg1">
                      <a:lumMod val="9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200"/>
                <a:endParaRPr lang="zh-CN" altLang="en-US" sz="2400" dirty="0">
                  <a:solidFill>
                    <a:srgbClr val="C00000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</a:endParaRPr>
              </a:p>
            </p:txBody>
          </p:sp>
          <p:sp>
            <p:nvSpPr>
              <p:cNvPr id="64" name="PA-圆角矩形 68"/>
              <p:cNvSpPr/>
              <p:nvPr>
                <p:custDataLst>
                  <p:tags r:id="rId16"/>
                </p:custDataLst>
              </p:nvPr>
            </p:nvSpPr>
            <p:spPr>
              <a:xfrm>
                <a:off x="0" y="1419622"/>
                <a:ext cx="1332000" cy="1332000"/>
              </a:xfrm>
              <a:prstGeom prst="roundRect">
                <a:avLst>
                  <a:gd name="adj" fmla="val 14121"/>
                </a:avLst>
              </a:prstGeom>
              <a:gradFill>
                <a:gsLst>
                  <a:gs pos="0">
                    <a:schemeClr val="bg1"/>
                  </a:gs>
                  <a:gs pos="51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200"/>
                <a:endParaRPr lang="zh-CN" altLang="en-US" sz="2400" dirty="0">
                  <a:solidFill>
                    <a:srgbClr val="C00000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</a:endParaRPr>
              </a:p>
            </p:txBody>
          </p:sp>
        </p:grpSp>
        <p:sp>
          <p:nvSpPr>
            <p:cNvPr id="62" name="PA-文本框 78"/>
            <p:cNvSpPr txBox="1"/>
            <p:nvPr>
              <p:custDataLst>
                <p:tags r:id="rId14"/>
              </p:custDataLst>
            </p:nvPr>
          </p:nvSpPr>
          <p:spPr>
            <a:xfrm>
              <a:off x="2585893" y="1027597"/>
              <a:ext cx="1188146" cy="18978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1219200"/>
              <a:r>
                <a:rPr lang="en-US" altLang="zh-CN" sz="11735" dirty="0" smtClean="0">
                  <a:solidFill>
                    <a:srgbClr val="C00000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  <a:ea typeface="思源黑体 CN Medium" panose="020B0600000000000000" pitchFamily="34" charset="-122"/>
                </a:rPr>
                <a:t>2</a:t>
              </a:r>
              <a:endParaRPr lang="zh-CN" altLang="en-US" sz="11735" dirty="0">
                <a:solidFill>
                  <a:srgbClr val="C00000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ea typeface="思源黑体 CN Medium" panose="020B0600000000000000" pitchFamily="34" charset="-122"/>
              </a:endParaRPr>
            </a:p>
          </p:txBody>
        </p:sp>
      </p:grpSp>
      <p:grpSp>
        <p:nvGrpSpPr>
          <p:cNvPr id="65" name="PA-组合 64"/>
          <p:cNvGrpSpPr/>
          <p:nvPr>
            <p:custDataLst>
              <p:tags r:id="rId6"/>
            </p:custDataLst>
          </p:nvPr>
        </p:nvGrpSpPr>
        <p:grpSpPr>
          <a:xfrm>
            <a:off x="8349412" y="746202"/>
            <a:ext cx="1928981" cy="2009391"/>
            <a:chOff x="2264901" y="915586"/>
            <a:chExt cx="1928981" cy="2009391"/>
          </a:xfrm>
        </p:grpSpPr>
        <p:sp>
          <p:nvSpPr>
            <p:cNvPr id="66" name="PA-圆角矩形 68"/>
            <p:cNvSpPr/>
            <p:nvPr>
              <p:custDataLst>
                <p:tags r:id="rId9"/>
              </p:custDataLst>
            </p:nvPr>
          </p:nvSpPr>
          <p:spPr>
            <a:xfrm>
              <a:off x="2367689" y="915586"/>
              <a:ext cx="1826193" cy="1826193"/>
            </a:xfrm>
            <a:prstGeom prst="roundRect">
              <a:avLst>
                <a:gd name="adj" fmla="val 14121"/>
              </a:avLst>
            </a:prstGeom>
            <a:solidFill>
              <a:srgbClr val="ABABAB"/>
            </a:solidFill>
            <a:ln w="6350">
              <a:solidFill>
                <a:schemeClr val="bg1">
                  <a:lumMod val="65000"/>
                </a:schemeClr>
              </a:solidFill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srgbClr val="C00000"/>
                </a:solidFill>
                <a:latin typeface="Arial Black" panose="020B0A04020102020204" pitchFamily="34" charset="0"/>
                <a:ea typeface="思源黑体 CN Bold" panose="020B0800000000000000" pitchFamily="34" charset="-122"/>
              </a:endParaRPr>
            </a:p>
          </p:txBody>
        </p:sp>
        <p:grpSp>
          <p:nvGrpSpPr>
            <p:cNvPr id="67" name="组合 66"/>
            <p:cNvGrpSpPr/>
            <p:nvPr/>
          </p:nvGrpSpPr>
          <p:grpSpPr>
            <a:xfrm>
              <a:off x="2264901" y="1038654"/>
              <a:ext cx="1824000" cy="1824000"/>
              <a:chOff x="-18000" y="1401622"/>
              <a:chExt cx="1368000" cy="1368000"/>
            </a:xfrm>
            <a:effectLst>
              <a:outerShdw blurRad="38100" dist="152400" dir="18780000" algn="t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grpSpPr>
          <p:sp>
            <p:nvSpPr>
              <p:cNvPr id="69" name="PA-圆角矩形 67"/>
              <p:cNvSpPr/>
              <p:nvPr>
                <p:custDataLst>
                  <p:tags r:id="rId11"/>
                </p:custDataLst>
              </p:nvPr>
            </p:nvSpPr>
            <p:spPr>
              <a:xfrm>
                <a:off x="-18000" y="1401622"/>
                <a:ext cx="1368000" cy="1368000"/>
              </a:xfrm>
              <a:prstGeom prst="roundRect">
                <a:avLst>
                  <a:gd name="adj" fmla="val 13882"/>
                </a:avLst>
              </a:prstGeom>
              <a:gradFill>
                <a:gsLst>
                  <a:gs pos="0">
                    <a:schemeClr val="bg1"/>
                  </a:gs>
                  <a:gs pos="55000">
                    <a:schemeClr val="bg1">
                      <a:lumMod val="9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200"/>
                <a:endParaRPr lang="zh-CN" altLang="en-US" sz="2400" dirty="0">
                  <a:solidFill>
                    <a:srgbClr val="C00000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</a:endParaRPr>
              </a:p>
            </p:txBody>
          </p:sp>
          <p:sp>
            <p:nvSpPr>
              <p:cNvPr id="70" name="PA-圆角矩形 68"/>
              <p:cNvSpPr/>
              <p:nvPr>
                <p:custDataLst>
                  <p:tags r:id="rId12"/>
                </p:custDataLst>
              </p:nvPr>
            </p:nvSpPr>
            <p:spPr>
              <a:xfrm>
                <a:off x="0" y="1419622"/>
                <a:ext cx="1332000" cy="1332000"/>
              </a:xfrm>
              <a:prstGeom prst="roundRect">
                <a:avLst>
                  <a:gd name="adj" fmla="val 14121"/>
                </a:avLst>
              </a:prstGeom>
              <a:gradFill>
                <a:gsLst>
                  <a:gs pos="0">
                    <a:schemeClr val="bg1"/>
                  </a:gs>
                  <a:gs pos="51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200"/>
                <a:endParaRPr lang="zh-CN" altLang="en-US" sz="2400" dirty="0">
                  <a:solidFill>
                    <a:srgbClr val="C00000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</a:endParaRPr>
              </a:p>
            </p:txBody>
          </p:sp>
        </p:grpSp>
        <p:sp>
          <p:nvSpPr>
            <p:cNvPr id="68" name="PA-文本框 78"/>
            <p:cNvSpPr txBox="1"/>
            <p:nvPr>
              <p:custDataLst>
                <p:tags r:id="rId10"/>
              </p:custDataLst>
            </p:nvPr>
          </p:nvSpPr>
          <p:spPr>
            <a:xfrm>
              <a:off x="2591321" y="1027597"/>
              <a:ext cx="1177290" cy="18973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1219200"/>
              <a:r>
                <a:rPr lang="en-US" altLang="zh-CN" sz="11735" dirty="0" smtClean="0">
                  <a:solidFill>
                    <a:srgbClr val="C00000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  <a:ea typeface="思源黑体 CN Medium" panose="020B0600000000000000" pitchFamily="34" charset="-122"/>
                </a:rPr>
                <a:t>0</a:t>
              </a:r>
              <a:endParaRPr lang="zh-CN" altLang="en-US" sz="11735" dirty="0">
                <a:solidFill>
                  <a:srgbClr val="C00000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ea typeface="思源黑体 CN Medium" panose="020B0600000000000000" pitchFamily="34" charset="-122"/>
              </a:endParaRPr>
            </a:p>
          </p:txBody>
        </p:sp>
      </p:grpSp>
      <p:sp>
        <p:nvSpPr>
          <p:cNvPr id="72" name="文本框 71"/>
          <p:cNvSpPr txBox="1"/>
          <p:nvPr/>
        </p:nvSpPr>
        <p:spPr>
          <a:xfrm>
            <a:off x="4363379" y="4115853"/>
            <a:ext cx="3456384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汇报人：</a:t>
            </a:r>
            <a:r>
              <a:rPr lang="en-US" altLang="zh-CN" sz="16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XXX</a:t>
            </a:r>
            <a:r>
              <a:rPr lang="zh-CN" altLang="en-US" sz="16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      职务：财务总监</a:t>
            </a:r>
          </a:p>
        </p:txBody>
      </p:sp>
      <p:grpSp>
        <p:nvGrpSpPr>
          <p:cNvPr id="36" name="组合 35"/>
          <p:cNvGrpSpPr/>
          <p:nvPr/>
        </p:nvGrpSpPr>
        <p:grpSpPr>
          <a:xfrm>
            <a:off x="4399200" y="4116659"/>
            <a:ext cx="501413" cy="312202"/>
            <a:chOff x="304800" y="673100"/>
            <a:chExt cx="4000500" cy="4000500"/>
          </a:xfrm>
          <a:effectLst/>
        </p:grpSpPr>
        <p:sp>
          <p:nvSpPr>
            <p:cNvPr id="37" name="同心圆 86"/>
            <p:cNvSpPr/>
            <p:nvPr/>
          </p:nvSpPr>
          <p:spPr>
            <a:xfrm>
              <a:off x="304800" y="673100"/>
              <a:ext cx="4000500" cy="4000500"/>
            </a:xfrm>
            <a:prstGeom prst="roundRect">
              <a:avLst/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prstClr val="black"/>
                </a:solidFill>
                <a:latin typeface="Calibri" panose="020F0502020204030204"/>
                <a:ea typeface="思源黑体 CN Bold" panose="020B0800000000000000" pitchFamily="34" charset="-122"/>
              </a:endParaRPr>
            </a:p>
          </p:txBody>
        </p:sp>
        <p:sp>
          <p:nvSpPr>
            <p:cNvPr id="38" name="椭圆 37"/>
            <p:cNvSpPr/>
            <p:nvPr/>
          </p:nvSpPr>
          <p:spPr>
            <a:xfrm>
              <a:off x="392113" y="760413"/>
              <a:ext cx="3825874" cy="3825874"/>
            </a:xfrm>
            <a:prstGeom prst="roundRect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prstClr val="white"/>
                </a:solidFill>
                <a:latin typeface="Calibri" panose="020F0502020204030204"/>
                <a:ea typeface="思源黑体 CN Bold" panose="020B0800000000000000" pitchFamily="34" charset="-122"/>
              </a:endParaRPr>
            </a:p>
          </p:txBody>
        </p:sp>
      </p:grpSp>
      <p:cxnSp>
        <p:nvCxnSpPr>
          <p:cNvPr id="78" name="直接连接符 77"/>
          <p:cNvCxnSpPr/>
          <p:nvPr/>
        </p:nvCxnSpPr>
        <p:spPr>
          <a:xfrm>
            <a:off x="8043374" y="4272760"/>
            <a:ext cx="1468926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5" name="组合 194"/>
          <p:cNvGrpSpPr/>
          <p:nvPr/>
        </p:nvGrpSpPr>
        <p:grpSpPr>
          <a:xfrm>
            <a:off x="203080" y="3449056"/>
            <a:ext cx="11934298" cy="6417312"/>
            <a:chOff x="203080" y="3449056"/>
            <a:chExt cx="11934298" cy="6417312"/>
          </a:xfrm>
        </p:grpSpPr>
        <p:sp>
          <p:nvSpPr>
            <p:cNvPr id="82" name="矩形 81"/>
            <p:cNvSpPr/>
            <p:nvPr/>
          </p:nvSpPr>
          <p:spPr>
            <a:xfrm>
              <a:off x="11401197" y="3933318"/>
              <a:ext cx="368554" cy="319699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矩形 82"/>
            <p:cNvSpPr/>
            <p:nvPr/>
          </p:nvSpPr>
          <p:spPr>
            <a:xfrm>
              <a:off x="10468016" y="5191369"/>
              <a:ext cx="368554" cy="319699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矩形 83"/>
            <p:cNvSpPr/>
            <p:nvPr/>
          </p:nvSpPr>
          <p:spPr>
            <a:xfrm>
              <a:off x="9534840" y="5290514"/>
              <a:ext cx="368554" cy="319699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矩形 84"/>
            <p:cNvSpPr/>
            <p:nvPr/>
          </p:nvSpPr>
          <p:spPr>
            <a:xfrm>
              <a:off x="8601664" y="6319704"/>
              <a:ext cx="368554" cy="319699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矩形 85"/>
            <p:cNvSpPr/>
            <p:nvPr/>
          </p:nvSpPr>
          <p:spPr>
            <a:xfrm>
              <a:off x="7668488" y="6399914"/>
              <a:ext cx="368554" cy="319699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矩形 86"/>
            <p:cNvSpPr/>
            <p:nvPr/>
          </p:nvSpPr>
          <p:spPr>
            <a:xfrm>
              <a:off x="6837803" y="6176288"/>
              <a:ext cx="368554" cy="319699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矩形 87"/>
            <p:cNvSpPr/>
            <p:nvPr/>
          </p:nvSpPr>
          <p:spPr>
            <a:xfrm>
              <a:off x="5802136" y="6669377"/>
              <a:ext cx="368554" cy="319699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矩形 88"/>
            <p:cNvSpPr/>
            <p:nvPr/>
          </p:nvSpPr>
          <p:spPr>
            <a:xfrm>
              <a:off x="4882629" y="6580242"/>
              <a:ext cx="368554" cy="319699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矩形 89"/>
            <p:cNvSpPr/>
            <p:nvPr/>
          </p:nvSpPr>
          <p:spPr>
            <a:xfrm>
              <a:off x="4038275" y="5987124"/>
              <a:ext cx="368554" cy="319699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矩形 90"/>
            <p:cNvSpPr/>
            <p:nvPr/>
          </p:nvSpPr>
          <p:spPr>
            <a:xfrm>
              <a:off x="2931260" y="6146783"/>
              <a:ext cx="368554" cy="319699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" name="矩形 91"/>
            <p:cNvSpPr/>
            <p:nvPr/>
          </p:nvSpPr>
          <p:spPr>
            <a:xfrm>
              <a:off x="2069432" y="5964356"/>
              <a:ext cx="368554" cy="319699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矩形 92"/>
            <p:cNvSpPr/>
            <p:nvPr/>
          </p:nvSpPr>
          <p:spPr>
            <a:xfrm>
              <a:off x="203080" y="6539908"/>
              <a:ext cx="368554" cy="319699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6" name="直接连接符 95"/>
            <p:cNvCxnSpPr/>
            <p:nvPr/>
          </p:nvCxnSpPr>
          <p:spPr>
            <a:xfrm flipV="1">
              <a:off x="387333" y="5290514"/>
              <a:ext cx="895485" cy="100789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/>
            <p:nvPr/>
          </p:nvCxnSpPr>
          <p:spPr>
            <a:xfrm>
              <a:off x="1285875" y="5290514"/>
              <a:ext cx="1805555" cy="613745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/>
            <p:cNvCxnSpPr/>
            <p:nvPr/>
          </p:nvCxnSpPr>
          <p:spPr>
            <a:xfrm flipV="1">
              <a:off x="5070711" y="5999788"/>
              <a:ext cx="1951369" cy="374818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/>
            <p:cNvCxnSpPr/>
            <p:nvPr/>
          </p:nvCxnSpPr>
          <p:spPr>
            <a:xfrm flipV="1">
              <a:off x="9719117" y="4956063"/>
              <a:ext cx="933571" cy="11088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/>
            <p:nvPr/>
          </p:nvCxnSpPr>
          <p:spPr>
            <a:xfrm flipV="1">
              <a:off x="10652688" y="3740944"/>
              <a:ext cx="865256" cy="121511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矩形 128"/>
            <p:cNvSpPr/>
            <p:nvPr/>
          </p:nvSpPr>
          <p:spPr>
            <a:xfrm>
              <a:off x="1122587" y="5531814"/>
              <a:ext cx="368554" cy="319699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9" name="直接连接符 138"/>
            <p:cNvCxnSpPr/>
            <p:nvPr/>
          </p:nvCxnSpPr>
          <p:spPr>
            <a:xfrm>
              <a:off x="7022080" y="5999787"/>
              <a:ext cx="1763466" cy="9383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连接符 139"/>
            <p:cNvCxnSpPr/>
            <p:nvPr/>
          </p:nvCxnSpPr>
          <p:spPr>
            <a:xfrm flipV="1">
              <a:off x="8785546" y="5066951"/>
              <a:ext cx="939864" cy="1026668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接连接符 146"/>
            <p:cNvCxnSpPr/>
            <p:nvPr/>
          </p:nvCxnSpPr>
          <p:spPr>
            <a:xfrm flipV="1">
              <a:off x="3091430" y="5771239"/>
              <a:ext cx="1149803" cy="13063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接连接符 149"/>
            <p:cNvCxnSpPr/>
            <p:nvPr/>
          </p:nvCxnSpPr>
          <p:spPr>
            <a:xfrm>
              <a:off x="4240071" y="5772334"/>
              <a:ext cx="830640" cy="60227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8" name="TextBox 102"/>
            <p:cNvSpPr txBox="1"/>
            <p:nvPr/>
          </p:nvSpPr>
          <p:spPr>
            <a:xfrm>
              <a:off x="756488" y="4971536"/>
              <a:ext cx="110380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200"/>
              <a:r>
                <a:rPr lang="en-US" altLang="zh-CN" sz="1200" dirty="0">
                  <a:solidFill>
                    <a:schemeClr val="bg1">
                      <a:lumMod val="85000"/>
                    </a:schemeClr>
                  </a:solidFill>
                  <a:latin typeface="+mj-ea"/>
                  <a:ea typeface="+mj-ea"/>
                </a:rPr>
                <a:t>2350,520</a:t>
              </a:r>
            </a:p>
          </p:txBody>
        </p:sp>
        <p:sp>
          <p:nvSpPr>
            <p:cNvPr id="189" name="TextBox 102"/>
            <p:cNvSpPr txBox="1"/>
            <p:nvPr/>
          </p:nvSpPr>
          <p:spPr>
            <a:xfrm>
              <a:off x="2532999" y="5559559"/>
              <a:ext cx="110380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200"/>
              <a:r>
                <a:rPr lang="en-US" altLang="zh-CN" sz="1200" dirty="0">
                  <a:solidFill>
                    <a:schemeClr val="bg1">
                      <a:lumMod val="85000"/>
                    </a:schemeClr>
                  </a:solidFill>
                  <a:latin typeface="+mj-ea"/>
                  <a:ea typeface="+mj-ea"/>
                </a:rPr>
                <a:t>3144,660</a:t>
              </a:r>
            </a:p>
          </p:txBody>
        </p:sp>
        <p:sp>
          <p:nvSpPr>
            <p:cNvPr id="191" name="TextBox 102"/>
            <p:cNvSpPr txBox="1"/>
            <p:nvPr/>
          </p:nvSpPr>
          <p:spPr>
            <a:xfrm>
              <a:off x="8025953" y="5777585"/>
              <a:ext cx="110380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200"/>
              <a:r>
                <a:rPr lang="en-US" altLang="zh-CN" sz="1200" dirty="0">
                  <a:solidFill>
                    <a:schemeClr val="bg1">
                      <a:lumMod val="85000"/>
                    </a:schemeClr>
                  </a:solidFill>
                  <a:latin typeface="+mj-ea"/>
                  <a:ea typeface="+mj-ea"/>
                </a:rPr>
                <a:t>1054,380</a:t>
              </a:r>
            </a:p>
          </p:txBody>
        </p:sp>
        <p:sp>
          <p:nvSpPr>
            <p:cNvPr id="192" name="TextBox 102"/>
            <p:cNvSpPr txBox="1"/>
            <p:nvPr/>
          </p:nvSpPr>
          <p:spPr>
            <a:xfrm>
              <a:off x="9719117" y="4680089"/>
              <a:ext cx="110380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200"/>
              <a:r>
                <a:rPr lang="en-US" altLang="zh-CN" sz="1200" dirty="0">
                  <a:solidFill>
                    <a:schemeClr val="bg1">
                      <a:lumMod val="85000"/>
                    </a:schemeClr>
                  </a:solidFill>
                  <a:latin typeface="+mj-ea"/>
                  <a:ea typeface="+mj-ea"/>
                </a:rPr>
                <a:t>2356,520</a:t>
              </a:r>
            </a:p>
          </p:txBody>
        </p:sp>
        <p:sp>
          <p:nvSpPr>
            <p:cNvPr id="193" name="TextBox 102"/>
            <p:cNvSpPr txBox="1"/>
            <p:nvPr/>
          </p:nvSpPr>
          <p:spPr>
            <a:xfrm>
              <a:off x="11033570" y="3449056"/>
              <a:ext cx="110380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200"/>
              <a:r>
                <a:rPr lang="en-US" altLang="zh-CN" sz="1200" dirty="0">
                  <a:solidFill>
                    <a:schemeClr val="bg1">
                      <a:lumMod val="85000"/>
                    </a:schemeClr>
                  </a:solidFill>
                  <a:latin typeface="+mj-ea"/>
                  <a:ea typeface="+mj-ea"/>
                </a:rPr>
                <a:t>5962,364</a:t>
              </a:r>
            </a:p>
          </p:txBody>
        </p:sp>
        <p:sp>
          <p:nvSpPr>
            <p:cNvPr id="194" name="TextBox 102"/>
            <p:cNvSpPr txBox="1"/>
            <p:nvPr/>
          </p:nvSpPr>
          <p:spPr>
            <a:xfrm>
              <a:off x="4621732" y="5999787"/>
              <a:ext cx="110380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200"/>
              <a:r>
                <a:rPr lang="en-US" altLang="zh-CN" sz="1200" dirty="0">
                  <a:solidFill>
                    <a:schemeClr val="bg1">
                      <a:lumMod val="85000"/>
                    </a:schemeClr>
                  </a:solidFill>
                  <a:latin typeface="+mj-ea"/>
                  <a:ea typeface="+mj-ea"/>
                </a:rPr>
                <a:t>894,350</a:t>
              </a:r>
            </a:p>
          </p:txBody>
        </p:sp>
      </p:grpSp>
      <p:pic>
        <p:nvPicPr>
          <p:cNvPr id="73" name="震撼呐喊节奏空旷.mp3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>
                  <p14:trim st="86395"/>
                </p14:media>
              </p:ext>
            </p:extLst>
          </p:nvPr>
        </p:nvPicPr>
        <p:blipFill>
          <a:blip r:embed="rId26"/>
          <a:stretch>
            <a:fillRect/>
          </a:stretch>
        </p:blipFill>
        <p:spPr>
          <a:xfrm>
            <a:off x="-522514" y="-6794"/>
            <a:ext cx="522514" cy="5225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500">
        <p:random/>
      </p:transition>
    </mc:Choice>
    <mc:Fallback xmlns="">
      <p:transition spd="slow" advTm="55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9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#ppt_h*((1.5-1.5*$)^3-(1.5-1.5*$)^2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0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#ppt_w*((1.5-1.5*$)^3-(1.5-1.5*$)^2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#ppt_h*((1.5-1.5*$)^3-(1.5-1.5*$)^2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4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#ppt_w*((1.5-1.5*$)^3-(1.5-1.5*$)^2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#ppt_h*((1.5-1.5*$)^3-(1.5-1.5*$)^2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8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#ppt_w*((1.5-1.5*$)^3-(1.5-1.5*$)^2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#ppt_h*((1.5-1.5*$)^3-(1.5-1.5*$)^2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2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#ppt_w*((1.5-1.5*$)^3-(1.5-1.5*$)^2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#ppt_h*((1.5-1.5*$)^3-(1.5-1.5*$)^2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#ppt_w*((1.5-1.5*$)^3-(1.5-1.5*$)^2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899"/>
                            </p:stCondLst>
                            <p:childTnLst>
                              <p:par>
                                <p:cTn id="2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399"/>
                            </p:stCondLst>
                            <p:childTnLst>
                              <p:par>
                                <p:cTn id="38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899"/>
                            </p:stCondLst>
                            <p:childTnLst>
                              <p:par>
                                <p:cTn id="46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3.33333E-6 L 0.23581 3.33333E-6 " pathEditMode="relative" rAng="0" ptsTypes="AA">
                                      <p:cBhvr>
                                        <p:cTn id="47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84" y="0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7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899"/>
                            </p:stCondLst>
                            <p:childTnLst>
                              <p:par>
                                <p:cTn id="5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899"/>
                            </p:stCondLst>
                            <p:childTnLst>
                              <p:par>
                                <p:cTn id="5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60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3"/>
                </p:tgtEl>
              </p:cMediaNode>
            </p:audio>
          </p:childTnLst>
        </p:cTn>
      </p:par>
    </p:tnLst>
    <p:bldLst>
      <p:bldP spid="28" grpId="0"/>
      <p:bldP spid="30" grpId="0" animBg="1"/>
      <p:bldP spid="31" grpId="0"/>
      <p:bldP spid="7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组合 55"/>
          <p:cNvGrpSpPr/>
          <p:nvPr/>
        </p:nvGrpSpPr>
        <p:grpSpPr>
          <a:xfrm>
            <a:off x="203080" y="3112433"/>
            <a:ext cx="11934298" cy="6417312"/>
            <a:chOff x="203080" y="3449056"/>
            <a:chExt cx="11934298" cy="6417312"/>
          </a:xfrm>
        </p:grpSpPr>
        <p:sp>
          <p:nvSpPr>
            <p:cNvPr id="57" name="矩形 56"/>
            <p:cNvSpPr/>
            <p:nvPr/>
          </p:nvSpPr>
          <p:spPr>
            <a:xfrm>
              <a:off x="11401197" y="3933318"/>
              <a:ext cx="368554" cy="339919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/>
            <p:cNvSpPr/>
            <p:nvPr/>
          </p:nvSpPr>
          <p:spPr>
            <a:xfrm>
              <a:off x="10468016" y="5191369"/>
              <a:ext cx="368554" cy="319699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58"/>
            <p:cNvSpPr/>
            <p:nvPr/>
          </p:nvSpPr>
          <p:spPr>
            <a:xfrm>
              <a:off x="9534840" y="5290514"/>
              <a:ext cx="368554" cy="319699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矩形 59"/>
            <p:cNvSpPr/>
            <p:nvPr/>
          </p:nvSpPr>
          <p:spPr>
            <a:xfrm>
              <a:off x="8601664" y="6319704"/>
              <a:ext cx="368554" cy="319699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矩形 60"/>
            <p:cNvSpPr/>
            <p:nvPr/>
          </p:nvSpPr>
          <p:spPr>
            <a:xfrm>
              <a:off x="7668488" y="6399914"/>
              <a:ext cx="368554" cy="319699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矩形 61"/>
            <p:cNvSpPr/>
            <p:nvPr/>
          </p:nvSpPr>
          <p:spPr>
            <a:xfrm>
              <a:off x="6837803" y="6176288"/>
              <a:ext cx="368554" cy="319699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矩形 62"/>
            <p:cNvSpPr/>
            <p:nvPr/>
          </p:nvSpPr>
          <p:spPr>
            <a:xfrm>
              <a:off x="5802136" y="6669377"/>
              <a:ext cx="368554" cy="319699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矩形 63"/>
            <p:cNvSpPr/>
            <p:nvPr/>
          </p:nvSpPr>
          <p:spPr>
            <a:xfrm>
              <a:off x="4882629" y="6580242"/>
              <a:ext cx="368554" cy="319699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矩形 64"/>
            <p:cNvSpPr/>
            <p:nvPr/>
          </p:nvSpPr>
          <p:spPr>
            <a:xfrm>
              <a:off x="4038275" y="5987124"/>
              <a:ext cx="368554" cy="319699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矩形 65"/>
            <p:cNvSpPr/>
            <p:nvPr/>
          </p:nvSpPr>
          <p:spPr>
            <a:xfrm>
              <a:off x="2931260" y="6146783"/>
              <a:ext cx="368554" cy="319699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矩形 66"/>
            <p:cNvSpPr/>
            <p:nvPr/>
          </p:nvSpPr>
          <p:spPr>
            <a:xfrm>
              <a:off x="2069432" y="5964356"/>
              <a:ext cx="368554" cy="319699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矩形 67"/>
            <p:cNvSpPr/>
            <p:nvPr/>
          </p:nvSpPr>
          <p:spPr>
            <a:xfrm>
              <a:off x="203080" y="6539908"/>
              <a:ext cx="368554" cy="319699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9" name="直接连接符 68"/>
            <p:cNvCxnSpPr/>
            <p:nvPr/>
          </p:nvCxnSpPr>
          <p:spPr>
            <a:xfrm flipV="1">
              <a:off x="387333" y="5290514"/>
              <a:ext cx="895485" cy="100789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>
              <a:off x="1285875" y="5290514"/>
              <a:ext cx="1805555" cy="613745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 flipV="1">
              <a:off x="5070711" y="5999788"/>
              <a:ext cx="1951369" cy="374818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 flipV="1">
              <a:off x="9719117" y="4956063"/>
              <a:ext cx="933571" cy="11088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 flipV="1">
              <a:off x="10652688" y="3740944"/>
              <a:ext cx="865256" cy="121511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矩形 73"/>
            <p:cNvSpPr/>
            <p:nvPr/>
          </p:nvSpPr>
          <p:spPr>
            <a:xfrm>
              <a:off x="1122587" y="5531814"/>
              <a:ext cx="368554" cy="319699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5" name="直接连接符 74"/>
            <p:cNvCxnSpPr/>
            <p:nvPr/>
          </p:nvCxnSpPr>
          <p:spPr>
            <a:xfrm>
              <a:off x="7022080" y="5999787"/>
              <a:ext cx="1763466" cy="9383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 flipV="1">
              <a:off x="8785546" y="5066951"/>
              <a:ext cx="939864" cy="1026668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flipV="1">
              <a:off x="3091430" y="5771239"/>
              <a:ext cx="1149803" cy="13063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>
              <a:off x="4240071" y="5772334"/>
              <a:ext cx="830640" cy="60227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102"/>
            <p:cNvSpPr txBox="1"/>
            <p:nvPr/>
          </p:nvSpPr>
          <p:spPr>
            <a:xfrm>
              <a:off x="756488" y="4971536"/>
              <a:ext cx="110380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200"/>
              <a:r>
                <a:rPr lang="en-US" altLang="zh-CN" sz="1200" dirty="0">
                  <a:solidFill>
                    <a:schemeClr val="bg1">
                      <a:lumMod val="85000"/>
                    </a:schemeClr>
                  </a:solidFill>
                  <a:latin typeface="+mj-ea"/>
                  <a:ea typeface="+mj-ea"/>
                </a:rPr>
                <a:t>2350,520</a:t>
              </a:r>
            </a:p>
          </p:txBody>
        </p:sp>
        <p:sp>
          <p:nvSpPr>
            <p:cNvPr id="80" name="TextBox 102"/>
            <p:cNvSpPr txBox="1"/>
            <p:nvPr/>
          </p:nvSpPr>
          <p:spPr>
            <a:xfrm>
              <a:off x="2532999" y="5559559"/>
              <a:ext cx="110380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200"/>
              <a:r>
                <a:rPr lang="en-US" altLang="zh-CN" sz="1200" dirty="0">
                  <a:solidFill>
                    <a:schemeClr val="bg1">
                      <a:lumMod val="85000"/>
                    </a:schemeClr>
                  </a:solidFill>
                  <a:latin typeface="+mj-ea"/>
                  <a:ea typeface="+mj-ea"/>
                </a:rPr>
                <a:t>3144,660</a:t>
              </a:r>
            </a:p>
          </p:txBody>
        </p:sp>
        <p:sp>
          <p:nvSpPr>
            <p:cNvPr id="81" name="TextBox 102"/>
            <p:cNvSpPr txBox="1"/>
            <p:nvPr/>
          </p:nvSpPr>
          <p:spPr>
            <a:xfrm>
              <a:off x="8025953" y="5777585"/>
              <a:ext cx="110380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200"/>
              <a:r>
                <a:rPr lang="en-US" altLang="zh-CN" sz="1200" dirty="0">
                  <a:solidFill>
                    <a:schemeClr val="bg1">
                      <a:lumMod val="85000"/>
                    </a:schemeClr>
                  </a:solidFill>
                  <a:latin typeface="+mj-ea"/>
                  <a:ea typeface="+mj-ea"/>
                </a:rPr>
                <a:t>1054,380</a:t>
              </a:r>
            </a:p>
          </p:txBody>
        </p:sp>
        <p:sp>
          <p:nvSpPr>
            <p:cNvPr id="82" name="TextBox 102"/>
            <p:cNvSpPr txBox="1"/>
            <p:nvPr/>
          </p:nvSpPr>
          <p:spPr>
            <a:xfrm>
              <a:off x="9719117" y="4680089"/>
              <a:ext cx="110380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200"/>
              <a:r>
                <a:rPr lang="en-US" altLang="zh-CN" sz="1200" dirty="0">
                  <a:solidFill>
                    <a:schemeClr val="bg1">
                      <a:lumMod val="85000"/>
                    </a:schemeClr>
                  </a:solidFill>
                  <a:latin typeface="+mj-ea"/>
                  <a:ea typeface="+mj-ea"/>
                </a:rPr>
                <a:t>2356,520</a:t>
              </a:r>
            </a:p>
          </p:txBody>
        </p:sp>
        <p:sp>
          <p:nvSpPr>
            <p:cNvPr id="83" name="TextBox 102"/>
            <p:cNvSpPr txBox="1"/>
            <p:nvPr/>
          </p:nvSpPr>
          <p:spPr>
            <a:xfrm>
              <a:off x="11033570" y="3449056"/>
              <a:ext cx="110380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200"/>
              <a:r>
                <a:rPr lang="en-US" altLang="zh-CN" sz="1200" dirty="0">
                  <a:solidFill>
                    <a:schemeClr val="bg1">
                      <a:lumMod val="85000"/>
                    </a:schemeClr>
                  </a:solidFill>
                  <a:latin typeface="+mj-ea"/>
                  <a:ea typeface="+mj-ea"/>
                </a:rPr>
                <a:t>5962,364</a:t>
              </a:r>
            </a:p>
          </p:txBody>
        </p:sp>
        <p:sp>
          <p:nvSpPr>
            <p:cNvPr id="84" name="TextBox 102"/>
            <p:cNvSpPr txBox="1"/>
            <p:nvPr/>
          </p:nvSpPr>
          <p:spPr>
            <a:xfrm>
              <a:off x="4621732" y="5999787"/>
              <a:ext cx="110380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200"/>
              <a:r>
                <a:rPr lang="en-US" altLang="zh-CN" sz="1200" dirty="0">
                  <a:solidFill>
                    <a:schemeClr val="bg1">
                      <a:lumMod val="85000"/>
                    </a:schemeClr>
                  </a:solidFill>
                  <a:latin typeface="+mj-ea"/>
                  <a:ea typeface="+mj-ea"/>
                </a:rPr>
                <a:t>894,350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6356580" y="1590207"/>
            <a:ext cx="4248479" cy="648353"/>
            <a:chOff x="6356580" y="1590207"/>
            <a:chExt cx="4248479" cy="648353"/>
          </a:xfrm>
        </p:grpSpPr>
        <p:sp>
          <p:nvSpPr>
            <p:cNvPr id="23" name="圆角矩形 101"/>
            <p:cNvSpPr/>
            <p:nvPr/>
          </p:nvSpPr>
          <p:spPr>
            <a:xfrm>
              <a:off x="6356580" y="1590207"/>
              <a:ext cx="4248479" cy="646331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b="1" dirty="0">
                <a:solidFill>
                  <a:prstClr val="white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22" name="矩形 1"/>
            <p:cNvSpPr>
              <a:spLocks noChangeArrowheads="1"/>
            </p:cNvSpPr>
            <p:nvPr/>
          </p:nvSpPr>
          <p:spPr bwMode="auto">
            <a:xfrm>
              <a:off x="6575947" y="1653785"/>
              <a:ext cx="3775393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zh-CN" sz="3200" spc="300" dirty="0">
                  <a:solidFill>
                    <a:schemeClr val="bg1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上半年</a:t>
              </a:r>
              <a:r>
                <a:rPr lang="zh-CN" altLang="en-US" sz="3200" spc="300" dirty="0">
                  <a:solidFill>
                    <a:schemeClr val="bg1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回顾与分析</a:t>
              </a:r>
            </a:p>
          </p:txBody>
        </p:sp>
      </p:grpSp>
      <p:grpSp>
        <p:nvGrpSpPr>
          <p:cNvPr id="41" name="PA-组合 40"/>
          <p:cNvGrpSpPr/>
          <p:nvPr>
            <p:custDataLst>
              <p:tags r:id="rId1"/>
            </p:custDataLst>
          </p:nvPr>
        </p:nvGrpSpPr>
        <p:grpSpPr>
          <a:xfrm>
            <a:off x="5361625" y="1326573"/>
            <a:ext cx="1129763" cy="1173598"/>
            <a:chOff x="2264901" y="915586"/>
            <a:chExt cx="1928981" cy="2003826"/>
          </a:xfrm>
        </p:grpSpPr>
        <p:sp>
          <p:nvSpPr>
            <p:cNvPr id="42" name="PA-圆角矩形 68"/>
            <p:cNvSpPr/>
            <p:nvPr>
              <p:custDataLst>
                <p:tags r:id="rId15"/>
              </p:custDataLst>
            </p:nvPr>
          </p:nvSpPr>
          <p:spPr>
            <a:xfrm>
              <a:off x="2367689" y="915586"/>
              <a:ext cx="1826193" cy="1826193"/>
            </a:xfrm>
            <a:prstGeom prst="roundRect">
              <a:avLst>
                <a:gd name="adj" fmla="val 14121"/>
              </a:avLst>
            </a:prstGeom>
            <a:solidFill>
              <a:srgbClr val="ABABAB"/>
            </a:solidFill>
            <a:ln w="6350">
              <a:solidFill>
                <a:schemeClr val="bg1">
                  <a:lumMod val="65000"/>
                </a:schemeClr>
              </a:solidFill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1100" dirty="0">
                <a:solidFill>
                  <a:srgbClr val="C00000"/>
                </a:solidFill>
                <a:latin typeface="Arial Black" panose="020B0A04020102020204" pitchFamily="34" charset="0"/>
                <a:ea typeface="思源黑体 CN Bold" panose="020B0800000000000000" pitchFamily="34" charset="-122"/>
              </a:endParaRPr>
            </a:p>
          </p:txBody>
        </p:sp>
        <p:grpSp>
          <p:nvGrpSpPr>
            <p:cNvPr id="43" name="组合 42"/>
            <p:cNvGrpSpPr/>
            <p:nvPr/>
          </p:nvGrpSpPr>
          <p:grpSpPr>
            <a:xfrm>
              <a:off x="2264901" y="1038654"/>
              <a:ext cx="1824000" cy="1824000"/>
              <a:chOff x="-18000" y="1401622"/>
              <a:chExt cx="1368000" cy="1368000"/>
            </a:xfrm>
            <a:effectLst>
              <a:outerShdw blurRad="38100" dist="152400" dir="18780000" algn="t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grpSpPr>
          <p:sp>
            <p:nvSpPr>
              <p:cNvPr id="45" name="PA-圆角矩形 67"/>
              <p:cNvSpPr/>
              <p:nvPr>
                <p:custDataLst>
                  <p:tags r:id="rId17"/>
                </p:custDataLst>
              </p:nvPr>
            </p:nvSpPr>
            <p:spPr>
              <a:xfrm>
                <a:off x="-18000" y="1401622"/>
                <a:ext cx="1368000" cy="1368000"/>
              </a:xfrm>
              <a:prstGeom prst="roundRect">
                <a:avLst>
                  <a:gd name="adj" fmla="val 13882"/>
                </a:avLst>
              </a:prstGeom>
              <a:gradFill>
                <a:gsLst>
                  <a:gs pos="0">
                    <a:schemeClr val="bg1"/>
                  </a:gs>
                  <a:gs pos="55000">
                    <a:schemeClr val="bg1">
                      <a:lumMod val="9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200"/>
                <a:endParaRPr lang="zh-CN" altLang="en-US" sz="1100" dirty="0">
                  <a:solidFill>
                    <a:srgbClr val="C00000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</a:endParaRPr>
              </a:p>
            </p:txBody>
          </p:sp>
          <p:sp>
            <p:nvSpPr>
              <p:cNvPr id="46" name="PA-圆角矩形 68"/>
              <p:cNvSpPr/>
              <p:nvPr>
                <p:custDataLst>
                  <p:tags r:id="rId18"/>
                </p:custDataLst>
              </p:nvPr>
            </p:nvSpPr>
            <p:spPr>
              <a:xfrm>
                <a:off x="0" y="1419622"/>
                <a:ext cx="1332000" cy="1332000"/>
              </a:xfrm>
              <a:prstGeom prst="roundRect">
                <a:avLst>
                  <a:gd name="adj" fmla="val 14121"/>
                </a:avLst>
              </a:prstGeom>
              <a:gradFill>
                <a:gsLst>
                  <a:gs pos="0">
                    <a:schemeClr val="bg1"/>
                  </a:gs>
                  <a:gs pos="51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200"/>
                <a:endParaRPr lang="zh-CN" altLang="en-US" sz="1100" dirty="0">
                  <a:solidFill>
                    <a:srgbClr val="C00000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</a:endParaRPr>
              </a:p>
            </p:txBody>
          </p:sp>
        </p:grpSp>
        <p:sp>
          <p:nvSpPr>
            <p:cNvPr id="44" name="PA-文本框 78"/>
            <p:cNvSpPr txBox="1"/>
            <p:nvPr>
              <p:custDataLst>
                <p:tags r:id="rId16"/>
              </p:custDataLst>
            </p:nvPr>
          </p:nvSpPr>
          <p:spPr>
            <a:xfrm>
              <a:off x="2540603" y="1027596"/>
              <a:ext cx="1278727" cy="18918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1219200"/>
              <a:r>
                <a:rPr lang="en-US" altLang="zh-CN" sz="6600" dirty="0">
                  <a:solidFill>
                    <a:srgbClr val="C00000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  <a:ea typeface="思源黑体 CN Medium" panose="020B0600000000000000" pitchFamily="34" charset="-122"/>
                </a:rPr>
                <a:t>1</a:t>
              </a:r>
              <a:endParaRPr lang="zh-CN" altLang="en-US" sz="6600" dirty="0">
                <a:solidFill>
                  <a:srgbClr val="C00000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ea typeface="思源黑体 CN Medium" panose="020B0600000000000000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6356580" y="3024702"/>
            <a:ext cx="4248479" cy="648353"/>
            <a:chOff x="6356580" y="3024702"/>
            <a:chExt cx="4248479" cy="648353"/>
          </a:xfrm>
        </p:grpSpPr>
        <p:sp>
          <p:nvSpPr>
            <p:cNvPr id="24" name="圆角矩形 101"/>
            <p:cNvSpPr/>
            <p:nvPr/>
          </p:nvSpPr>
          <p:spPr>
            <a:xfrm>
              <a:off x="6356580" y="3024702"/>
              <a:ext cx="4248479" cy="646331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b="1" dirty="0">
                <a:solidFill>
                  <a:prstClr val="white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25" name="矩形 1"/>
            <p:cNvSpPr>
              <a:spLocks noChangeArrowheads="1"/>
            </p:cNvSpPr>
            <p:nvPr/>
          </p:nvSpPr>
          <p:spPr bwMode="auto">
            <a:xfrm>
              <a:off x="6575947" y="3088280"/>
              <a:ext cx="2877711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3200" spc="300" dirty="0">
                  <a:solidFill>
                    <a:schemeClr val="bg1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下半年年展望</a:t>
              </a:r>
            </a:p>
          </p:txBody>
        </p:sp>
      </p:grpSp>
      <p:grpSp>
        <p:nvGrpSpPr>
          <p:cNvPr id="28" name="PA-组合 27"/>
          <p:cNvGrpSpPr/>
          <p:nvPr>
            <p:custDataLst>
              <p:tags r:id="rId2"/>
            </p:custDataLst>
          </p:nvPr>
        </p:nvGrpSpPr>
        <p:grpSpPr>
          <a:xfrm>
            <a:off x="5361625" y="2761068"/>
            <a:ext cx="1129763" cy="1173598"/>
            <a:chOff x="2264901" y="915586"/>
            <a:chExt cx="1928981" cy="2003826"/>
          </a:xfrm>
        </p:grpSpPr>
        <p:sp>
          <p:nvSpPr>
            <p:cNvPr id="29" name="PA-圆角矩形 68"/>
            <p:cNvSpPr/>
            <p:nvPr>
              <p:custDataLst>
                <p:tags r:id="rId11"/>
              </p:custDataLst>
            </p:nvPr>
          </p:nvSpPr>
          <p:spPr>
            <a:xfrm>
              <a:off x="2367689" y="915586"/>
              <a:ext cx="1826193" cy="1826193"/>
            </a:xfrm>
            <a:prstGeom prst="roundRect">
              <a:avLst>
                <a:gd name="adj" fmla="val 14121"/>
              </a:avLst>
            </a:prstGeom>
            <a:solidFill>
              <a:srgbClr val="ABABAB"/>
            </a:solidFill>
            <a:ln w="6350">
              <a:solidFill>
                <a:schemeClr val="bg1">
                  <a:lumMod val="65000"/>
                </a:schemeClr>
              </a:solidFill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1100" dirty="0">
                <a:solidFill>
                  <a:srgbClr val="C00000"/>
                </a:solidFill>
                <a:latin typeface="Arial Black" panose="020B0A04020102020204" pitchFamily="34" charset="0"/>
                <a:ea typeface="思源黑体 CN Bold" panose="020B0800000000000000" pitchFamily="34" charset="-122"/>
              </a:endParaRPr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2264901" y="1038654"/>
              <a:ext cx="1824000" cy="1824000"/>
              <a:chOff x="-18000" y="1401622"/>
              <a:chExt cx="1368000" cy="1368000"/>
            </a:xfrm>
            <a:effectLst>
              <a:outerShdw blurRad="38100" dist="152400" dir="18780000" algn="t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grpSpPr>
          <p:sp>
            <p:nvSpPr>
              <p:cNvPr id="33" name="PA-圆角矩形 67"/>
              <p:cNvSpPr/>
              <p:nvPr>
                <p:custDataLst>
                  <p:tags r:id="rId13"/>
                </p:custDataLst>
              </p:nvPr>
            </p:nvSpPr>
            <p:spPr>
              <a:xfrm>
                <a:off x="-18000" y="1401622"/>
                <a:ext cx="1368000" cy="1368000"/>
              </a:xfrm>
              <a:prstGeom prst="roundRect">
                <a:avLst>
                  <a:gd name="adj" fmla="val 13882"/>
                </a:avLst>
              </a:prstGeom>
              <a:gradFill>
                <a:gsLst>
                  <a:gs pos="0">
                    <a:schemeClr val="bg1"/>
                  </a:gs>
                  <a:gs pos="55000">
                    <a:schemeClr val="bg1">
                      <a:lumMod val="9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200"/>
                <a:endParaRPr lang="zh-CN" altLang="en-US" sz="1100" dirty="0">
                  <a:solidFill>
                    <a:srgbClr val="C00000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</a:endParaRPr>
              </a:p>
            </p:txBody>
          </p:sp>
          <p:sp>
            <p:nvSpPr>
              <p:cNvPr id="34" name="PA-圆角矩形 68"/>
              <p:cNvSpPr/>
              <p:nvPr>
                <p:custDataLst>
                  <p:tags r:id="rId14"/>
                </p:custDataLst>
              </p:nvPr>
            </p:nvSpPr>
            <p:spPr>
              <a:xfrm>
                <a:off x="0" y="1419622"/>
                <a:ext cx="1332000" cy="1332000"/>
              </a:xfrm>
              <a:prstGeom prst="roundRect">
                <a:avLst>
                  <a:gd name="adj" fmla="val 14121"/>
                </a:avLst>
              </a:prstGeom>
              <a:gradFill>
                <a:gsLst>
                  <a:gs pos="0">
                    <a:schemeClr val="bg1"/>
                  </a:gs>
                  <a:gs pos="51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200"/>
                <a:endParaRPr lang="zh-CN" altLang="en-US" sz="1100" dirty="0">
                  <a:solidFill>
                    <a:srgbClr val="C00000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</a:endParaRPr>
              </a:p>
            </p:txBody>
          </p:sp>
        </p:grpSp>
        <p:sp>
          <p:nvSpPr>
            <p:cNvPr id="32" name="PA-文本框 78"/>
            <p:cNvSpPr txBox="1"/>
            <p:nvPr>
              <p:custDataLst>
                <p:tags r:id="rId12"/>
              </p:custDataLst>
            </p:nvPr>
          </p:nvSpPr>
          <p:spPr>
            <a:xfrm>
              <a:off x="2540603" y="1027596"/>
              <a:ext cx="1278727" cy="18918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1219200"/>
              <a:r>
                <a:rPr lang="en-US" altLang="zh-CN" sz="6600" dirty="0">
                  <a:solidFill>
                    <a:srgbClr val="C00000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  <a:ea typeface="思源黑体 CN Medium" panose="020B0600000000000000" pitchFamily="34" charset="-122"/>
                </a:rPr>
                <a:t>2</a:t>
              </a:r>
              <a:endParaRPr lang="zh-CN" altLang="en-US" sz="6600" dirty="0">
                <a:solidFill>
                  <a:srgbClr val="C00000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ea typeface="思源黑体 CN Medium" panose="020B0600000000000000" pitchFamily="3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6356580" y="4466008"/>
            <a:ext cx="4248479" cy="648353"/>
            <a:chOff x="6356580" y="4466008"/>
            <a:chExt cx="4248479" cy="648353"/>
          </a:xfrm>
        </p:grpSpPr>
        <p:sp>
          <p:nvSpPr>
            <p:cNvPr id="35" name="圆角矩形 101"/>
            <p:cNvSpPr/>
            <p:nvPr/>
          </p:nvSpPr>
          <p:spPr>
            <a:xfrm>
              <a:off x="6356580" y="4466008"/>
              <a:ext cx="4248479" cy="646331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b="1" dirty="0">
                <a:solidFill>
                  <a:prstClr val="white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37" name="矩形 1"/>
            <p:cNvSpPr>
              <a:spLocks noChangeArrowheads="1"/>
            </p:cNvSpPr>
            <p:nvPr/>
          </p:nvSpPr>
          <p:spPr bwMode="auto">
            <a:xfrm>
              <a:off x="6575947" y="4529586"/>
              <a:ext cx="3877985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3200" dirty="0">
                  <a:solidFill>
                    <a:schemeClr val="bg1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工作不足及改进措施</a:t>
              </a:r>
            </a:p>
          </p:txBody>
        </p:sp>
      </p:grpSp>
      <p:grpSp>
        <p:nvGrpSpPr>
          <p:cNvPr id="38" name="PA-组合 37"/>
          <p:cNvGrpSpPr/>
          <p:nvPr>
            <p:custDataLst>
              <p:tags r:id="rId3"/>
            </p:custDataLst>
          </p:nvPr>
        </p:nvGrpSpPr>
        <p:grpSpPr>
          <a:xfrm>
            <a:off x="5361625" y="4202374"/>
            <a:ext cx="1129763" cy="1173598"/>
            <a:chOff x="2264901" y="915586"/>
            <a:chExt cx="1928981" cy="2003826"/>
          </a:xfrm>
        </p:grpSpPr>
        <p:sp>
          <p:nvSpPr>
            <p:cNvPr id="39" name="PA-圆角矩形 68"/>
            <p:cNvSpPr/>
            <p:nvPr>
              <p:custDataLst>
                <p:tags r:id="rId7"/>
              </p:custDataLst>
            </p:nvPr>
          </p:nvSpPr>
          <p:spPr>
            <a:xfrm>
              <a:off x="2367689" y="915586"/>
              <a:ext cx="1826193" cy="1826193"/>
            </a:xfrm>
            <a:prstGeom prst="roundRect">
              <a:avLst>
                <a:gd name="adj" fmla="val 14121"/>
              </a:avLst>
            </a:prstGeom>
            <a:solidFill>
              <a:srgbClr val="ABABAB"/>
            </a:solidFill>
            <a:ln w="6350">
              <a:solidFill>
                <a:schemeClr val="bg1">
                  <a:lumMod val="65000"/>
                </a:schemeClr>
              </a:solidFill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1100" dirty="0">
                <a:solidFill>
                  <a:srgbClr val="C00000"/>
                </a:solidFill>
                <a:latin typeface="Arial Black" panose="020B0A04020102020204" pitchFamily="34" charset="0"/>
                <a:ea typeface="思源黑体 CN Bold" panose="020B0800000000000000" pitchFamily="34" charset="-122"/>
              </a:endParaRPr>
            </a:p>
          </p:txBody>
        </p:sp>
        <p:grpSp>
          <p:nvGrpSpPr>
            <p:cNvPr id="40" name="组合 39"/>
            <p:cNvGrpSpPr/>
            <p:nvPr/>
          </p:nvGrpSpPr>
          <p:grpSpPr>
            <a:xfrm>
              <a:off x="2264901" y="1038654"/>
              <a:ext cx="1824000" cy="1824000"/>
              <a:chOff x="-18000" y="1401622"/>
              <a:chExt cx="1368000" cy="1368000"/>
            </a:xfrm>
            <a:effectLst>
              <a:outerShdw blurRad="38100" dist="152400" dir="18780000" algn="t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grpSpPr>
          <p:sp>
            <p:nvSpPr>
              <p:cNvPr id="48" name="PA-圆角矩形 67"/>
              <p:cNvSpPr/>
              <p:nvPr>
                <p:custDataLst>
                  <p:tags r:id="rId9"/>
                </p:custDataLst>
              </p:nvPr>
            </p:nvSpPr>
            <p:spPr>
              <a:xfrm>
                <a:off x="-18000" y="1401622"/>
                <a:ext cx="1368000" cy="1368000"/>
              </a:xfrm>
              <a:prstGeom prst="roundRect">
                <a:avLst>
                  <a:gd name="adj" fmla="val 13882"/>
                </a:avLst>
              </a:prstGeom>
              <a:gradFill>
                <a:gsLst>
                  <a:gs pos="0">
                    <a:schemeClr val="bg1"/>
                  </a:gs>
                  <a:gs pos="55000">
                    <a:schemeClr val="bg1">
                      <a:lumMod val="9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200"/>
                <a:endParaRPr lang="zh-CN" altLang="en-US" sz="1100" dirty="0">
                  <a:solidFill>
                    <a:srgbClr val="C00000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</a:endParaRPr>
              </a:p>
            </p:txBody>
          </p:sp>
          <p:sp>
            <p:nvSpPr>
              <p:cNvPr id="49" name="PA-圆角矩形 68"/>
              <p:cNvSpPr/>
              <p:nvPr>
                <p:custDataLst>
                  <p:tags r:id="rId10"/>
                </p:custDataLst>
              </p:nvPr>
            </p:nvSpPr>
            <p:spPr>
              <a:xfrm>
                <a:off x="0" y="1419622"/>
                <a:ext cx="1332000" cy="1332000"/>
              </a:xfrm>
              <a:prstGeom prst="roundRect">
                <a:avLst>
                  <a:gd name="adj" fmla="val 14121"/>
                </a:avLst>
              </a:prstGeom>
              <a:gradFill>
                <a:gsLst>
                  <a:gs pos="0">
                    <a:schemeClr val="bg1"/>
                  </a:gs>
                  <a:gs pos="51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200"/>
                <a:endParaRPr lang="zh-CN" altLang="en-US" sz="1100" dirty="0">
                  <a:solidFill>
                    <a:srgbClr val="C00000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</a:endParaRPr>
              </a:p>
            </p:txBody>
          </p:sp>
        </p:grpSp>
        <p:sp>
          <p:nvSpPr>
            <p:cNvPr id="47" name="PA-文本框 78"/>
            <p:cNvSpPr txBox="1"/>
            <p:nvPr>
              <p:custDataLst>
                <p:tags r:id="rId8"/>
              </p:custDataLst>
            </p:nvPr>
          </p:nvSpPr>
          <p:spPr>
            <a:xfrm>
              <a:off x="2540603" y="1027596"/>
              <a:ext cx="1278727" cy="18918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1219200"/>
              <a:r>
                <a:rPr lang="en-US" altLang="zh-CN" sz="6600" dirty="0">
                  <a:solidFill>
                    <a:srgbClr val="C00000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  <a:ea typeface="思源黑体 CN Medium" panose="020B0600000000000000" pitchFamily="34" charset="-122"/>
                </a:rPr>
                <a:t>3</a:t>
              </a:r>
              <a:endParaRPr lang="zh-CN" altLang="en-US" sz="6600" dirty="0">
                <a:solidFill>
                  <a:srgbClr val="C00000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ea typeface="思源黑体 CN Medium" panose="020B0600000000000000" pitchFamily="34" charset="-122"/>
              </a:endParaRPr>
            </a:p>
          </p:txBody>
        </p:sp>
      </p:grpSp>
      <p:sp>
        <p:nvSpPr>
          <p:cNvPr id="85" name="椭圆 84"/>
          <p:cNvSpPr/>
          <p:nvPr/>
        </p:nvSpPr>
        <p:spPr>
          <a:xfrm>
            <a:off x="3839257" y="4481965"/>
            <a:ext cx="366369" cy="366369"/>
          </a:xfrm>
          <a:prstGeom prst="ellipse">
            <a:avLst/>
          </a:prstGeom>
          <a:solidFill>
            <a:srgbClr val="C0000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endParaRPr lang="zh-CN" altLang="en-US" sz="2400" dirty="0">
              <a:solidFill>
                <a:prstClr val="white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  <p:sp>
        <p:nvSpPr>
          <p:cNvPr id="86" name="椭圆 85"/>
          <p:cNvSpPr/>
          <p:nvPr/>
        </p:nvSpPr>
        <p:spPr>
          <a:xfrm>
            <a:off x="1148431" y="4119532"/>
            <a:ext cx="317516" cy="317516"/>
          </a:xfrm>
          <a:prstGeom prst="ellipse">
            <a:avLst/>
          </a:prstGeom>
          <a:solidFill>
            <a:srgbClr val="C0000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endParaRPr lang="zh-CN" altLang="en-US" sz="2400" dirty="0">
              <a:solidFill>
                <a:prstClr val="white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  <p:grpSp>
        <p:nvGrpSpPr>
          <p:cNvPr id="88" name="组合 87"/>
          <p:cNvGrpSpPr/>
          <p:nvPr/>
        </p:nvGrpSpPr>
        <p:grpSpPr>
          <a:xfrm>
            <a:off x="1972142" y="4532140"/>
            <a:ext cx="472575" cy="472575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89" name="同心圆 86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prstClr val="black"/>
                </a:solidFill>
                <a:latin typeface="Calibri" panose="020F0502020204030204"/>
                <a:ea typeface="微软雅黑" panose="020B0503020204020204" pitchFamily="34" charset="-122"/>
              </a:endParaRPr>
            </a:p>
          </p:txBody>
        </p:sp>
        <p:sp>
          <p:nvSpPr>
            <p:cNvPr id="90" name="椭圆 89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prstClr val="white"/>
                </a:solidFill>
                <a:latin typeface="Calibri" panose="020F0502020204030204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1" name="组合 90"/>
          <p:cNvGrpSpPr/>
          <p:nvPr/>
        </p:nvGrpSpPr>
        <p:grpSpPr>
          <a:xfrm>
            <a:off x="4652897" y="3985061"/>
            <a:ext cx="289391" cy="289391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92" name="同心圆 89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prstClr val="black"/>
                </a:solidFill>
                <a:latin typeface="Calibri" panose="020F0502020204030204"/>
                <a:ea typeface="微软雅黑" panose="020B0503020204020204" pitchFamily="34" charset="-122"/>
              </a:endParaRPr>
            </a:p>
          </p:txBody>
        </p:sp>
        <p:sp>
          <p:nvSpPr>
            <p:cNvPr id="93" name="椭圆 92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prstClr val="white"/>
                </a:solidFill>
                <a:latin typeface="Calibri" panose="020F0502020204030204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4" name="组合 93"/>
          <p:cNvGrpSpPr/>
          <p:nvPr/>
        </p:nvGrpSpPr>
        <p:grpSpPr>
          <a:xfrm>
            <a:off x="1387721" y="734789"/>
            <a:ext cx="472575" cy="472575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95" name="同心圆 86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prstClr val="black"/>
                </a:solidFill>
                <a:latin typeface="Calibri" panose="020F0502020204030204"/>
                <a:ea typeface="微软雅黑" panose="020B0503020204020204" pitchFamily="34" charset="-122"/>
              </a:endParaRPr>
            </a:p>
          </p:txBody>
        </p:sp>
        <p:sp>
          <p:nvSpPr>
            <p:cNvPr id="96" name="椭圆 95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prstClr val="white"/>
                </a:solidFill>
                <a:latin typeface="Calibri" panose="020F0502020204030204"/>
                <a:ea typeface="微软雅黑" panose="020B0503020204020204" pitchFamily="34" charset="-122"/>
              </a:endParaRPr>
            </a:p>
          </p:txBody>
        </p:sp>
      </p:grpSp>
      <p:sp>
        <p:nvSpPr>
          <p:cNvPr id="97" name="椭圆 96"/>
          <p:cNvSpPr/>
          <p:nvPr/>
        </p:nvSpPr>
        <p:spPr>
          <a:xfrm>
            <a:off x="970206" y="1796306"/>
            <a:ext cx="317516" cy="317516"/>
          </a:xfrm>
          <a:prstGeom prst="ellipse">
            <a:avLst/>
          </a:prstGeom>
          <a:solidFill>
            <a:srgbClr val="C0000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endParaRPr lang="zh-CN" altLang="en-US" sz="2400" dirty="0">
              <a:solidFill>
                <a:prstClr val="white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  <p:sp>
        <p:nvSpPr>
          <p:cNvPr id="101" name="椭圆 100"/>
          <p:cNvSpPr/>
          <p:nvPr/>
        </p:nvSpPr>
        <p:spPr>
          <a:xfrm>
            <a:off x="2532999" y="790503"/>
            <a:ext cx="317516" cy="317516"/>
          </a:xfrm>
          <a:prstGeom prst="ellipse">
            <a:avLst/>
          </a:prstGeom>
          <a:solidFill>
            <a:srgbClr val="C0000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endParaRPr lang="zh-CN" altLang="en-US" sz="2400" dirty="0">
              <a:solidFill>
                <a:prstClr val="white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  <p:grpSp>
        <p:nvGrpSpPr>
          <p:cNvPr id="102" name="组合 101"/>
          <p:cNvGrpSpPr/>
          <p:nvPr/>
        </p:nvGrpSpPr>
        <p:grpSpPr>
          <a:xfrm>
            <a:off x="2982303" y="4665115"/>
            <a:ext cx="472575" cy="472575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03" name="同心圆 86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prstClr val="black"/>
                </a:solidFill>
                <a:latin typeface="Calibri" panose="020F0502020204030204"/>
                <a:ea typeface="微软雅黑" panose="020B0503020204020204" pitchFamily="34" charset="-122"/>
              </a:endParaRPr>
            </a:p>
          </p:txBody>
        </p:sp>
        <p:sp>
          <p:nvSpPr>
            <p:cNvPr id="104" name="椭圆 103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prstClr val="white"/>
                </a:solidFill>
                <a:latin typeface="Calibri" panose="020F0502020204030204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0" name="PA-组合 49"/>
          <p:cNvGrpSpPr/>
          <p:nvPr>
            <p:custDataLst>
              <p:tags r:id="rId4"/>
            </p:custDataLst>
          </p:nvPr>
        </p:nvGrpSpPr>
        <p:grpSpPr>
          <a:xfrm>
            <a:off x="1310347" y="1343408"/>
            <a:ext cx="3241278" cy="3231408"/>
            <a:chOff x="3757666" y="2046036"/>
            <a:chExt cx="1463132" cy="1458487"/>
          </a:xfrm>
        </p:grpSpPr>
        <p:sp>
          <p:nvSpPr>
            <p:cNvPr id="51" name="PA-椭圆 19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757666" y="2046036"/>
              <a:ext cx="1463132" cy="1458487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2" name="PA-椭圆 19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853663" y="2136525"/>
              <a:ext cx="1271137" cy="126710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85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53" name="TextBox 99"/>
          <p:cNvSpPr txBox="1"/>
          <p:nvPr/>
        </p:nvSpPr>
        <p:spPr>
          <a:xfrm>
            <a:off x="1872021" y="2238531"/>
            <a:ext cx="187743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1219200"/>
            <a:r>
              <a:rPr lang="zh-CN" altLang="en-US" sz="66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目录</a:t>
            </a:r>
          </a:p>
        </p:txBody>
      </p:sp>
      <p:sp>
        <p:nvSpPr>
          <p:cNvPr id="54" name="TextBox 99"/>
          <p:cNvSpPr txBox="1"/>
          <p:nvPr/>
        </p:nvSpPr>
        <p:spPr>
          <a:xfrm>
            <a:off x="1675996" y="3080866"/>
            <a:ext cx="23831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1219200"/>
            <a:r>
              <a:rPr lang="en-US" altLang="zh-CN" sz="40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contents</a:t>
            </a:r>
            <a:endParaRPr lang="zh-CN" altLang="en-US" sz="4000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9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.10065 0.25231 L -2.29167E-6 7.40741E-7 " pathEditMode="relative" rAng="0" ptsTypes="AA">
                                      <p:cBhvr>
                                        <p:cTn id="34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65" y="-12685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49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.11523 0.16875 L -3.125E-6 -4.07407E-6 " pathEditMode="relative" rAng="0" ptsTypes="AA">
                                      <p:cBhvr>
                                        <p:cTn id="36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924" y="-838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49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.00313 0.29768 L -3.33333E-6 4.07407E-6 " pathEditMode="relative" rAng="0" ptsTypes="AA">
                                      <p:cBhvr>
                                        <p:cTn id="38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6" y="-14884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49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0.09597 -0.25278 L -4.16667E-6 -4.07407E-6 " pathEditMode="relative" rAng="0" ptsTypes="AA">
                                      <p:cBhvr>
                                        <p:cTn id="40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88" y="12639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49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.11185 -0.20856 L 8.33333E-7 -3.33333E-6 " pathEditMode="relative" rAng="0" ptsTypes="AA">
                                      <p:cBhvr>
                                        <p:cTn id="4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52" y="10903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49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.04284 -0.24606 L 3.75E-6 3.7037E-6 " pathEditMode="relative" rAng="0" ptsTypes="AA">
                                      <p:cBhvr>
                                        <p:cTn id="44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40" y="12338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49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0.15964 -0.1868 L 4.79167E-6 -1.48148E-6 " pathEditMode="relative" rAng="0" ptsTypes="AA">
                                      <p:cBhvr>
                                        <p:cTn id="46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39" y="9861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49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0.03932 -0.27361 L 2.5E-6 -4.44444E-6 " pathEditMode="relative" rAng="0" ptsTypes="AA">
                                      <p:cBhvr>
                                        <p:cTn id="48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97" y="132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7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850"/>
                            </p:stCondLst>
                            <p:childTnLst>
                              <p:par>
                                <p:cTn id="6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35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850"/>
                            </p:stCondLst>
                            <p:childTnLst>
                              <p:par>
                                <p:cTn id="7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35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850"/>
                            </p:stCondLst>
                            <p:childTnLst>
                              <p:par>
                                <p:cTn id="8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335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 animBg="1"/>
      <p:bldP spid="85" grpId="1" animBg="1"/>
      <p:bldP spid="86" grpId="0" animBg="1"/>
      <p:bldP spid="86" grpId="1" animBg="1"/>
      <p:bldP spid="97" grpId="0" animBg="1"/>
      <p:bldP spid="97" grpId="1" animBg="1"/>
      <p:bldP spid="101" grpId="0" animBg="1"/>
      <p:bldP spid="101" grpId="1" animBg="1"/>
      <p:bldP spid="53" grpId="0"/>
      <p:bldP spid="5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/>
          <p:cNvGrpSpPr/>
          <p:nvPr/>
        </p:nvGrpSpPr>
        <p:grpSpPr>
          <a:xfrm>
            <a:off x="258632" y="29806"/>
            <a:ext cx="12007466" cy="4999362"/>
            <a:chOff x="203080" y="4680089"/>
            <a:chExt cx="12007466" cy="4999362"/>
          </a:xfrm>
        </p:grpSpPr>
        <p:sp>
          <p:nvSpPr>
            <p:cNvPr id="41" name="矩形 40"/>
            <p:cNvSpPr/>
            <p:nvPr/>
          </p:nvSpPr>
          <p:spPr>
            <a:xfrm>
              <a:off x="11290088" y="5389893"/>
              <a:ext cx="368554" cy="4289558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矩形 41"/>
            <p:cNvSpPr/>
            <p:nvPr/>
          </p:nvSpPr>
          <p:spPr>
            <a:xfrm>
              <a:off x="10468016" y="5191369"/>
              <a:ext cx="368554" cy="319699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/>
          </p:nvSpPr>
          <p:spPr>
            <a:xfrm>
              <a:off x="9534840" y="5290514"/>
              <a:ext cx="368554" cy="319699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/>
          </p:nvSpPr>
          <p:spPr>
            <a:xfrm>
              <a:off x="8601664" y="5191370"/>
              <a:ext cx="368554" cy="4325326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矩形 44"/>
            <p:cNvSpPr/>
            <p:nvPr/>
          </p:nvSpPr>
          <p:spPr>
            <a:xfrm>
              <a:off x="7668488" y="6399914"/>
              <a:ext cx="368554" cy="874337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6837803" y="6176289"/>
              <a:ext cx="368554" cy="1323558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/>
            <p:cNvSpPr/>
            <p:nvPr/>
          </p:nvSpPr>
          <p:spPr>
            <a:xfrm>
              <a:off x="5802136" y="6669378"/>
              <a:ext cx="368554" cy="787606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 47"/>
            <p:cNvSpPr/>
            <p:nvPr/>
          </p:nvSpPr>
          <p:spPr>
            <a:xfrm>
              <a:off x="4882629" y="6580242"/>
              <a:ext cx="368554" cy="87674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矩形 48"/>
            <p:cNvSpPr/>
            <p:nvPr/>
          </p:nvSpPr>
          <p:spPr>
            <a:xfrm>
              <a:off x="4038275" y="5987125"/>
              <a:ext cx="368554" cy="1039994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/>
            <p:cNvSpPr/>
            <p:nvPr/>
          </p:nvSpPr>
          <p:spPr>
            <a:xfrm>
              <a:off x="2931260" y="6146783"/>
              <a:ext cx="368554" cy="880335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矩形 50"/>
            <p:cNvSpPr/>
            <p:nvPr/>
          </p:nvSpPr>
          <p:spPr>
            <a:xfrm>
              <a:off x="2069432" y="5964357"/>
              <a:ext cx="368554" cy="1072008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/>
            <p:cNvSpPr/>
            <p:nvPr/>
          </p:nvSpPr>
          <p:spPr>
            <a:xfrm>
              <a:off x="203080" y="6539908"/>
              <a:ext cx="368554" cy="3056997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3" name="直接连接符 52"/>
            <p:cNvCxnSpPr/>
            <p:nvPr/>
          </p:nvCxnSpPr>
          <p:spPr>
            <a:xfrm flipV="1">
              <a:off x="387333" y="5290514"/>
              <a:ext cx="895485" cy="100789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>
              <a:off x="1285875" y="5290514"/>
              <a:ext cx="1805555" cy="613745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flipV="1">
              <a:off x="5070711" y="5999788"/>
              <a:ext cx="1951369" cy="374818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flipV="1">
              <a:off x="9719117" y="4956063"/>
              <a:ext cx="933571" cy="11088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>
              <a:off x="10652688" y="4956064"/>
              <a:ext cx="788435" cy="29247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矩形 57"/>
            <p:cNvSpPr/>
            <p:nvPr/>
          </p:nvSpPr>
          <p:spPr>
            <a:xfrm>
              <a:off x="1122587" y="5531815"/>
              <a:ext cx="368554" cy="3091982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9" name="直接连接符 58"/>
            <p:cNvCxnSpPr/>
            <p:nvPr/>
          </p:nvCxnSpPr>
          <p:spPr>
            <a:xfrm flipV="1">
              <a:off x="7022080" y="4874547"/>
              <a:ext cx="1763466" cy="112524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>
              <a:off x="8785546" y="4878883"/>
              <a:ext cx="939864" cy="188068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 flipV="1">
              <a:off x="3091430" y="5771239"/>
              <a:ext cx="1149803" cy="13063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>
              <a:off x="4240071" y="5772334"/>
              <a:ext cx="830640" cy="60227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102"/>
            <p:cNvSpPr txBox="1"/>
            <p:nvPr/>
          </p:nvSpPr>
          <p:spPr>
            <a:xfrm>
              <a:off x="756488" y="4971536"/>
              <a:ext cx="110380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200"/>
              <a:r>
                <a:rPr lang="en-US" altLang="zh-CN" sz="1200" dirty="0">
                  <a:solidFill>
                    <a:schemeClr val="bg1">
                      <a:lumMod val="85000"/>
                    </a:schemeClr>
                  </a:solidFill>
                  <a:latin typeface="+mj-ea"/>
                  <a:ea typeface="+mj-ea"/>
                </a:rPr>
                <a:t>2350,520</a:t>
              </a:r>
            </a:p>
          </p:txBody>
        </p:sp>
        <p:sp>
          <p:nvSpPr>
            <p:cNvPr id="64" name="TextBox 102"/>
            <p:cNvSpPr txBox="1"/>
            <p:nvPr/>
          </p:nvSpPr>
          <p:spPr>
            <a:xfrm>
              <a:off x="2532999" y="5559559"/>
              <a:ext cx="110380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200"/>
              <a:r>
                <a:rPr lang="en-US" altLang="zh-CN" sz="1200" dirty="0">
                  <a:solidFill>
                    <a:schemeClr val="bg1">
                      <a:lumMod val="85000"/>
                    </a:schemeClr>
                  </a:solidFill>
                  <a:latin typeface="+mj-ea"/>
                  <a:ea typeface="+mj-ea"/>
                </a:rPr>
                <a:t>3144,660</a:t>
              </a:r>
            </a:p>
          </p:txBody>
        </p:sp>
        <p:sp>
          <p:nvSpPr>
            <p:cNvPr id="65" name="TextBox 102"/>
            <p:cNvSpPr txBox="1"/>
            <p:nvPr/>
          </p:nvSpPr>
          <p:spPr>
            <a:xfrm>
              <a:off x="7774074" y="4723303"/>
              <a:ext cx="110380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200"/>
              <a:r>
                <a:rPr lang="en-US" altLang="zh-CN" sz="1200" dirty="0">
                  <a:solidFill>
                    <a:schemeClr val="bg1">
                      <a:lumMod val="85000"/>
                    </a:schemeClr>
                  </a:solidFill>
                  <a:latin typeface="+mj-ea"/>
                  <a:ea typeface="+mj-ea"/>
                </a:rPr>
                <a:t>1054,380</a:t>
              </a:r>
            </a:p>
          </p:txBody>
        </p:sp>
        <p:sp>
          <p:nvSpPr>
            <p:cNvPr id="66" name="TextBox 102"/>
            <p:cNvSpPr txBox="1"/>
            <p:nvPr/>
          </p:nvSpPr>
          <p:spPr>
            <a:xfrm>
              <a:off x="9719117" y="4680089"/>
              <a:ext cx="110380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200"/>
              <a:r>
                <a:rPr lang="en-US" altLang="zh-CN" sz="1200" dirty="0">
                  <a:solidFill>
                    <a:schemeClr val="bg1">
                      <a:lumMod val="85000"/>
                    </a:schemeClr>
                  </a:solidFill>
                  <a:latin typeface="+mj-ea"/>
                  <a:ea typeface="+mj-ea"/>
                </a:rPr>
                <a:t>2356,520</a:t>
              </a:r>
            </a:p>
          </p:txBody>
        </p:sp>
        <p:sp>
          <p:nvSpPr>
            <p:cNvPr id="67" name="TextBox 102"/>
            <p:cNvSpPr txBox="1"/>
            <p:nvPr/>
          </p:nvSpPr>
          <p:spPr>
            <a:xfrm>
              <a:off x="11106738" y="4899287"/>
              <a:ext cx="110380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200"/>
              <a:r>
                <a:rPr lang="en-US" altLang="zh-CN" sz="1200" dirty="0">
                  <a:solidFill>
                    <a:schemeClr val="bg1">
                      <a:lumMod val="85000"/>
                    </a:schemeClr>
                  </a:solidFill>
                  <a:latin typeface="+mj-ea"/>
                  <a:ea typeface="+mj-ea"/>
                </a:rPr>
                <a:t>5962,364</a:t>
              </a:r>
            </a:p>
          </p:txBody>
        </p:sp>
        <p:sp>
          <p:nvSpPr>
            <p:cNvPr id="68" name="TextBox 102"/>
            <p:cNvSpPr txBox="1"/>
            <p:nvPr/>
          </p:nvSpPr>
          <p:spPr>
            <a:xfrm>
              <a:off x="4621732" y="5999787"/>
              <a:ext cx="110380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200"/>
              <a:r>
                <a:rPr lang="en-US" altLang="zh-CN" sz="1200" dirty="0">
                  <a:solidFill>
                    <a:schemeClr val="bg1">
                      <a:lumMod val="85000"/>
                    </a:schemeClr>
                  </a:solidFill>
                  <a:latin typeface="+mj-ea"/>
                  <a:ea typeface="+mj-ea"/>
                </a:rPr>
                <a:t>894,350</a:t>
              </a:r>
            </a:p>
          </p:txBody>
        </p:sp>
      </p:grpSp>
      <p:sp>
        <p:nvSpPr>
          <p:cNvPr id="2" name="PA-矩形 292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804988" y="2999284"/>
            <a:ext cx="4698722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zh-CN" sz="4400" b="1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上半年</a:t>
            </a:r>
            <a:r>
              <a:rPr lang="zh-CN" altLang="en-US" sz="4400" b="1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回顾与分析</a:t>
            </a:r>
          </a:p>
        </p:txBody>
      </p:sp>
      <p:sp>
        <p:nvSpPr>
          <p:cNvPr id="5" name="矩形 2925"/>
          <p:cNvSpPr>
            <a:spLocks noChangeArrowheads="1"/>
          </p:cNvSpPr>
          <p:nvPr/>
        </p:nvSpPr>
        <p:spPr bwMode="auto">
          <a:xfrm>
            <a:off x="2216706" y="3761253"/>
            <a:ext cx="123623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市场回顾</a:t>
            </a:r>
          </a:p>
        </p:txBody>
      </p:sp>
      <p:sp>
        <p:nvSpPr>
          <p:cNvPr id="8" name="矩形 2929"/>
          <p:cNvSpPr>
            <a:spLocks noChangeArrowheads="1"/>
          </p:cNvSpPr>
          <p:nvPr/>
        </p:nvSpPr>
        <p:spPr bwMode="auto">
          <a:xfrm>
            <a:off x="2216706" y="4164478"/>
            <a:ext cx="123623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业绩概要</a:t>
            </a: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3167" y="417849"/>
            <a:ext cx="3790877" cy="5264261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sp>
        <p:nvSpPr>
          <p:cNvPr id="81" name="椭圆 80"/>
          <p:cNvSpPr/>
          <p:nvPr/>
        </p:nvSpPr>
        <p:spPr>
          <a:xfrm>
            <a:off x="1947537" y="3800999"/>
            <a:ext cx="270114" cy="270114"/>
          </a:xfrm>
          <a:prstGeom prst="ellipse">
            <a:avLst/>
          </a:prstGeom>
          <a:solidFill>
            <a:srgbClr val="C0000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82" name="椭圆 81"/>
          <p:cNvSpPr/>
          <p:nvPr/>
        </p:nvSpPr>
        <p:spPr>
          <a:xfrm>
            <a:off x="1947537" y="4223949"/>
            <a:ext cx="270114" cy="270114"/>
          </a:xfrm>
          <a:prstGeom prst="ellipse">
            <a:avLst/>
          </a:prstGeom>
          <a:solidFill>
            <a:srgbClr val="C0000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843088" y="2398534"/>
            <a:ext cx="1782115" cy="523220"/>
            <a:chOff x="1843088" y="2398534"/>
            <a:chExt cx="1782115" cy="523220"/>
          </a:xfrm>
        </p:grpSpPr>
        <p:sp>
          <p:nvSpPr>
            <p:cNvPr id="78" name="圆角矩形 101"/>
            <p:cNvSpPr/>
            <p:nvPr/>
          </p:nvSpPr>
          <p:spPr>
            <a:xfrm>
              <a:off x="1843088" y="2416581"/>
              <a:ext cx="1782115" cy="429867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b="1" dirty="0">
                <a:solidFill>
                  <a:prstClr val="white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9" name="矩形 2942"/>
            <p:cNvSpPr>
              <a:spLocks noChangeArrowheads="1"/>
            </p:cNvSpPr>
            <p:nvPr/>
          </p:nvSpPr>
          <p:spPr bwMode="auto">
            <a:xfrm>
              <a:off x="1897951" y="2398534"/>
              <a:ext cx="160204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PART 01</a:t>
              </a:r>
              <a:endParaRPr lang="zh-CN" altLang="en-US" sz="28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</p:grpSp>
      <p:sp>
        <p:nvSpPr>
          <p:cNvPr id="74" name="矩形 2925"/>
          <p:cNvSpPr>
            <a:spLocks noChangeArrowheads="1"/>
          </p:cNvSpPr>
          <p:nvPr/>
        </p:nvSpPr>
        <p:spPr bwMode="auto">
          <a:xfrm>
            <a:off x="4556572" y="3761253"/>
            <a:ext cx="123623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业绩回顾</a:t>
            </a:r>
          </a:p>
        </p:txBody>
      </p:sp>
      <p:sp>
        <p:nvSpPr>
          <p:cNvPr id="75" name="椭圆 74"/>
          <p:cNvSpPr/>
          <p:nvPr/>
        </p:nvSpPr>
        <p:spPr>
          <a:xfrm>
            <a:off x="4287403" y="3800999"/>
            <a:ext cx="270114" cy="270114"/>
          </a:xfrm>
          <a:prstGeom prst="ellipse">
            <a:avLst/>
          </a:prstGeom>
          <a:solidFill>
            <a:srgbClr val="C0000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76" name="矩形 2929"/>
          <p:cNvSpPr>
            <a:spLocks noChangeArrowheads="1"/>
          </p:cNvSpPr>
          <p:nvPr/>
        </p:nvSpPr>
        <p:spPr bwMode="auto">
          <a:xfrm>
            <a:off x="4556572" y="4164478"/>
            <a:ext cx="149912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营业额分布</a:t>
            </a:r>
          </a:p>
        </p:txBody>
      </p:sp>
      <p:sp>
        <p:nvSpPr>
          <p:cNvPr id="77" name="椭圆 76"/>
          <p:cNvSpPr/>
          <p:nvPr/>
        </p:nvSpPr>
        <p:spPr>
          <a:xfrm>
            <a:off x="4287403" y="4223949"/>
            <a:ext cx="270114" cy="270114"/>
          </a:xfrm>
          <a:prstGeom prst="ellipse">
            <a:avLst/>
          </a:prstGeom>
          <a:solidFill>
            <a:srgbClr val="C0000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79" name="矩形 2929"/>
          <p:cNvSpPr>
            <a:spLocks noChangeArrowheads="1"/>
          </p:cNvSpPr>
          <p:nvPr/>
        </p:nvSpPr>
        <p:spPr bwMode="auto">
          <a:xfrm>
            <a:off x="2216706" y="4587519"/>
            <a:ext cx="146706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对比分析表</a:t>
            </a:r>
          </a:p>
        </p:txBody>
      </p:sp>
      <p:sp>
        <p:nvSpPr>
          <p:cNvPr id="80" name="椭圆 79"/>
          <p:cNvSpPr/>
          <p:nvPr/>
        </p:nvSpPr>
        <p:spPr>
          <a:xfrm>
            <a:off x="1947537" y="4646990"/>
            <a:ext cx="270114" cy="270114"/>
          </a:xfrm>
          <a:prstGeom prst="ellipse">
            <a:avLst/>
          </a:prstGeom>
          <a:solidFill>
            <a:srgbClr val="C0000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83" name="矩形 2929"/>
          <p:cNvSpPr>
            <a:spLocks noChangeArrowheads="1"/>
          </p:cNvSpPr>
          <p:nvPr/>
        </p:nvSpPr>
        <p:spPr bwMode="auto">
          <a:xfrm>
            <a:off x="4556572" y="4587519"/>
            <a:ext cx="146706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财务数据表</a:t>
            </a:r>
          </a:p>
        </p:txBody>
      </p:sp>
      <p:sp>
        <p:nvSpPr>
          <p:cNvPr id="84" name="椭圆 83"/>
          <p:cNvSpPr/>
          <p:nvPr/>
        </p:nvSpPr>
        <p:spPr>
          <a:xfrm>
            <a:off x="4287403" y="4646990"/>
            <a:ext cx="270114" cy="270114"/>
          </a:xfrm>
          <a:prstGeom prst="ellipse">
            <a:avLst/>
          </a:prstGeom>
          <a:solidFill>
            <a:srgbClr val="C0000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6800">
        <p:random/>
      </p:transition>
    </mc:Choice>
    <mc:Fallback xmlns="">
      <p:transition spd="slow" advTm="68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5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0" presetClass="entr" presetSubtype="0" de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8" dur="4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#ppt_w/4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4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0" y="0"/>
                                      <p:to x="120000" y="120000"/>
                                    </p:animScale>
                                    <p:anim to="" calcmode="lin" valueType="num">
                                      <p:cBhvr>
                                        <p:cTn id="20" dur="3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3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120000" y="120000"/>
                                      <p:to x="100000" y="100000"/>
                                    </p:animScale>
                                    <p:animEffect filter="circle(in)">
                                      <p:cBhvr>
                                        <p:cTn id="22" dur="6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275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775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275"/>
                            </p:stCondLst>
                            <p:childTnLst>
                              <p:par>
                                <p:cTn id="4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775"/>
                            </p:stCondLst>
                            <p:childTnLst>
                              <p:par>
                                <p:cTn id="5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4275"/>
                            </p:stCondLst>
                            <p:childTnLst>
                              <p:par>
                                <p:cTn id="6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4775"/>
                            </p:stCondLst>
                            <p:childTnLst>
                              <p:par>
                                <p:cTn id="7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8" grpId="0"/>
      <p:bldP spid="81" grpId="0" animBg="1"/>
      <p:bldP spid="82" grpId="0" animBg="1"/>
      <p:bldP spid="74" grpId="0"/>
      <p:bldP spid="75" grpId="0" animBg="1"/>
      <p:bldP spid="76" grpId="0"/>
      <p:bldP spid="77" grpId="0" animBg="1"/>
      <p:bldP spid="79" grpId="0"/>
      <p:bldP spid="80" grpId="0" animBg="1"/>
      <p:bldP spid="83" grpId="0"/>
      <p:bldP spid="8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16"/>
          <p:cNvGrpSpPr/>
          <p:nvPr/>
        </p:nvGrpSpPr>
        <p:grpSpPr>
          <a:xfrm flipV="1">
            <a:off x="8781332" y="2161311"/>
            <a:ext cx="2235200" cy="1993675"/>
            <a:chOff x="5783263" y="2055813"/>
            <a:chExt cx="1676400" cy="1654175"/>
          </a:xfrm>
        </p:grpSpPr>
        <p:sp>
          <p:nvSpPr>
            <p:cNvPr id="59" name="Freeform 9"/>
            <p:cNvSpPr/>
            <p:nvPr/>
          </p:nvSpPr>
          <p:spPr bwMode="auto">
            <a:xfrm>
              <a:off x="6030913" y="2274888"/>
              <a:ext cx="1406525" cy="14351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86" y="0"/>
                </a:cxn>
                <a:cxn ang="0">
                  <a:pos x="306" y="904"/>
                </a:cxn>
                <a:cxn ang="0">
                  <a:pos x="0" y="0"/>
                </a:cxn>
              </a:cxnLst>
              <a:rect l="0" t="0" r="r" b="b"/>
              <a:pathLst>
                <a:path w="886" h="904">
                  <a:moveTo>
                    <a:pt x="0" y="0"/>
                  </a:moveTo>
                  <a:lnTo>
                    <a:pt x="886" y="0"/>
                  </a:lnTo>
                  <a:lnTo>
                    <a:pt x="306" y="9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375410"/>
              <a:endParaRPr lang="en-US" sz="2665">
                <a:solidFill>
                  <a:srgbClr val="262626"/>
                </a:solidFill>
                <a:latin typeface="Arial" panose="020B0604020202020204"/>
              </a:endParaRPr>
            </a:p>
          </p:txBody>
        </p:sp>
        <p:sp>
          <p:nvSpPr>
            <p:cNvPr id="60" name="Freeform 11"/>
            <p:cNvSpPr/>
            <p:nvPr/>
          </p:nvSpPr>
          <p:spPr bwMode="auto">
            <a:xfrm>
              <a:off x="5783263" y="2055813"/>
              <a:ext cx="1676400" cy="21907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82" y="0"/>
                </a:cxn>
                <a:cxn ang="0">
                  <a:pos x="1056" y="138"/>
                </a:cxn>
                <a:cxn ang="0">
                  <a:pos x="1042" y="138"/>
                </a:cxn>
                <a:cxn ang="0">
                  <a:pos x="156" y="138"/>
                </a:cxn>
                <a:cxn ang="0">
                  <a:pos x="0" y="0"/>
                </a:cxn>
              </a:cxnLst>
              <a:rect l="0" t="0" r="r" b="b"/>
              <a:pathLst>
                <a:path w="1056" h="138">
                  <a:moveTo>
                    <a:pt x="0" y="0"/>
                  </a:moveTo>
                  <a:lnTo>
                    <a:pt x="682" y="0"/>
                  </a:lnTo>
                  <a:lnTo>
                    <a:pt x="1056" y="138"/>
                  </a:lnTo>
                  <a:lnTo>
                    <a:pt x="1042" y="138"/>
                  </a:lnTo>
                  <a:lnTo>
                    <a:pt x="156" y="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375410"/>
              <a:endParaRPr lang="en-US" sz="2665">
                <a:solidFill>
                  <a:srgbClr val="262626"/>
                </a:solidFill>
                <a:latin typeface="Arial" panose="020B0604020202020204"/>
              </a:endParaRPr>
            </a:p>
          </p:txBody>
        </p:sp>
        <p:sp>
          <p:nvSpPr>
            <p:cNvPr id="61" name="Freeform 12"/>
            <p:cNvSpPr/>
            <p:nvPr/>
          </p:nvSpPr>
          <p:spPr bwMode="auto">
            <a:xfrm>
              <a:off x="5783263" y="2055813"/>
              <a:ext cx="733425" cy="165417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56" y="138"/>
                </a:cxn>
                <a:cxn ang="0">
                  <a:pos x="462" y="1042"/>
                </a:cxn>
                <a:cxn ang="0">
                  <a:pos x="0" y="0"/>
                </a:cxn>
              </a:cxnLst>
              <a:rect l="0" t="0" r="r" b="b"/>
              <a:pathLst>
                <a:path w="462" h="1042">
                  <a:moveTo>
                    <a:pt x="0" y="0"/>
                  </a:moveTo>
                  <a:lnTo>
                    <a:pt x="156" y="138"/>
                  </a:lnTo>
                  <a:lnTo>
                    <a:pt x="462" y="10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375410"/>
              <a:endParaRPr lang="en-US" sz="2665">
                <a:solidFill>
                  <a:srgbClr val="262626"/>
                </a:solidFill>
                <a:latin typeface="Arial" panose="020B0604020202020204"/>
              </a:endParaRPr>
            </a:p>
          </p:txBody>
        </p:sp>
      </p:grpSp>
      <p:cxnSp>
        <p:nvCxnSpPr>
          <p:cNvPr id="2" name="直接连接符 1"/>
          <p:cNvCxnSpPr/>
          <p:nvPr/>
        </p:nvCxnSpPr>
        <p:spPr>
          <a:xfrm>
            <a:off x="0" y="475460"/>
            <a:ext cx="412612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圆角矩形 101"/>
          <p:cNvSpPr/>
          <p:nvPr/>
        </p:nvSpPr>
        <p:spPr>
          <a:xfrm>
            <a:off x="4360957" y="258038"/>
            <a:ext cx="3456384" cy="523213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endParaRPr lang="zh-CN" altLang="en-US" b="1" dirty="0">
              <a:solidFill>
                <a:prstClr val="white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06409" y="288927"/>
            <a:ext cx="3456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市场回顾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4394504" y="288927"/>
            <a:ext cx="468000" cy="468000"/>
            <a:chOff x="304800" y="673100"/>
            <a:chExt cx="4000500" cy="4000500"/>
          </a:xfrm>
          <a:effectLst/>
        </p:grpSpPr>
        <p:sp>
          <p:nvSpPr>
            <p:cNvPr id="6" name="同心圆 86"/>
            <p:cNvSpPr/>
            <p:nvPr/>
          </p:nvSpPr>
          <p:spPr>
            <a:xfrm>
              <a:off x="304800" y="673100"/>
              <a:ext cx="4000500" cy="400050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prstClr val="black"/>
                </a:solidFill>
                <a:latin typeface="Calibri" panose="020F0502020204030204"/>
                <a:ea typeface="思源黑体 CN Bold" panose="020B0800000000000000" pitchFamily="34" charset="-122"/>
              </a:endParaRPr>
            </a:p>
          </p:txBody>
        </p:sp>
        <p:sp>
          <p:nvSpPr>
            <p:cNvPr id="7" name="椭圆 3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prstClr val="white"/>
                </a:solidFill>
                <a:latin typeface="Calibri" panose="020F0502020204030204"/>
                <a:ea typeface="思源黑体 CN Bold" panose="020B0800000000000000" pitchFamily="34" charset="-122"/>
              </a:endParaRPr>
            </a:p>
          </p:txBody>
        </p:sp>
      </p:grpSp>
      <p:cxnSp>
        <p:nvCxnSpPr>
          <p:cNvPr id="11" name="直接连接符 10"/>
          <p:cNvCxnSpPr/>
          <p:nvPr/>
        </p:nvCxnSpPr>
        <p:spPr>
          <a:xfrm>
            <a:off x="8065877" y="475460"/>
            <a:ext cx="412612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17"/>
          <p:cNvGrpSpPr/>
          <p:nvPr/>
        </p:nvGrpSpPr>
        <p:grpSpPr>
          <a:xfrm>
            <a:off x="1310285" y="3764123"/>
            <a:ext cx="2254251" cy="2250016"/>
            <a:chOff x="1677988" y="2082800"/>
            <a:chExt cx="1690688" cy="1687512"/>
          </a:xfrm>
        </p:grpSpPr>
        <p:sp>
          <p:nvSpPr>
            <p:cNvPr id="29" name="Freeform 5"/>
            <p:cNvSpPr/>
            <p:nvPr/>
          </p:nvSpPr>
          <p:spPr bwMode="auto">
            <a:xfrm>
              <a:off x="1677988" y="2082800"/>
              <a:ext cx="1690688" cy="396875"/>
            </a:xfrm>
            <a:custGeom>
              <a:avLst/>
              <a:gdLst/>
              <a:ahLst/>
              <a:cxnLst>
                <a:cxn ang="0">
                  <a:pos x="871" y="250"/>
                </a:cxn>
                <a:cxn ang="0">
                  <a:pos x="0" y="250"/>
                </a:cxn>
                <a:cxn ang="0">
                  <a:pos x="0" y="250"/>
                </a:cxn>
                <a:cxn ang="0">
                  <a:pos x="362" y="0"/>
                </a:cxn>
                <a:cxn ang="0">
                  <a:pos x="1065" y="2"/>
                </a:cxn>
                <a:cxn ang="0">
                  <a:pos x="871" y="250"/>
                </a:cxn>
              </a:cxnLst>
              <a:rect l="0" t="0" r="r" b="b"/>
              <a:pathLst>
                <a:path w="1065" h="250">
                  <a:moveTo>
                    <a:pt x="871" y="250"/>
                  </a:moveTo>
                  <a:lnTo>
                    <a:pt x="0" y="250"/>
                  </a:lnTo>
                  <a:lnTo>
                    <a:pt x="0" y="250"/>
                  </a:lnTo>
                  <a:lnTo>
                    <a:pt x="362" y="0"/>
                  </a:lnTo>
                  <a:lnTo>
                    <a:pt x="1065" y="2"/>
                  </a:lnTo>
                  <a:lnTo>
                    <a:pt x="871" y="25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375410"/>
              <a:endParaRPr lang="en-US" sz="2665">
                <a:solidFill>
                  <a:srgbClr val="262626"/>
                </a:solidFill>
                <a:latin typeface="Arial" panose="020B0604020202020204"/>
              </a:endParaRPr>
            </a:p>
          </p:txBody>
        </p:sp>
        <p:sp>
          <p:nvSpPr>
            <p:cNvPr id="30" name="Freeform 6"/>
            <p:cNvSpPr/>
            <p:nvPr/>
          </p:nvSpPr>
          <p:spPr bwMode="auto">
            <a:xfrm>
              <a:off x="1677988" y="2479675"/>
              <a:ext cx="1382713" cy="129063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71" y="0"/>
                </a:cxn>
                <a:cxn ang="0">
                  <a:pos x="596" y="813"/>
                </a:cxn>
                <a:cxn ang="0">
                  <a:pos x="0" y="0"/>
                </a:cxn>
              </a:cxnLst>
              <a:rect l="0" t="0" r="r" b="b"/>
              <a:pathLst>
                <a:path w="871" h="813">
                  <a:moveTo>
                    <a:pt x="0" y="0"/>
                  </a:moveTo>
                  <a:lnTo>
                    <a:pt x="871" y="0"/>
                  </a:lnTo>
                  <a:lnTo>
                    <a:pt x="596" y="8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375410"/>
              <a:endParaRPr lang="en-US" sz="2665">
                <a:solidFill>
                  <a:srgbClr val="262626"/>
                </a:solidFill>
                <a:latin typeface="Arial" panose="020B0604020202020204"/>
              </a:endParaRPr>
            </a:p>
          </p:txBody>
        </p:sp>
        <p:sp>
          <p:nvSpPr>
            <p:cNvPr id="31" name="Freeform 7"/>
            <p:cNvSpPr/>
            <p:nvPr/>
          </p:nvSpPr>
          <p:spPr bwMode="auto">
            <a:xfrm>
              <a:off x="2624138" y="2085975"/>
              <a:ext cx="744538" cy="1684337"/>
            </a:xfrm>
            <a:custGeom>
              <a:avLst/>
              <a:gdLst/>
              <a:ahLst/>
              <a:cxnLst>
                <a:cxn ang="0">
                  <a:pos x="0" y="1061"/>
                </a:cxn>
                <a:cxn ang="0">
                  <a:pos x="275" y="248"/>
                </a:cxn>
                <a:cxn ang="0">
                  <a:pos x="469" y="0"/>
                </a:cxn>
                <a:cxn ang="0">
                  <a:pos x="0" y="1061"/>
                </a:cxn>
              </a:cxnLst>
              <a:rect l="0" t="0" r="r" b="b"/>
              <a:pathLst>
                <a:path w="469" h="1061">
                  <a:moveTo>
                    <a:pt x="0" y="1061"/>
                  </a:moveTo>
                  <a:lnTo>
                    <a:pt x="275" y="248"/>
                  </a:lnTo>
                  <a:lnTo>
                    <a:pt x="469" y="0"/>
                  </a:lnTo>
                  <a:lnTo>
                    <a:pt x="0" y="1061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375410"/>
              <a:endParaRPr lang="en-US" sz="2665">
                <a:solidFill>
                  <a:srgbClr val="262626"/>
                </a:solidFill>
                <a:latin typeface="Arial" panose="020B0604020202020204"/>
              </a:endParaRPr>
            </a:p>
          </p:txBody>
        </p:sp>
      </p:grpSp>
      <p:grpSp>
        <p:nvGrpSpPr>
          <p:cNvPr id="32" name="Group 15"/>
          <p:cNvGrpSpPr/>
          <p:nvPr/>
        </p:nvGrpSpPr>
        <p:grpSpPr>
          <a:xfrm flipV="1">
            <a:off x="4107323" y="2007165"/>
            <a:ext cx="1928284" cy="2190751"/>
            <a:chOff x="3800476" y="2066925"/>
            <a:chExt cx="1446213" cy="1755775"/>
          </a:xfrm>
        </p:grpSpPr>
        <p:sp>
          <p:nvSpPr>
            <p:cNvPr id="33" name="Freeform 8"/>
            <p:cNvSpPr/>
            <p:nvPr/>
          </p:nvSpPr>
          <p:spPr bwMode="auto">
            <a:xfrm>
              <a:off x="3800476" y="2414588"/>
              <a:ext cx="1446213" cy="140811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11" y="0"/>
                </a:cxn>
                <a:cxn ang="0">
                  <a:pos x="487" y="887"/>
                </a:cxn>
                <a:cxn ang="0">
                  <a:pos x="0" y="0"/>
                </a:cxn>
              </a:cxnLst>
              <a:rect l="0" t="0" r="r" b="b"/>
              <a:pathLst>
                <a:path w="911" h="887">
                  <a:moveTo>
                    <a:pt x="0" y="0"/>
                  </a:moveTo>
                  <a:lnTo>
                    <a:pt x="911" y="0"/>
                  </a:lnTo>
                  <a:lnTo>
                    <a:pt x="487" y="8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375410"/>
              <a:endParaRPr lang="en-US" sz="2665">
                <a:solidFill>
                  <a:srgbClr val="262626"/>
                </a:solidFill>
                <a:latin typeface="Arial" panose="020B0604020202020204"/>
              </a:endParaRPr>
            </a:p>
          </p:txBody>
        </p:sp>
        <p:sp>
          <p:nvSpPr>
            <p:cNvPr id="34" name="Freeform 10"/>
            <p:cNvSpPr/>
            <p:nvPr/>
          </p:nvSpPr>
          <p:spPr bwMode="auto">
            <a:xfrm>
              <a:off x="3800476" y="2066925"/>
              <a:ext cx="1446213" cy="347662"/>
            </a:xfrm>
            <a:custGeom>
              <a:avLst/>
              <a:gdLst/>
              <a:ahLst/>
              <a:cxnLst>
                <a:cxn ang="0">
                  <a:pos x="911" y="219"/>
                </a:cxn>
                <a:cxn ang="0">
                  <a:pos x="0" y="219"/>
                </a:cxn>
                <a:cxn ang="0">
                  <a:pos x="156" y="0"/>
                </a:cxn>
                <a:cxn ang="0">
                  <a:pos x="894" y="0"/>
                </a:cxn>
                <a:cxn ang="0">
                  <a:pos x="911" y="219"/>
                </a:cxn>
              </a:cxnLst>
              <a:rect l="0" t="0" r="r" b="b"/>
              <a:pathLst>
                <a:path w="911" h="219">
                  <a:moveTo>
                    <a:pt x="911" y="219"/>
                  </a:moveTo>
                  <a:lnTo>
                    <a:pt x="0" y="219"/>
                  </a:lnTo>
                  <a:lnTo>
                    <a:pt x="156" y="0"/>
                  </a:lnTo>
                  <a:lnTo>
                    <a:pt x="894" y="0"/>
                  </a:lnTo>
                  <a:lnTo>
                    <a:pt x="911" y="219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375410"/>
              <a:endParaRPr lang="en-US" sz="2665">
                <a:solidFill>
                  <a:srgbClr val="262626"/>
                </a:solidFill>
                <a:latin typeface="Arial" panose="020B0604020202020204"/>
              </a:endParaRPr>
            </a:p>
          </p:txBody>
        </p:sp>
      </p:grpSp>
      <p:grpSp>
        <p:nvGrpSpPr>
          <p:cNvPr id="35" name="Group 18"/>
          <p:cNvGrpSpPr/>
          <p:nvPr/>
        </p:nvGrpSpPr>
        <p:grpSpPr>
          <a:xfrm flipH="1">
            <a:off x="6578394" y="3764123"/>
            <a:ext cx="1928284" cy="2190751"/>
            <a:chOff x="3800476" y="2066925"/>
            <a:chExt cx="1446213" cy="1755775"/>
          </a:xfrm>
        </p:grpSpPr>
        <p:sp>
          <p:nvSpPr>
            <p:cNvPr id="36" name="Freeform 8"/>
            <p:cNvSpPr/>
            <p:nvPr/>
          </p:nvSpPr>
          <p:spPr bwMode="auto">
            <a:xfrm>
              <a:off x="3800476" y="2414588"/>
              <a:ext cx="1446213" cy="140811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11" y="0"/>
                </a:cxn>
                <a:cxn ang="0">
                  <a:pos x="487" y="887"/>
                </a:cxn>
                <a:cxn ang="0">
                  <a:pos x="0" y="0"/>
                </a:cxn>
              </a:cxnLst>
              <a:rect l="0" t="0" r="r" b="b"/>
              <a:pathLst>
                <a:path w="911" h="887">
                  <a:moveTo>
                    <a:pt x="0" y="0"/>
                  </a:moveTo>
                  <a:lnTo>
                    <a:pt x="911" y="0"/>
                  </a:lnTo>
                  <a:lnTo>
                    <a:pt x="487" y="8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375410"/>
              <a:endParaRPr lang="en-US" sz="2665">
                <a:solidFill>
                  <a:srgbClr val="262626"/>
                </a:solidFill>
                <a:latin typeface="Arial" panose="020B0604020202020204"/>
              </a:endParaRPr>
            </a:p>
          </p:txBody>
        </p:sp>
        <p:sp>
          <p:nvSpPr>
            <p:cNvPr id="37" name="Freeform 10"/>
            <p:cNvSpPr/>
            <p:nvPr/>
          </p:nvSpPr>
          <p:spPr bwMode="auto">
            <a:xfrm>
              <a:off x="3800476" y="2066925"/>
              <a:ext cx="1446213" cy="347662"/>
            </a:xfrm>
            <a:custGeom>
              <a:avLst/>
              <a:gdLst/>
              <a:ahLst/>
              <a:cxnLst>
                <a:cxn ang="0">
                  <a:pos x="911" y="219"/>
                </a:cxn>
                <a:cxn ang="0">
                  <a:pos x="0" y="219"/>
                </a:cxn>
                <a:cxn ang="0">
                  <a:pos x="156" y="0"/>
                </a:cxn>
                <a:cxn ang="0">
                  <a:pos x="894" y="0"/>
                </a:cxn>
                <a:cxn ang="0">
                  <a:pos x="911" y="219"/>
                </a:cxn>
              </a:cxnLst>
              <a:rect l="0" t="0" r="r" b="b"/>
              <a:pathLst>
                <a:path w="911" h="219">
                  <a:moveTo>
                    <a:pt x="911" y="219"/>
                  </a:moveTo>
                  <a:lnTo>
                    <a:pt x="0" y="219"/>
                  </a:lnTo>
                  <a:lnTo>
                    <a:pt x="156" y="0"/>
                  </a:lnTo>
                  <a:lnTo>
                    <a:pt x="894" y="0"/>
                  </a:lnTo>
                  <a:lnTo>
                    <a:pt x="911" y="219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375410"/>
              <a:endParaRPr lang="en-US" sz="2665">
                <a:solidFill>
                  <a:srgbClr val="262626"/>
                </a:solidFill>
                <a:latin typeface="Arial" panose="020B0604020202020204"/>
              </a:endParaRPr>
            </a:p>
          </p:txBody>
        </p:sp>
      </p:grpSp>
      <p:sp>
        <p:nvSpPr>
          <p:cNvPr id="45" name="矩形 9"/>
          <p:cNvSpPr>
            <a:spLocks noChangeArrowheads="1"/>
          </p:cNvSpPr>
          <p:nvPr/>
        </p:nvSpPr>
        <p:spPr bwMode="auto">
          <a:xfrm>
            <a:off x="1592540" y="4356559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市场回顾</a:t>
            </a:r>
            <a:endParaRPr lang="en-US" altLang="zh-CN" sz="2400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1932066" y="3368919"/>
            <a:ext cx="1210588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6000" dirty="0">
                <a:solidFill>
                  <a:schemeClr val="bg1"/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  <a:latin typeface="Arial Black" panose="020B0A04020102020204" pitchFamily="34" charset="0"/>
                <a:ea typeface="思源黑体 CN Bold" panose="020B0800000000000000" pitchFamily="34" charset="-122"/>
              </a:rPr>
              <a:t>01</a:t>
            </a:r>
            <a:endParaRPr lang="zh-CN" altLang="en-US" sz="6000" dirty="0">
              <a:solidFill>
                <a:schemeClr val="bg1"/>
              </a:solidFill>
              <a:effectLst>
                <a:outerShdw blurRad="60007" dist="200025" dir="15000000" sy="30000" kx="-1800000" algn="bl" rotWithShape="0">
                  <a:prstClr val="black">
                    <a:alpha val="32000"/>
                  </a:prstClr>
                </a:outerShdw>
              </a:effectLst>
              <a:latin typeface="Arial Black" panose="020B0A04020102020204" pitchFamily="34" charset="0"/>
              <a:ea typeface="思源黑体 CN Bold" panose="020B0800000000000000" pitchFamily="3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6853048" y="3368919"/>
            <a:ext cx="1210588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6000" dirty="0">
                <a:solidFill>
                  <a:schemeClr val="bg1"/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  <a:latin typeface="Arial Black" panose="020B0A04020102020204" pitchFamily="34" charset="0"/>
                <a:ea typeface="思源黑体 CN Bold" panose="020B0800000000000000" pitchFamily="34" charset="-122"/>
              </a:rPr>
              <a:t>03</a:t>
            </a:r>
            <a:endParaRPr lang="zh-CN" altLang="en-US" sz="6000" dirty="0">
              <a:solidFill>
                <a:schemeClr val="bg1"/>
              </a:solidFill>
              <a:effectLst>
                <a:outerShdw blurRad="60007" dist="200025" dir="15000000" sy="30000" kx="-1800000" algn="bl" rotWithShape="0">
                  <a:prstClr val="black">
                    <a:alpha val="32000"/>
                  </a:prstClr>
                </a:outerShdw>
              </a:effectLst>
              <a:latin typeface="Arial Black" panose="020B0A04020102020204" pitchFamily="34" charset="0"/>
              <a:ea typeface="思源黑体 CN Bold" panose="020B0800000000000000" pitchFamily="34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4444979" y="3336397"/>
            <a:ext cx="1210588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6000" dirty="0">
                <a:solidFill>
                  <a:schemeClr val="bg1"/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  <a:latin typeface="Arial Black" panose="020B0A04020102020204" pitchFamily="34" charset="0"/>
                <a:ea typeface="思源黑体 CN Bold" panose="020B0800000000000000" pitchFamily="34" charset="-122"/>
              </a:rPr>
              <a:t>02</a:t>
            </a:r>
            <a:endParaRPr lang="zh-CN" altLang="en-US" sz="6000" dirty="0">
              <a:solidFill>
                <a:schemeClr val="bg1"/>
              </a:solidFill>
              <a:effectLst>
                <a:outerShdw blurRad="60007" dist="200025" dir="15000000" sy="30000" kx="-1800000" algn="bl" rotWithShape="0">
                  <a:prstClr val="black">
                    <a:alpha val="32000"/>
                  </a:prstClr>
                </a:outerShdw>
              </a:effectLst>
              <a:latin typeface="Arial Black" panose="020B0A04020102020204" pitchFamily="34" charset="0"/>
              <a:ea typeface="思源黑体 CN Bold" panose="020B0800000000000000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9228842" y="3336398"/>
            <a:ext cx="1210588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6000" dirty="0">
                <a:solidFill>
                  <a:schemeClr val="bg1"/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  <a:latin typeface="Arial Black" panose="020B0A04020102020204" pitchFamily="34" charset="0"/>
                <a:ea typeface="思源黑体 CN Bold" panose="020B0800000000000000" pitchFamily="34" charset="-122"/>
              </a:rPr>
              <a:t>04</a:t>
            </a:r>
            <a:endParaRPr lang="zh-CN" altLang="en-US" sz="6000" dirty="0">
              <a:solidFill>
                <a:schemeClr val="bg1"/>
              </a:solidFill>
              <a:effectLst>
                <a:outerShdw blurRad="60007" dist="200025" dir="15000000" sy="30000" kx="-1800000" algn="bl" rotWithShape="0">
                  <a:prstClr val="black">
                    <a:alpha val="32000"/>
                  </a:prstClr>
                </a:outerShdw>
              </a:effectLst>
              <a:latin typeface="Arial Black" panose="020B0A04020102020204" pitchFamily="34" charset="0"/>
              <a:ea typeface="思源黑体 CN Bold" panose="020B0800000000000000" pitchFamily="34" charset="-122"/>
            </a:endParaRPr>
          </a:p>
        </p:txBody>
      </p:sp>
      <p:sp>
        <p:nvSpPr>
          <p:cNvPr id="50" name="矩形 9"/>
          <p:cNvSpPr>
            <a:spLocks noChangeArrowheads="1"/>
          </p:cNvSpPr>
          <p:nvPr/>
        </p:nvSpPr>
        <p:spPr bwMode="auto">
          <a:xfrm>
            <a:off x="6805622" y="4261379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市场回顾</a:t>
            </a:r>
            <a:endParaRPr lang="en-US" altLang="zh-CN" sz="2400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51" name="矩形 9"/>
          <p:cNvSpPr>
            <a:spLocks noChangeArrowheads="1"/>
          </p:cNvSpPr>
          <p:nvPr/>
        </p:nvSpPr>
        <p:spPr bwMode="auto">
          <a:xfrm>
            <a:off x="4356709" y="3160435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市场回顾</a:t>
            </a:r>
            <a:endParaRPr lang="en-US" altLang="zh-CN" sz="2400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52" name="矩形 9"/>
          <p:cNvSpPr>
            <a:spLocks noChangeArrowheads="1"/>
          </p:cNvSpPr>
          <p:nvPr/>
        </p:nvSpPr>
        <p:spPr bwMode="auto">
          <a:xfrm>
            <a:off x="9166023" y="3160435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市场回顾</a:t>
            </a:r>
            <a:endParaRPr lang="en-US" altLang="zh-CN" sz="2400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1349778" y="2161311"/>
            <a:ext cx="2308952" cy="11855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专业完美财务分析报告，正文字体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12-24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号，标题字体为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28-48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号，字体间距为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1.2-1.5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，字体用思源黑体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CN Normal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，主要要概括要简洁，用数据说话</a:t>
            </a:r>
          </a:p>
        </p:txBody>
      </p:sp>
      <p:sp>
        <p:nvSpPr>
          <p:cNvPr id="55" name="矩形 54"/>
          <p:cNvSpPr/>
          <p:nvPr/>
        </p:nvSpPr>
        <p:spPr>
          <a:xfrm>
            <a:off x="6397476" y="2161311"/>
            <a:ext cx="2308952" cy="11855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专业完美财务分析报告，正文字体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12-24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号，标题字体为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28-48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号，字体间距为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1.2-1.5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，字体用思源黑体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CN Normal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，主要要概括要简洁，用数据说话</a:t>
            </a:r>
          </a:p>
        </p:txBody>
      </p:sp>
      <p:sp>
        <p:nvSpPr>
          <p:cNvPr id="56" name="矩形 55"/>
          <p:cNvSpPr/>
          <p:nvPr/>
        </p:nvSpPr>
        <p:spPr>
          <a:xfrm>
            <a:off x="3711855" y="4352061"/>
            <a:ext cx="2308952" cy="11855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专业完美财务分析报告，正文字体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12-24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号，标题字体为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28-48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号，字体间距为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1.2-1.5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，字体用思源黑体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CN Normal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，主要要概括要简洁，用数据说话</a:t>
            </a:r>
          </a:p>
        </p:txBody>
      </p:sp>
      <p:sp>
        <p:nvSpPr>
          <p:cNvPr id="57" name="矩形 56"/>
          <p:cNvSpPr/>
          <p:nvPr/>
        </p:nvSpPr>
        <p:spPr>
          <a:xfrm>
            <a:off x="8759553" y="4352061"/>
            <a:ext cx="2308952" cy="11855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专业完美财务分析报告，正文字体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12-24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号，标题字体为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28-48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号，字体间距为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1.2-1.5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，字体用思源黑体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CN Normal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，主要要概括要简洁，用数据说话</a:t>
            </a:r>
          </a:p>
        </p:txBody>
      </p:sp>
      <p:grpSp>
        <p:nvGrpSpPr>
          <p:cNvPr id="82" name="组合 81"/>
          <p:cNvGrpSpPr/>
          <p:nvPr/>
        </p:nvGrpSpPr>
        <p:grpSpPr>
          <a:xfrm>
            <a:off x="4633321" y="5626434"/>
            <a:ext cx="488961" cy="488960"/>
            <a:chOff x="4568508" y="5654887"/>
            <a:chExt cx="488961" cy="488960"/>
          </a:xfrm>
        </p:grpSpPr>
        <p:grpSp>
          <p:nvGrpSpPr>
            <p:cNvPr id="62" name="组合 61"/>
            <p:cNvGrpSpPr/>
            <p:nvPr/>
          </p:nvGrpSpPr>
          <p:grpSpPr>
            <a:xfrm>
              <a:off x="4568508" y="5654887"/>
              <a:ext cx="488961" cy="488960"/>
              <a:chOff x="304800" y="673100"/>
              <a:chExt cx="4000500" cy="4000500"/>
            </a:xfr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63" name="同心圆 120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ysClr val="window" lastClr="FFFFFF"/>
                  </a:gs>
                  <a:gs pos="55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65000"/>
                    </a:sysClr>
                  </a:gs>
                </a:gsLst>
                <a:lin ang="81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28524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530" kern="0">
                  <a:solidFill>
                    <a:sysClr val="windowText" lastClr="000000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64" name="椭圆 63"/>
              <p:cNvSpPr/>
              <p:nvPr/>
            </p:nvSpPr>
            <p:spPr>
              <a:xfrm>
                <a:off x="392112" y="760412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ysClr val="window" lastClr="FFFFFF"/>
                  </a:gs>
                  <a:gs pos="51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189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28524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530" kern="0">
                  <a:solidFill>
                    <a:sysClr val="window" lastClr="FFFFFF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74" name="euro-bag_57527"/>
            <p:cNvSpPr>
              <a:spLocks noChangeAspect="1"/>
            </p:cNvSpPr>
            <p:nvPr/>
          </p:nvSpPr>
          <p:spPr bwMode="auto">
            <a:xfrm>
              <a:off x="4708559" y="5732141"/>
              <a:ext cx="208858" cy="278028"/>
            </a:xfrm>
            <a:custGeom>
              <a:avLst/>
              <a:gdLst>
                <a:gd name="connsiteX0" fmla="*/ 250200 w 456895"/>
                <a:gd name="connsiteY0" fmla="*/ 282631 h 608211"/>
                <a:gd name="connsiteX1" fmla="*/ 139337 w 456895"/>
                <a:gd name="connsiteY1" fmla="*/ 361608 h 608211"/>
                <a:gd name="connsiteX2" fmla="*/ 110275 w 456895"/>
                <a:gd name="connsiteY2" fmla="*/ 361608 h 608211"/>
                <a:gd name="connsiteX3" fmla="*/ 94119 w 456895"/>
                <a:gd name="connsiteY3" fmla="*/ 377644 h 608211"/>
                <a:gd name="connsiteX4" fmla="*/ 110275 w 456895"/>
                <a:gd name="connsiteY4" fmla="*/ 393681 h 608211"/>
                <a:gd name="connsiteX5" fmla="*/ 133116 w 456895"/>
                <a:gd name="connsiteY5" fmla="*/ 393681 h 608211"/>
                <a:gd name="connsiteX6" fmla="*/ 132930 w 456895"/>
                <a:gd name="connsiteY6" fmla="*/ 399706 h 608211"/>
                <a:gd name="connsiteX7" fmla="*/ 133116 w 456895"/>
                <a:gd name="connsiteY7" fmla="*/ 405638 h 608211"/>
                <a:gd name="connsiteX8" fmla="*/ 110275 w 456895"/>
                <a:gd name="connsiteY8" fmla="*/ 405638 h 608211"/>
                <a:gd name="connsiteX9" fmla="*/ 94119 w 456895"/>
                <a:gd name="connsiteY9" fmla="*/ 421768 h 608211"/>
                <a:gd name="connsiteX10" fmla="*/ 110275 w 456895"/>
                <a:gd name="connsiteY10" fmla="*/ 437804 h 608211"/>
                <a:gd name="connsiteX11" fmla="*/ 139337 w 456895"/>
                <a:gd name="connsiteY11" fmla="*/ 437804 h 608211"/>
                <a:gd name="connsiteX12" fmla="*/ 250200 w 456895"/>
                <a:gd name="connsiteY12" fmla="*/ 516688 h 608211"/>
                <a:gd name="connsiteX13" fmla="*/ 304981 w 456895"/>
                <a:gd name="connsiteY13" fmla="*/ 503155 h 608211"/>
                <a:gd name="connsiteX14" fmla="*/ 311666 w 456895"/>
                <a:gd name="connsiteY14" fmla="*/ 481464 h 608211"/>
                <a:gd name="connsiteX15" fmla="*/ 289939 w 456895"/>
                <a:gd name="connsiteY15" fmla="*/ 474790 h 608211"/>
                <a:gd name="connsiteX16" fmla="*/ 250200 w 456895"/>
                <a:gd name="connsiteY16" fmla="*/ 484615 h 608211"/>
                <a:gd name="connsiteX17" fmla="*/ 174155 w 456895"/>
                <a:gd name="connsiteY17" fmla="*/ 437804 h 608211"/>
                <a:gd name="connsiteX18" fmla="*/ 254935 w 456895"/>
                <a:gd name="connsiteY18" fmla="*/ 437804 h 608211"/>
                <a:gd name="connsiteX19" fmla="*/ 271091 w 456895"/>
                <a:gd name="connsiteY19" fmla="*/ 421768 h 608211"/>
                <a:gd name="connsiteX20" fmla="*/ 254935 w 456895"/>
                <a:gd name="connsiteY20" fmla="*/ 405638 h 608211"/>
                <a:gd name="connsiteX21" fmla="*/ 165335 w 456895"/>
                <a:gd name="connsiteY21" fmla="*/ 405638 h 608211"/>
                <a:gd name="connsiteX22" fmla="*/ 165056 w 456895"/>
                <a:gd name="connsiteY22" fmla="*/ 399706 h 608211"/>
                <a:gd name="connsiteX23" fmla="*/ 165335 w 456895"/>
                <a:gd name="connsiteY23" fmla="*/ 393681 h 608211"/>
                <a:gd name="connsiteX24" fmla="*/ 254935 w 456895"/>
                <a:gd name="connsiteY24" fmla="*/ 393681 h 608211"/>
                <a:gd name="connsiteX25" fmla="*/ 271091 w 456895"/>
                <a:gd name="connsiteY25" fmla="*/ 377644 h 608211"/>
                <a:gd name="connsiteX26" fmla="*/ 254935 w 456895"/>
                <a:gd name="connsiteY26" fmla="*/ 361608 h 608211"/>
                <a:gd name="connsiteX27" fmla="*/ 174155 w 456895"/>
                <a:gd name="connsiteY27" fmla="*/ 361608 h 608211"/>
                <a:gd name="connsiteX28" fmla="*/ 250200 w 456895"/>
                <a:gd name="connsiteY28" fmla="*/ 314704 h 608211"/>
                <a:gd name="connsiteX29" fmla="*/ 289939 w 456895"/>
                <a:gd name="connsiteY29" fmla="*/ 324529 h 608211"/>
                <a:gd name="connsiteX30" fmla="*/ 311666 w 456895"/>
                <a:gd name="connsiteY30" fmla="*/ 317948 h 608211"/>
                <a:gd name="connsiteX31" fmla="*/ 304981 w 456895"/>
                <a:gd name="connsiteY31" fmla="*/ 296164 h 608211"/>
                <a:gd name="connsiteX32" fmla="*/ 250200 w 456895"/>
                <a:gd name="connsiteY32" fmla="*/ 282631 h 608211"/>
                <a:gd name="connsiteX33" fmla="*/ 80284 w 456895"/>
                <a:gd name="connsiteY33" fmla="*/ 143031 h 608211"/>
                <a:gd name="connsiteX34" fmla="*/ 126152 w 456895"/>
                <a:gd name="connsiteY34" fmla="*/ 166205 h 608211"/>
                <a:gd name="connsiteX35" fmla="*/ 174805 w 456895"/>
                <a:gd name="connsiteY35" fmla="*/ 193550 h 608211"/>
                <a:gd name="connsiteX36" fmla="*/ 206096 w 456895"/>
                <a:gd name="connsiteY36" fmla="*/ 192345 h 608211"/>
                <a:gd name="connsiteX37" fmla="*/ 234229 w 456895"/>
                <a:gd name="connsiteY37" fmla="*/ 186134 h 608211"/>
                <a:gd name="connsiteX38" fmla="*/ 264963 w 456895"/>
                <a:gd name="connsiteY38" fmla="*/ 192252 h 608211"/>
                <a:gd name="connsiteX39" fmla="*/ 302288 w 456895"/>
                <a:gd name="connsiteY39" fmla="*/ 199019 h 608211"/>
                <a:gd name="connsiteX40" fmla="*/ 331350 w 456895"/>
                <a:gd name="connsiteY40" fmla="*/ 224974 h 608211"/>
                <a:gd name="connsiteX41" fmla="*/ 425222 w 456895"/>
                <a:gd name="connsiteY41" fmla="*/ 338248 h 608211"/>
                <a:gd name="connsiteX42" fmla="*/ 449177 w 456895"/>
                <a:gd name="connsiteY42" fmla="*/ 498705 h 608211"/>
                <a:gd name="connsiteX43" fmla="*/ 364219 w 456895"/>
                <a:gd name="connsiteY43" fmla="*/ 585098 h 608211"/>
                <a:gd name="connsiteX44" fmla="*/ 228751 w 456895"/>
                <a:gd name="connsiteY44" fmla="*/ 607901 h 608211"/>
                <a:gd name="connsiteX45" fmla="*/ 103218 w 456895"/>
                <a:gd name="connsiteY45" fmla="*/ 577868 h 608211"/>
                <a:gd name="connsiteX46" fmla="*/ 48251 w 456895"/>
                <a:gd name="connsiteY46" fmla="*/ 532910 h 608211"/>
                <a:gd name="connsiteX47" fmla="*/ 6283 w 456895"/>
                <a:gd name="connsiteY47" fmla="*/ 462925 h 608211"/>
                <a:gd name="connsiteX48" fmla="*/ 25967 w 456895"/>
                <a:gd name="connsiteY48" fmla="*/ 331852 h 608211"/>
                <a:gd name="connsiteX49" fmla="*/ 131259 w 456895"/>
                <a:gd name="connsiteY49" fmla="*/ 215333 h 608211"/>
                <a:gd name="connsiteX50" fmla="*/ 122809 w 456895"/>
                <a:gd name="connsiteY50" fmla="*/ 214685 h 608211"/>
                <a:gd name="connsiteX51" fmla="*/ 69792 w 456895"/>
                <a:gd name="connsiteY51" fmla="*/ 228589 h 608211"/>
                <a:gd name="connsiteX52" fmla="*/ 62828 w 456895"/>
                <a:gd name="connsiteY52" fmla="*/ 203746 h 608211"/>
                <a:gd name="connsiteX53" fmla="*/ 114546 w 456895"/>
                <a:gd name="connsiteY53" fmla="*/ 189564 h 608211"/>
                <a:gd name="connsiteX54" fmla="*/ 114453 w 456895"/>
                <a:gd name="connsiteY54" fmla="*/ 189471 h 608211"/>
                <a:gd name="connsiteX55" fmla="*/ 73413 w 456895"/>
                <a:gd name="connsiteY55" fmla="*/ 167873 h 608211"/>
                <a:gd name="connsiteX56" fmla="*/ 80284 w 456895"/>
                <a:gd name="connsiteY56" fmla="*/ 143031 h 608211"/>
                <a:gd name="connsiteX57" fmla="*/ 193924 w 456895"/>
                <a:gd name="connsiteY57" fmla="*/ 0 h 608211"/>
                <a:gd name="connsiteX58" fmla="*/ 204415 w 456895"/>
                <a:gd name="connsiteY58" fmla="*/ 1669 h 608211"/>
                <a:gd name="connsiteX59" fmla="*/ 238485 w 456895"/>
                <a:gd name="connsiteY59" fmla="*/ 20582 h 608211"/>
                <a:gd name="connsiteX60" fmla="*/ 258815 w 456895"/>
                <a:gd name="connsiteY60" fmla="*/ 33654 h 608211"/>
                <a:gd name="connsiteX61" fmla="*/ 306532 w 456895"/>
                <a:gd name="connsiteY61" fmla="*/ 42925 h 608211"/>
                <a:gd name="connsiteX62" fmla="*/ 337909 w 456895"/>
                <a:gd name="connsiteY62" fmla="*/ 42091 h 608211"/>
                <a:gd name="connsiteX63" fmla="*/ 372722 w 456895"/>
                <a:gd name="connsiteY63" fmla="*/ 57666 h 608211"/>
                <a:gd name="connsiteX64" fmla="*/ 372351 w 456895"/>
                <a:gd name="connsiteY64" fmla="*/ 87612 h 608211"/>
                <a:gd name="connsiteX65" fmla="*/ 353505 w 456895"/>
                <a:gd name="connsiteY65" fmla="*/ 126365 h 608211"/>
                <a:gd name="connsiteX66" fmla="*/ 291400 w 456895"/>
                <a:gd name="connsiteY66" fmla="*/ 176522 h 608211"/>
                <a:gd name="connsiteX67" fmla="*/ 286944 w 456895"/>
                <a:gd name="connsiteY67" fmla="*/ 176986 h 608211"/>
                <a:gd name="connsiteX68" fmla="*/ 271812 w 456895"/>
                <a:gd name="connsiteY68" fmla="*/ 172350 h 608211"/>
                <a:gd name="connsiteX69" fmla="*/ 238392 w 456895"/>
                <a:gd name="connsiteY69" fmla="*/ 164933 h 608211"/>
                <a:gd name="connsiteX70" fmla="*/ 238020 w 456895"/>
                <a:gd name="connsiteY70" fmla="*/ 164933 h 608211"/>
                <a:gd name="connsiteX71" fmla="*/ 214626 w 456895"/>
                <a:gd name="connsiteY71" fmla="*/ 169847 h 608211"/>
                <a:gd name="connsiteX72" fmla="*/ 187797 w 456895"/>
                <a:gd name="connsiteY72" fmla="*/ 175224 h 608211"/>
                <a:gd name="connsiteX73" fmla="*/ 179535 w 456895"/>
                <a:gd name="connsiteY73" fmla="*/ 174483 h 608211"/>
                <a:gd name="connsiteX74" fmla="*/ 165610 w 456895"/>
                <a:gd name="connsiteY74" fmla="*/ 168086 h 608211"/>
                <a:gd name="connsiteX75" fmla="*/ 147508 w 456895"/>
                <a:gd name="connsiteY75" fmla="*/ 133504 h 608211"/>
                <a:gd name="connsiteX76" fmla="*/ 135625 w 456895"/>
                <a:gd name="connsiteY76" fmla="*/ 85480 h 608211"/>
                <a:gd name="connsiteX77" fmla="*/ 150478 w 456895"/>
                <a:gd name="connsiteY77" fmla="*/ 35601 h 608211"/>
                <a:gd name="connsiteX78" fmla="*/ 193924 w 456895"/>
                <a:gd name="connsiteY78" fmla="*/ 0 h 608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456895" h="608211">
                  <a:moveTo>
                    <a:pt x="250200" y="282631"/>
                  </a:moveTo>
                  <a:cubicBezTo>
                    <a:pt x="198854" y="282631"/>
                    <a:pt x="155214" y="315723"/>
                    <a:pt x="139337" y="361608"/>
                  </a:cubicBezTo>
                  <a:lnTo>
                    <a:pt x="110275" y="361608"/>
                  </a:lnTo>
                  <a:cubicBezTo>
                    <a:pt x="101361" y="361608"/>
                    <a:pt x="94119" y="368745"/>
                    <a:pt x="94119" y="377644"/>
                  </a:cubicBezTo>
                  <a:cubicBezTo>
                    <a:pt x="94119" y="386450"/>
                    <a:pt x="101361" y="393681"/>
                    <a:pt x="110275" y="393681"/>
                  </a:cubicBezTo>
                  <a:lnTo>
                    <a:pt x="133116" y="393681"/>
                  </a:lnTo>
                  <a:cubicBezTo>
                    <a:pt x="132930" y="395627"/>
                    <a:pt x="132930" y="397667"/>
                    <a:pt x="132930" y="399706"/>
                  </a:cubicBezTo>
                  <a:cubicBezTo>
                    <a:pt x="132930" y="401653"/>
                    <a:pt x="132930" y="403692"/>
                    <a:pt x="133116" y="405638"/>
                  </a:cubicBezTo>
                  <a:lnTo>
                    <a:pt x="110275" y="405638"/>
                  </a:lnTo>
                  <a:cubicBezTo>
                    <a:pt x="101361" y="405638"/>
                    <a:pt x="94119" y="412869"/>
                    <a:pt x="94119" y="421768"/>
                  </a:cubicBezTo>
                  <a:cubicBezTo>
                    <a:pt x="94119" y="430574"/>
                    <a:pt x="101361" y="437804"/>
                    <a:pt x="110275" y="437804"/>
                  </a:cubicBezTo>
                  <a:lnTo>
                    <a:pt x="139337" y="437804"/>
                  </a:lnTo>
                  <a:cubicBezTo>
                    <a:pt x="155214" y="483689"/>
                    <a:pt x="198854" y="516688"/>
                    <a:pt x="250200" y="516688"/>
                  </a:cubicBezTo>
                  <a:cubicBezTo>
                    <a:pt x="269234" y="516688"/>
                    <a:pt x="288268" y="512054"/>
                    <a:pt x="304981" y="503155"/>
                  </a:cubicBezTo>
                  <a:cubicBezTo>
                    <a:pt x="312873" y="498983"/>
                    <a:pt x="315845" y="489250"/>
                    <a:pt x="311666" y="481464"/>
                  </a:cubicBezTo>
                  <a:cubicBezTo>
                    <a:pt x="307488" y="473585"/>
                    <a:pt x="297832" y="470618"/>
                    <a:pt x="289939" y="474790"/>
                  </a:cubicBezTo>
                  <a:cubicBezTo>
                    <a:pt x="277590" y="481278"/>
                    <a:pt x="264220" y="484615"/>
                    <a:pt x="250200" y="484615"/>
                  </a:cubicBezTo>
                  <a:cubicBezTo>
                    <a:pt x="216959" y="484615"/>
                    <a:pt x="188176" y="465520"/>
                    <a:pt x="174155" y="437804"/>
                  </a:cubicBezTo>
                  <a:lnTo>
                    <a:pt x="254935" y="437804"/>
                  </a:lnTo>
                  <a:cubicBezTo>
                    <a:pt x="263849" y="437804"/>
                    <a:pt x="271091" y="430574"/>
                    <a:pt x="271091" y="421768"/>
                  </a:cubicBezTo>
                  <a:cubicBezTo>
                    <a:pt x="271091" y="412869"/>
                    <a:pt x="263849" y="405638"/>
                    <a:pt x="254935" y="405638"/>
                  </a:cubicBezTo>
                  <a:lnTo>
                    <a:pt x="165335" y="405638"/>
                  </a:lnTo>
                  <a:cubicBezTo>
                    <a:pt x="165149" y="403692"/>
                    <a:pt x="165056" y="401653"/>
                    <a:pt x="165056" y="399706"/>
                  </a:cubicBezTo>
                  <a:cubicBezTo>
                    <a:pt x="165056" y="397667"/>
                    <a:pt x="165149" y="395627"/>
                    <a:pt x="165335" y="393681"/>
                  </a:cubicBezTo>
                  <a:lnTo>
                    <a:pt x="254935" y="393681"/>
                  </a:lnTo>
                  <a:cubicBezTo>
                    <a:pt x="263849" y="393681"/>
                    <a:pt x="271091" y="386450"/>
                    <a:pt x="271091" y="377644"/>
                  </a:cubicBezTo>
                  <a:cubicBezTo>
                    <a:pt x="271091" y="368745"/>
                    <a:pt x="263849" y="361608"/>
                    <a:pt x="254935" y="361608"/>
                  </a:cubicBezTo>
                  <a:lnTo>
                    <a:pt x="174155" y="361608"/>
                  </a:lnTo>
                  <a:cubicBezTo>
                    <a:pt x="188176" y="333799"/>
                    <a:pt x="216959" y="314704"/>
                    <a:pt x="250200" y="314704"/>
                  </a:cubicBezTo>
                  <a:cubicBezTo>
                    <a:pt x="264220" y="314704"/>
                    <a:pt x="277590" y="318041"/>
                    <a:pt x="289939" y="324529"/>
                  </a:cubicBezTo>
                  <a:cubicBezTo>
                    <a:pt x="297832" y="328701"/>
                    <a:pt x="307488" y="325734"/>
                    <a:pt x="311666" y="317948"/>
                  </a:cubicBezTo>
                  <a:cubicBezTo>
                    <a:pt x="315845" y="310069"/>
                    <a:pt x="312873" y="300336"/>
                    <a:pt x="304981" y="296164"/>
                  </a:cubicBezTo>
                  <a:cubicBezTo>
                    <a:pt x="288268" y="287358"/>
                    <a:pt x="269234" y="282631"/>
                    <a:pt x="250200" y="282631"/>
                  </a:cubicBezTo>
                  <a:close/>
                  <a:moveTo>
                    <a:pt x="80284" y="143031"/>
                  </a:moveTo>
                  <a:cubicBezTo>
                    <a:pt x="97368" y="146738"/>
                    <a:pt x="112224" y="155915"/>
                    <a:pt x="126152" y="166205"/>
                  </a:cubicBezTo>
                  <a:cubicBezTo>
                    <a:pt x="160321" y="191511"/>
                    <a:pt x="174805" y="193550"/>
                    <a:pt x="174805" y="193550"/>
                  </a:cubicBezTo>
                  <a:cubicBezTo>
                    <a:pt x="185483" y="195589"/>
                    <a:pt x="195604" y="194848"/>
                    <a:pt x="206096" y="192345"/>
                  </a:cubicBezTo>
                  <a:cubicBezTo>
                    <a:pt x="215474" y="190120"/>
                    <a:pt x="224480" y="186690"/>
                    <a:pt x="234229" y="186134"/>
                  </a:cubicBezTo>
                  <a:cubicBezTo>
                    <a:pt x="244721" y="185393"/>
                    <a:pt x="255121" y="189008"/>
                    <a:pt x="264963" y="192252"/>
                  </a:cubicBezTo>
                  <a:cubicBezTo>
                    <a:pt x="275640" y="195775"/>
                    <a:pt x="293561" y="195867"/>
                    <a:pt x="302288" y="199019"/>
                  </a:cubicBezTo>
                  <a:cubicBezTo>
                    <a:pt x="312038" y="207176"/>
                    <a:pt x="321323" y="215519"/>
                    <a:pt x="331350" y="224974"/>
                  </a:cubicBezTo>
                  <a:cubicBezTo>
                    <a:pt x="367469" y="258993"/>
                    <a:pt x="401267" y="294496"/>
                    <a:pt x="425222" y="338248"/>
                  </a:cubicBezTo>
                  <a:cubicBezTo>
                    <a:pt x="451406" y="385894"/>
                    <a:pt x="467190" y="445312"/>
                    <a:pt x="449177" y="498705"/>
                  </a:cubicBezTo>
                  <a:cubicBezTo>
                    <a:pt x="435528" y="539121"/>
                    <a:pt x="402752" y="568320"/>
                    <a:pt x="364219" y="585098"/>
                  </a:cubicBezTo>
                  <a:cubicBezTo>
                    <a:pt x="321973" y="603452"/>
                    <a:pt x="274619" y="609755"/>
                    <a:pt x="228751" y="607901"/>
                  </a:cubicBezTo>
                  <a:cubicBezTo>
                    <a:pt x="185947" y="606140"/>
                    <a:pt x="141379" y="597983"/>
                    <a:pt x="103218" y="577868"/>
                  </a:cubicBezTo>
                  <a:cubicBezTo>
                    <a:pt x="82048" y="566651"/>
                    <a:pt x="64221" y="550615"/>
                    <a:pt x="48251" y="532910"/>
                  </a:cubicBezTo>
                  <a:cubicBezTo>
                    <a:pt x="30052" y="512517"/>
                    <a:pt x="14453" y="489250"/>
                    <a:pt x="6283" y="462925"/>
                  </a:cubicBezTo>
                  <a:cubicBezTo>
                    <a:pt x="-7645" y="418060"/>
                    <a:pt x="2754" y="371712"/>
                    <a:pt x="25967" y="331852"/>
                  </a:cubicBezTo>
                  <a:cubicBezTo>
                    <a:pt x="52800" y="285782"/>
                    <a:pt x="90498" y="248889"/>
                    <a:pt x="131259" y="215333"/>
                  </a:cubicBezTo>
                  <a:cubicBezTo>
                    <a:pt x="128473" y="214870"/>
                    <a:pt x="125688" y="214499"/>
                    <a:pt x="122809" y="214685"/>
                  </a:cubicBezTo>
                  <a:cubicBezTo>
                    <a:pt x="104518" y="215519"/>
                    <a:pt x="87248" y="223862"/>
                    <a:pt x="69792" y="228589"/>
                  </a:cubicBezTo>
                  <a:cubicBezTo>
                    <a:pt x="53636" y="233038"/>
                    <a:pt x="46765" y="208103"/>
                    <a:pt x="62828" y="203746"/>
                  </a:cubicBezTo>
                  <a:cubicBezTo>
                    <a:pt x="80098" y="199019"/>
                    <a:pt x="96718" y="191881"/>
                    <a:pt x="114546" y="189564"/>
                  </a:cubicBezTo>
                  <a:cubicBezTo>
                    <a:pt x="114546" y="189564"/>
                    <a:pt x="114546" y="189564"/>
                    <a:pt x="114453" y="189471"/>
                  </a:cubicBezTo>
                  <a:cubicBezTo>
                    <a:pt x="101825" y="180202"/>
                    <a:pt x="89012" y="171303"/>
                    <a:pt x="73413" y="167873"/>
                  </a:cubicBezTo>
                  <a:cubicBezTo>
                    <a:pt x="57072" y="164351"/>
                    <a:pt x="64035" y="139508"/>
                    <a:pt x="80284" y="143031"/>
                  </a:cubicBezTo>
                  <a:close/>
                  <a:moveTo>
                    <a:pt x="193924" y="0"/>
                  </a:moveTo>
                  <a:cubicBezTo>
                    <a:pt x="197359" y="0"/>
                    <a:pt x="200887" y="556"/>
                    <a:pt x="204415" y="1669"/>
                  </a:cubicBezTo>
                  <a:cubicBezTo>
                    <a:pt x="217133" y="5563"/>
                    <a:pt x="227994" y="13258"/>
                    <a:pt x="238485" y="20582"/>
                  </a:cubicBezTo>
                  <a:cubicBezTo>
                    <a:pt x="245354" y="25495"/>
                    <a:pt x="251853" y="30131"/>
                    <a:pt x="258815" y="33654"/>
                  </a:cubicBezTo>
                  <a:cubicBezTo>
                    <a:pt x="274875" y="41813"/>
                    <a:pt x="291957" y="42925"/>
                    <a:pt x="306532" y="42925"/>
                  </a:cubicBezTo>
                  <a:cubicBezTo>
                    <a:pt x="312380" y="42925"/>
                    <a:pt x="334289" y="42091"/>
                    <a:pt x="337909" y="42091"/>
                  </a:cubicBezTo>
                  <a:cubicBezTo>
                    <a:pt x="349792" y="42091"/>
                    <a:pt x="366502" y="43667"/>
                    <a:pt x="372722" y="57666"/>
                  </a:cubicBezTo>
                  <a:cubicBezTo>
                    <a:pt x="377642" y="68421"/>
                    <a:pt x="374857" y="79917"/>
                    <a:pt x="372351" y="87612"/>
                  </a:cubicBezTo>
                  <a:cubicBezTo>
                    <a:pt x="366966" y="104207"/>
                    <a:pt x="360746" y="116909"/>
                    <a:pt x="353505" y="126365"/>
                  </a:cubicBezTo>
                  <a:cubicBezTo>
                    <a:pt x="338838" y="145279"/>
                    <a:pt x="316836" y="163079"/>
                    <a:pt x="291400" y="176522"/>
                  </a:cubicBezTo>
                  <a:cubicBezTo>
                    <a:pt x="290471" y="176986"/>
                    <a:pt x="289079" y="177542"/>
                    <a:pt x="286944" y="176986"/>
                  </a:cubicBezTo>
                  <a:cubicBezTo>
                    <a:pt x="281745" y="175688"/>
                    <a:pt x="276732" y="173926"/>
                    <a:pt x="271812" y="172350"/>
                  </a:cubicBezTo>
                  <a:cubicBezTo>
                    <a:pt x="260486" y="168642"/>
                    <a:pt x="249810" y="165026"/>
                    <a:pt x="238392" y="164933"/>
                  </a:cubicBezTo>
                  <a:lnTo>
                    <a:pt x="238020" y="164933"/>
                  </a:lnTo>
                  <a:cubicBezTo>
                    <a:pt x="230315" y="164933"/>
                    <a:pt x="222703" y="167344"/>
                    <a:pt x="214626" y="169847"/>
                  </a:cubicBezTo>
                  <a:cubicBezTo>
                    <a:pt x="206086" y="172536"/>
                    <a:pt x="197174" y="175224"/>
                    <a:pt x="187797" y="175224"/>
                  </a:cubicBezTo>
                  <a:cubicBezTo>
                    <a:pt x="184920" y="175224"/>
                    <a:pt x="182135" y="174946"/>
                    <a:pt x="179535" y="174483"/>
                  </a:cubicBezTo>
                  <a:cubicBezTo>
                    <a:pt x="168117" y="172350"/>
                    <a:pt x="166260" y="169291"/>
                    <a:pt x="165610" y="168086"/>
                  </a:cubicBezTo>
                  <a:cubicBezTo>
                    <a:pt x="159112" y="156960"/>
                    <a:pt x="152892" y="145928"/>
                    <a:pt x="147508" y="133504"/>
                  </a:cubicBezTo>
                  <a:cubicBezTo>
                    <a:pt x="141938" y="120710"/>
                    <a:pt x="135532" y="103651"/>
                    <a:pt x="135625" y="85480"/>
                  </a:cubicBezTo>
                  <a:cubicBezTo>
                    <a:pt x="135718" y="65454"/>
                    <a:pt x="143609" y="48302"/>
                    <a:pt x="150478" y="35601"/>
                  </a:cubicBezTo>
                  <a:cubicBezTo>
                    <a:pt x="155213" y="26793"/>
                    <a:pt x="169788" y="0"/>
                    <a:pt x="1939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81" name="组合 80"/>
          <p:cNvGrpSpPr/>
          <p:nvPr/>
        </p:nvGrpSpPr>
        <p:grpSpPr>
          <a:xfrm>
            <a:off x="7298055" y="1547052"/>
            <a:ext cx="488961" cy="488960"/>
            <a:chOff x="7298055" y="1547052"/>
            <a:chExt cx="488961" cy="488960"/>
          </a:xfrm>
        </p:grpSpPr>
        <p:grpSp>
          <p:nvGrpSpPr>
            <p:cNvPr id="68" name="组合 67"/>
            <p:cNvGrpSpPr/>
            <p:nvPr/>
          </p:nvGrpSpPr>
          <p:grpSpPr>
            <a:xfrm>
              <a:off x="7298055" y="1547052"/>
              <a:ext cx="488961" cy="488960"/>
              <a:chOff x="304800" y="673100"/>
              <a:chExt cx="4000500" cy="4000500"/>
            </a:xfr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69" name="同心圆 120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ysClr val="window" lastClr="FFFFFF"/>
                  </a:gs>
                  <a:gs pos="55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65000"/>
                    </a:sysClr>
                  </a:gs>
                </a:gsLst>
                <a:lin ang="81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28524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530" kern="0">
                  <a:solidFill>
                    <a:sysClr val="windowText" lastClr="000000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70" name="椭圆 69"/>
              <p:cNvSpPr/>
              <p:nvPr/>
            </p:nvSpPr>
            <p:spPr>
              <a:xfrm>
                <a:off x="392112" y="760412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ysClr val="window" lastClr="FFFFFF"/>
                  </a:gs>
                  <a:gs pos="51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189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28524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530" kern="0">
                  <a:solidFill>
                    <a:sysClr val="window" lastClr="FFFFFF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75" name="wallet-filled-money-tool_60484"/>
            <p:cNvSpPr>
              <a:spLocks noChangeAspect="1"/>
            </p:cNvSpPr>
            <p:nvPr/>
          </p:nvSpPr>
          <p:spPr bwMode="auto">
            <a:xfrm>
              <a:off x="7399438" y="1638743"/>
              <a:ext cx="286194" cy="274290"/>
            </a:xfrm>
            <a:custGeom>
              <a:avLst/>
              <a:gdLst>
                <a:gd name="connsiteX0" fmla="*/ 413212 w 608062"/>
                <a:gd name="connsiteY0" fmla="*/ 336089 h 582771"/>
                <a:gd name="connsiteX1" fmla="*/ 402712 w 608062"/>
                <a:gd name="connsiteY1" fmla="*/ 339771 h 582771"/>
                <a:gd name="connsiteX2" fmla="*/ 396155 w 608062"/>
                <a:gd name="connsiteY2" fmla="*/ 353117 h 582771"/>
                <a:gd name="connsiteX3" fmla="*/ 396155 w 608062"/>
                <a:gd name="connsiteY3" fmla="*/ 364468 h 582771"/>
                <a:gd name="connsiteX4" fmla="*/ 413212 w 608062"/>
                <a:gd name="connsiteY4" fmla="*/ 381496 h 582771"/>
                <a:gd name="connsiteX5" fmla="*/ 424584 w 608062"/>
                <a:gd name="connsiteY5" fmla="*/ 381496 h 582771"/>
                <a:gd name="connsiteX6" fmla="*/ 441641 w 608062"/>
                <a:gd name="connsiteY6" fmla="*/ 364468 h 582771"/>
                <a:gd name="connsiteX7" fmla="*/ 441641 w 608062"/>
                <a:gd name="connsiteY7" fmla="*/ 353117 h 582771"/>
                <a:gd name="connsiteX8" fmla="*/ 424584 w 608062"/>
                <a:gd name="connsiteY8" fmla="*/ 336089 h 582771"/>
                <a:gd name="connsiteX9" fmla="*/ 416081 w 608062"/>
                <a:gd name="connsiteY9" fmla="*/ 336089 h 582771"/>
                <a:gd name="connsiteX10" fmla="*/ 370339 w 608062"/>
                <a:gd name="connsiteY10" fmla="*/ 285620 h 582771"/>
                <a:gd name="connsiteX11" fmla="*/ 523596 w 608062"/>
                <a:gd name="connsiteY11" fmla="*/ 285620 h 582771"/>
                <a:gd name="connsiteX12" fmla="*/ 561757 w 608062"/>
                <a:gd name="connsiteY12" fmla="*/ 285620 h 582771"/>
                <a:gd name="connsiteX13" fmla="*/ 572360 w 608062"/>
                <a:gd name="connsiteY13" fmla="*/ 285620 h 582771"/>
                <a:gd name="connsiteX14" fmla="*/ 573026 w 608062"/>
                <a:gd name="connsiteY14" fmla="*/ 285620 h 582771"/>
                <a:gd name="connsiteX15" fmla="*/ 573948 w 608062"/>
                <a:gd name="connsiteY15" fmla="*/ 285620 h 582771"/>
                <a:gd name="connsiteX16" fmla="*/ 585012 w 608062"/>
                <a:gd name="connsiteY16" fmla="*/ 287461 h 582771"/>
                <a:gd name="connsiteX17" fmla="*/ 596947 w 608062"/>
                <a:gd name="connsiteY17" fmla="*/ 294568 h 582771"/>
                <a:gd name="connsiteX18" fmla="*/ 608062 w 608062"/>
                <a:gd name="connsiteY18" fmla="*/ 319726 h 582771"/>
                <a:gd name="connsiteX19" fmla="*/ 608062 w 608062"/>
                <a:gd name="connsiteY19" fmla="*/ 395609 h 582771"/>
                <a:gd name="connsiteX20" fmla="*/ 596947 w 608062"/>
                <a:gd name="connsiteY20" fmla="*/ 420767 h 582771"/>
                <a:gd name="connsiteX21" fmla="*/ 585012 w 608062"/>
                <a:gd name="connsiteY21" fmla="*/ 427874 h 582771"/>
                <a:gd name="connsiteX22" fmla="*/ 573948 w 608062"/>
                <a:gd name="connsiteY22" fmla="*/ 429715 h 582771"/>
                <a:gd name="connsiteX23" fmla="*/ 573026 w 608062"/>
                <a:gd name="connsiteY23" fmla="*/ 429715 h 582771"/>
                <a:gd name="connsiteX24" fmla="*/ 370339 w 608062"/>
                <a:gd name="connsiteY24" fmla="*/ 429715 h 582771"/>
                <a:gd name="connsiteX25" fmla="*/ 336174 w 608062"/>
                <a:gd name="connsiteY25" fmla="*/ 395609 h 582771"/>
                <a:gd name="connsiteX26" fmla="*/ 336174 w 608062"/>
                <a:gd name="connsiteY26" fmla="*/ 357821 h 582771"/>
                <a:gd name="connsiteX27" fmla="*/ 336174 w 608062"/>
                <a:gd name="connsiteY27" fmla="*/ 347287 h 582771"/>
                <a:gd name="connsiteX28" fmla="*/ 336174 w 608062"/>
                <a:gd name="connsiteY28" fmla="*/ 336703 h 582771"/>
                <a:gd name="connsiteX29" fmla="*/ 336174 w 608062"/>
                <a:gd name="connsiteY29" fmla="*/ 319726 h 582771"/>
                <a:gd name="connsiteX30" fmla="*/ 370339 w 608062"/>
                <a:gd name="connsiteY30" fmla="*/ 285620 h 582771"/>
                <a:gd name="connsiteX31" fmla="*/ 34208 w 608062"/>
                <a:gd name="connsiteY31" fmla="*/ 134822 h 582771"/>
                <a:gd name="connsiteX32" fmla="*/ 54539 w 608062"/>
                <a:gd name="connsiteY32" fmla="*/ 134822 h 582771"/>
                <a:gd name="connsiteX33" fmla="*/ 60633 w 608062"/>
                <a:gd name="connsiteY33" fmla="*/ 134822 h 582771"/>
                <a:gd name="connsiteX34" fmla="*/ 93407 w 608062"/>
                <a:gd name="connsiteY34" fmla="*/ 134822 h 582771"/>
                <a:gd name="connsiteX35" fmla="*/ 132327 w 608062"/>
                <a:gd name="connsiteY35" fmla="*/ 134822 h 582771"/>
                <a:gd name="connsiteX36" fmla="*/ 429142 w 608062"/>
                <a:gd name="connsiteY36" fmla="*/ 134822 h 582771"/>
                <a:gd name="connsiteX37" fmla="*/ 509900 w 608062"/>
                <a:gd name="connsiteY37" fmla="*/ 134822 h 582771"/>
                <a:gd name="connsiteX38" fmla="*/ 520501 w 608062"/>
                <a:gd name="connsiteY38" fmla="*/ 134822 h 582771"/>
                <a:gd name="connsiteX39" fmla="*/ 531101 w 608062"/>
                <a:gd name="connsiteY39" fmla="*/ 134822 h 582771"/>
                <a:gd name="connsiteX40" fmla="*/ 538885 w 608062"/>
                <a:gd name="connsiteY40" fmla="*/ 134822 h 582771"/>
                <a:gd name="connsiteX41" fmla="*/ 572940 w 608062"/>
                <a:gd name="connsiteY41" fmla="*/ 168926 h 582771"/>
                <a:gd name="connsiteX42" fmla="*/ 572940 w 608062"/>
                <a:gd name="connsiteY42" fmla="*/ 261982 h 582771"/>
                <a:gd name="connsiteX43" fmla="*/ 565719 w 608062"/>
                <a:gd name="connsiteY43" fmla="*/ 261982 h 582771"/>
                <a:gd name="connsiteX44" fmla="*/ 555119 w 608062"/>
                <a:gd name="connsiteY44" fmla="*/ 261982 h 582771"/>
                <a:gd name="connsiteX45" fmla="*/ 544518 w 608062"/>
                <a:gd name="connsiteY45" fmla="*/ 261982 h 582771"/>
                <a:gd name="connsiteX46" fmla="*/ 370301 w 608062"/>
                <a:gd name="connsiteY46" fmla="*/ 261982 h 582771"/>
                <a:gd name="connsiteX47" fmla="*/ 363388 w 608062"/>
                <a:gd name="connsiteY47" fmla="*/ 262391 h 582771"/>
                <a:gd name="connsiteX48" fmla="*/ 328770 w 608062"/>
                <a:gd name="connsiteY48" fmla="*/ 279468 h 582771"/>
                <a:gd name="connsiteX49" fmla="*/ 312331 w 608062"/>
                <a:gd name="connsiteY49" fmla="*/ 319861 h 582771"/>
                <a:gd name="connsiteX50" fmla="*/ 312331 w 608062"/>
                <a:gd name="connsiteY50" fmla="*/ 343279 h 582771"/>
                <a:gd name="connsiteX51" fmla="*/ 312331 w 608062"/>
                <a:gd name="connsiteY51" fmla="*/ 353863 h 582771"/>
                <a:gd name="connsiteX52" fmla="*/ 312331 w 608062"/>
                <a:gd name="connsiteY52" fmla="*/ 364446 h 582771"/>
                <a:gd name="connsiteX53" fmla="*/ 312331 w 608062"/>
                <a:gd name="connsiteY53" fmla="*/ 395636 h 582771"/>
                <a:gd name="connsiteX54" fmla="*/ 370352 w 608062"/>
                <a:gd name="connsiteY54" fmla="*/ 453617 h 582771"/>
                <a:gd name="connsiteX55" fmla="*/ 572940 w 608062"/>
                <a:gd name="connsiteY55" fmla="*/ 453617 h 582771"/>
                <a:gd name="connsiteX56" fmla="*/ 572940 w 608062"/>
                <a:gd name="connsiteY56" fmla="*/ 548719 h 582771"/>
                <a:gd name="connsiteX57" fmla="*/ 538783 w 608062"/>
                <a:gd name="connsiteY57" fmla="*/ 582771 h 582771"/>
                <a:gd name="connsiteX58" fmla="*/ 34157 w 608062"/>
                <a:gd name="connsiteY58" fmla="*/ 582771 h 582771"/>
                <a:gd name="connsiteX59" fmla="*/ 0 w 608062"/>
                <a:gd name="connsiteY59" fmla="*/ 548719 h 582771"/>
                <a:gd name="connsiteX60" fmla="*/ 0 w 608062"/>
                <a:gd name="connsiteY60" fmla="*/ 211875 h 582771"/>
                <a:gd name="connsiteX61" fmla="*/ 0 w 608062"/>
                <a:gd name="connsiteY61" fmla="*/ 173016 h 582771"/>
                <a:gd name="connsiteX62" fmla="*/ 0 w 608062"/>
                <a:gd name="connsiteY62" fmla="*/ 168926 h 582771"/>
                <a:gd name="connsiteX63" fmla="*/ 1229 w 608062"/>
                <a:gd name="connsiteY63" fmla="*/ 159978 h 582771"/>
                <a:gd name="connsiteX64" fmla="*/ 7528 w 608062"/>
                <a:gd name="connsiteY64" fmla="*/ 147656 h 582771"/>
                <a:gd name="connsiteX65" fmla="*/ 34208 w 608062"/>
                <a:gd name="connsiteY65" fmla="*/ 134822 h 582771"/>
                <a:gd name="connsiteX66" fmla="*/ 459702 w 608062"/>
                <a:gd name="connsiteY66" fmla="*/ 46827 h 582771"/>
                <a:gd name="connsiteX67" fmla="*/ 492623 w 608062"/>
                <a:gd name="connsiteY67" fmla="*/ 71966 h 582771"/>
                <a:gd name="connsiteX68" fmla="*/ 503273 w 608062"/>
                <a:gd name="connsiteY68" fmla="*/ 110900 h 582771"/>
                <a:gd name="connsiteX69" fmla="*/ 417257 w 608062"/>
                <a:gd name="connsiteY69" fmla="*/ 110900 h 582771"/>
                <a:gd name="connsiteX70" fmla="*/ 219882 w 608062"/>
                <a:gd name="connsiteY70" fmla="*/ 110900 h 582771"/>
                <a:gd name="connsiteX71" fmla="*/ 393757 w 608062"/>
                <a:gd name="connsiteY71" fmla="*/ 63586 h 582771"/>
                <a:gd name="connsiteX72" fmla="*/ 450691 w 608062"/>
                <a:gd name="connsiteY72" fmla="*/ 48053 h 582771"/>
                <a:gd name="connsiteX73" fmla="*/ 459702 w 608062"/>
                <a:gd name="connsiteY73" fmla="*/ 46827 h 582771"/>
                <a:gd name="connsiteX74" fmla="*/ 351961 w 608062"/>
                <a:gd name="connsiteY74" fmla="*/ 1805 h 582771"/>
                <a:gd name="connsiteX75" fmla="*/ 371657 w 608062"/>
                <a:gd name="connsiteY75" fmla="*/ 18993 h 582771"/>
                <a:gd name="connsiteX76" fmla="*/ 384511 w 608062"/>
                <a:gd name="connsiteY76" fmla="*/ 44858 h 582771"/>
                <a:gd name="connsiteX77" fmla="*/ 142137 w 608062"/>
                <a:gd name="connsiteY77" fmla="*/ 110900 h 582771"/>
                <a:gd name="connsiteX78" fmla="*/ 108953 w 608062"/>
                <a:gd name="connsiteY78" fmla="*/ 110900 h 582771"/>
                <a:gd name="connsiteX79" fmla="*/ 325927 w 608062"/>
                <a:gd name="connsiteY79" fmla="*/ 3556 h 582771"/>
                <a:gd name="connsiteX80" fmla="*/ 351961 w 608062"/>
                <a:gd name="connsiteY80" fmla="*/ 1805 h 582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608062" h="582771">
                  <a:moveTo>
                    <a:pt x="413212" y="336089"/>
                  </a:moveTo>
                  <a:cubicBezTo>
                    <a:pt x="409268" y="336089"/>
                    <a:pt x="405631" y="337521"/>
                    <a:pt x="402712" y="339771"/>
                  </a:cubicBezTo>
                  <a:cubicBezTo>
                    <a:pt x="398665" y="342839"/>
                    <a:pt x="396155" y="347696"/>
                    <a:pt x="396155" y="353117"/>
                  </a:cubicBezTo>
                  <a:lnTo>
                    <a:pt x="396155" y="364468"/>
                  </a:lnTo>
                  <a:cubicBezTo>
                    <a:pt x="396155" y="373877"/>
                    <a:pt x="403787" y="381496"/>
                    <a:pt x="413212" y="381496"/>
                  </a:cubicBezTo>
                  <a:lnTo>
                    <a:pt x="424584" y="381496"/>
                  </a:lnTo>
                  <a:cubicBezTo>
                    <a:pt x="434009" y="381496"/>
                    <a:pt x="441641" y="373877"/>
                    <a:pt x="441641" y="364468"/>
                  </a:cubicBezTo>
                  <a:lnTo>
                    <a:pt x="441641" y="353117"/>
                  </a:lnTo>
                  <a:cubicBezTo>
                    <a:pt x="441641" y="343708"/>
                    <a:pt x="434009" y="336089"/>
                    <a:pt x="424584" y="336089"/>
                  </a:cubicBezTo>
                  <a:lnTo>
                    <a:pt x="416081" y="336089"/>
                  </a:lnTo>
                  <a:close/>
                  <a:moveTo>
                    <a:pt x="370339" y="285620"/>
                  </a:moveTo>
                  <a:lnTo>
                    <a:pt x="523596" y="285620"/>
                  </a:lnTo>
                  <a:lnTo>
                    <a:pt x="561757" y="285620"/>
                  </a:lnTo>
                  <a:lnTo>
                    <a:pt x="572360" y="285620"/>
                  </a:lnTo>
                  <a:lnTo>
                    <a:pt x="573026" y="285620"/>
                  </a:lnTo>
                  <a:lnTo>
                    <a:pt x="573948" y="285620"/>
                  </a:lnTo>
                  <a:cubicBezTo>
                    <a:pt x="577841" y="285620"/>
                    <a:pt x="581529" y="286336"/>
                    <a:pt x="585012" y="287461"/>
                  </a:cubicBezTo>
                  <a:cubicBezTo>
                    <a:pt x="589520" y="289046"/>
                    <a:pt x="593515" y="291449"/>
                    <a:pt x="596947" y="294568"/>
                  </a:cubicBezTo>
                  <a:cubicBezTo>
                    <a:pt x="603759" y="300756"/>
                    <a:pt x="608062" y="309755"/>
                    <a:pt x="608062" y="319726"/>
                  </a:cubicBezTo>
                  <a:lnTo>
                    <a:pt x="608062" y="395609"/>
                  </a:lnTo>
                  <a:cubicBezTo>
                    <a:pt x="608062" y="405580"/>
                    <a:pt x="603759" y="414579"/>
                    <a:pt x="596947" y="420767"/>
                  </a:cubicBezTo>
                  <a:cubicBezTo>
                    <a:pt x="593515" y="423886"/>
                    <a:pt x="589520" y="426340"/>
                    <a:pt x="585012" y="427874"/>
                  </a:cubicBezTo>
                  <a:cubicBezTo>
                    <a:pt x="581529" y="428999"/>
                    <a:pt x="577841" y="429715"/>
                    <a:pt x="573948" y="429715"/>
                  </a:cubicBezTo>
                  <a:lnTo>
                    <a:pt x="573026" y="429715"/>
                  </a:lnTo>
                  <a:lnTo>
                    <a:pt x="370339" y="429715"/>
                  </a:lnTo>
                  <a:cubicBezTo>
                    <a:pt x="351489" y="429715"/>
                    <a:pt x="336174" y="414426"/>
                    <a:pt x="336174" y="395609"/>
                  </a:cubicBezTo>
                  <a:lnTo>
                    <a:pt x="336174" y="357821"/>
                  </a:lnTo>
                  <a:lnTo>
                    <a:pt x="336174" y="347287"/>
                  </a:lnTo>
                  <a:lnTo>
                    <a:pt x="336174" y="336703"/>
                  </a:lnTo>
                  <a:lnTo>
                    <a:pt x="336174" y="319726"/>
                  </a:lnTo>
                  <a:cubicBezTo>
                    <a:pt x="336174" y="300909"/>
                    <a:pt x="351489" y="285620"/>
                    <a:pt x="370339" y="285620"/>
                  </a:cubicBezTo>
                  <a:close/>
                  <a:moveTo>
                    <a:pt x="34208" y="134822"/>
                  </a:moveTo>
                  <a:lnTo>
                    <a:pt x="54539" y="134822"/>
                  </a:lnTo>
                  <a:lnTo>
                    <a:pt x="60633" y="134822"/>
                  </a:lnTo>
                  <a:lnTo>
                    <a:pt x="93407" y="134822"/>
                  </a:lnTo>
                  <a:lnTo>
                    <a:pt x="132327" y="134822"/>
                  </a:lnTo>
                  <a:lnTo>
                    <a:pt x="429142" y="134822"/>
                  </a:lnTo>
                  <a:lnTo>
                    <a:pt x="509900" y="134822"/>
                  </a:lnTo>
                  <a:lnTo>
                    <a:pt x="520501" y="134822"/>
                  </a:lnTo>
                  <a:lnTo>
                    <a:pt x="531101" y="134822"/>
                  </a:lnTo>
                  <a:lnTo>
                    <a:pt x="538885" y="134822"/>
                  </a:lnTo>
                  <a:cubicBezTo>
                    <a:pt x="557730" y="134822"/>
                    <a:pt x="572991" y="150110"/>
                    <a:pt x="572940" y="168926"/>
                  </a:cubicBezTo>
                  <a:lnTo>
                    <a:pt x="572940" y="261982"/>
                  </a:lnTo>
                  <a:lnTo>
                    <a:pt x="565719" y="261982"/>
                  </a:lnTo>
                  <a:lnTo>
                    <a:pt x="555119" y="261982"/>
                  </a:lnTo>
                  <a:lnTo>
                    <a:pt x="544518" y="261982"/>
                  </a:lnTo>
                  <a:lnTo>
                    <a:pt x="370301" y="261982"/>
                  </a:lnTo>
                  <a:cubicBezTo>
                    <a:pt x="367945" y="261982"/>
                    <a:pt x="365641" y="262084"/>
                    <a:pt x="363388" y="262391"/>
                  </a:cubicBezTo>
                  <a:cubicBezTo>
                    <a:pt x="349868" y="263925"/>
                    <a:pt x="337783" y="270214"/>
                    <a:pt x="328770" y="279468"/>
                  </a:cubicBezTo>
                  <a:cubicBezTo>
                    <a:pt x="318579" y="289899"/>
                    <a:pt x="312331" y="304164"/>
                    <a:pt x="312331" y="319861"/>
                  </a:cubicBezTo>
                  <a:lnTo>
                    <a:pt x="312331" y="343279"/>
                  </a:lnTo>
                  <a:lnTo>
                    <a:pt x="312331" y="353863"/>
                  </a:lnTo>
                  <a:lnTo>
                    <a:pt x="312331" y="364446"/>
                  </a:lnTo>
                  <a:lnTo>
                    <a:pt x="312331" y="395636"/>
                  </a:lnTo>
                  <a:cubicBezTo>
                    <a:pt x="312331" y="427643"/>
                    <a:pt x="338346" y="453617"/>
                    <a:pt x="370352" y="453617"/>
                  </a:cubicBezTo>
                  <a:lnTo>
                    <a:pt x="572940" y="453617"/>
                  </a:lnTo>
                  <a:lnTo>
                    <a:pt x="572940" y="548719"/>
                  </a:lnTo>
                  <a:cubicBezTo>
                    <a:pt x="572940" y="567534"/>
                    <a:pt x="557628" y="582771"/>
                    <a:pt x="538783" y="582771"/>
                  </a:cubicBezTo>
                  <a:lnTo>
                    <a:pt x="34157" y="582771"/>
                  </a:lnTo>
                  <a:cubicBezTo>
                    <a:pt x="15312" y="582771"/>
                    <a:pt x="0" y="567534"/>
                    <a:pt x="0" y="548719"/>
                  </a:cubicBezTo>
                  <a:lnTo>
                    <a:pt x="0" y="211875"/>
                  </a:lnTo>
                  <a:lnTo>
                    <a:pt x="0" y="173016"/>
                  </a:lnTo>
                  <a:lnTo>
                    <a:pt x="0" y="168926"/>
                  </a:lnTo>
                  <a:cubicBezTo>
                    <a:pt x="0" y="165858"/>
                    <a:pt x="461" y="162841"/>
                    <a:pt x="1229" y="159978"/>
                  </a:cubicBezTo>
                  <a:cubicBezTo>
                    <a:pt x="2458" y="155427"/>
                    <a:pt x="4660" y="151235"/>
                    <a:pt x="7528" y="147656"/>
                  </a:cubicBezTo>
                  <a:cubicBezTo>
                    <a:pt x="13776" y="139782"/>
                    <a:pt x="23403" y="134822"/>
                    <a:pt x="34208" y="134822"/>
                  </a:cubicBezTo>
                  <a:close/>
                  <a:moveTo>
                    <a:pt x="459702" y="46827"/>
                  </a:moveTo>
                  <a:cubicBezTo>
                    <a:pt x="474755" y="46827"/>
                    <a:pt x="488527" y="56739"/>
                    <a:pt x="492623" y="71966"/>
                  </a:cubicBezTo>
                  <a:lnTo>
                    <a:pt x="503273" y="110900"/>
                  </a:lnTo>
                  <a:lnTo>
                    <a:pt x="417257" y="110900"/>
                  </a:lnTo>
                  <a:lnTo>
                    <a:pt x="219882" y="110900"/>
                  </a:lnTo>
                  <a:lnTo>
                    <a:pt x="393757" y="63586"/>
                  </a:lnTo>
                  <a:lnTo>
                    <a:pt x="450691" y="48053"/>
                  </a:lnTo>
                  <a:cubicBezTo>
                    <a:pt x="453712" y="47236"/>
                    <a:pt x="456732" y="46827"/>
                    <a:pt x="459702" y="46827"/>
                  </a:cubicBezTo>
                  <a:close/>
                  <a:moveTo>
                    <a:pt x="351961" y="1805"/>
                  </a:moveTo>
                  <a:cubicBezTo>
                    <a:pt x="360237" y="4604"/>
                    <a:pt x="367458" y="10559"/>
                    <a:pt x="371657" y="18993"/>
                  </a:cubicBezTo>
                  <a:lnTo>
                    <a:pt x="384511" y="44858"/>
                  </a:lnTo>
                  <a:lnTo>
                    <a:pt x="142137" y="110900"/>
                  </a:lnTo>
                  <a:lnTo>
                    <a:pt x="108953" y="110900"/>
                  </a:lnTo>
                  <a:lnTo>
                    <a:pt x="325927" y="3556"/>
                  </a:lnTo>
                  <a:cubicBezTo>
                    <a:pt x="334351" y="-636"/>
                    <a:pt x="343684" y="-993"/>
                    <a:pt x="351961" y="180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80" name="组合 79"/>
          <p:cNvGrpSpPr/>
          <p:nvPr/>
        </p:nvGrpSpPr>
        <p:grpSpPr>
          <a:xfrm>
            <a:off x="2352504" y="1590516"/>
            <a:ext cx="488961" cy="488960"/>
            <a:chOff x="2352504" y="1590516"/>
            <a:chExt cx="488961" cy="488960"/>
          </a:xfrm>
        </p:grpSpPr>
        <p:grpSp>
          <p:nvGrpSpPr>
            <p:cNvPr id="65" name="组合 64"/>
            <p:cNvGrpSpPr/>
            <p:nvPr/>
          </p:nvGrpSpPr>
          <p:grpSpPr>
            <a:xfrm>
              <a:off x="2352504" y="1590516"/>
              <a:ext cx="488961" cy="488960"/>
              <a:chOff x="304800" y="673100"/>
              <a:chExt cx="4000500" cy="4000500"/>
            </a:xfr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66" name="同心圆 120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ysClr val="window" lastClr="FFFFFF"/>
                  </a:gs>
                  <a:gs pos="55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65000"/>
                    </a:sysClr>
                  </a:gs>
                </a:gsLst>
                <a:lin ang="81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28524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530" kern="0">
                  <a:solidFill>
                    <a:sysClr val="windowText" lastClr="000000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67" name="椭圆 66"/>
              <p:cNvSpPr/>
              <p:nvPr/>
            </p:nvSpPr>
            <p:spPr>
              <a:xfrm>
                <a:off x="392112" y="760412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ysClr val="window" lastClr="FFFFFF"/>
                  </a:gs>
                  <a:gs pos="51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189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28524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530" kern="0">
                  <a:solidFill>
                    <a:sysClr val="window" lastClr="FFFFFF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79" name="dollar-symbol_63977"/>
            <p:cNvSpPr>
              <a:spLocks noChangeAspect="1"/>
            </p:cNvSpPr>
            <p:nvPr/>
          </p:nvSpPr>
          <p:spPr bwMode="auto">
            <a:xfrm>
              <a:off x="2451076" y="1695559"/>
              <a:ext cx="291816" cy="295028"/>
            </a:xfrm>
            <a:custGeom>
              <a:avLst/>
              <a:gdLst>
                <a:gd name="connsiteX0" fmla="*/ 32552 w 571147"/>
                <a:gd name="connsiteY0" fmla="*/ 406999 h 577432"/>
                <a:gd name="connsiteX1" fmla="*/ 111849 w 571147"/>
                <a:gd name="connsiteY1" fmla="*/ 406999 h 577432"/>
                <a:gd name="connsiteX2" fmla="*/ 137666 w 571147"/>
                <a:gd name="connsiteY2" fmla="*/ 432794 h 577432"/>
                <a:gd name="connsiteX3" fmla="*/ 137666 w 571147"/>
                <a:gd name="connsiteY3" fmla="*/ 550715 h 577432"/>
                <a:gd name="connsiteX4" fmla="*/ 111849 w 571147"/>
                <a:gd name="connsiteY4" fmla="*/ 577432 h 577432"/>
                <a:gd name="connsiteX5" fmla="*/ 32552 w 571147"/>
                <a:gd name="connsiteY5" fmla="*/ 577432 h 577432"/>
                <a:gd name="connsiteX6" fmla="*/ 6734 w 571147"/>
                <a:gd name="connsiteY6" fmla="*/ 550715 h 577432"/>
                <a:gd name="connsiteX7" fmla="*/ 6734 w 571147"/>
                <a:gd name="connsiteY7" fmla="*/ 432794 h 577432"/>
                <a:gd name="connsiteX8" fmla="*/ 32552 w 571147"/>
                <a:gd name="connsiteY8" fmla="*/ 406999 h 577432"/>
                <a:gd name="connsiteX9" fmla="*/ 236302 w 571147"/>
                <a:gd name="connsiteY9" fmla="*/ 314976 h 577432"/>
                <a:gd name="connsiteX10" fmla="*/ 315688 w 571147"/>
                <a:gd name="connsiteY10" fmla="*/ 314976 h 577432"/>
                <a:gd name="connsiteX11" fmla="*/ 341535 w 571147"/>
                <a:gd name="connsiteY11" fmla="*/ 340761 h 577432"/>
                <a:gd name="connsiteX12" fmla="*/ 341535 w 571147"/>
                <a:gd name="connsiteY12" fmla="*/ 550726 h 577432"/>
                <a:gd name="connsiteX13" fmla="*/ 315688 w 571147"/>
                <a:gd name="connsiteY13" fmla="*/ 577432 h 577432"/>
                <a:gd name="connsiteX14" fmla="*/ 236302 w 571147"/>
                <a:gd name="connsiteY14" fmla="*/ 577432 h 577432"/>
                <a:gd name="connsiteX15" fmla="*/ 210455 w 571147"/>
                <a:gd name="connsiteY15" fmla="*/ 550726 h 577432"/>
                <a:gd name="connsiteX16" fmla="*/ 210455 w 571147"/>
                <a:gd name="connsiteY16" fmla="*/ 340761 h 577432"/>
                <a:gd name="connsiteX17" fmla="*/ 236302 w 571147"/>
                <a:gd name="connsiteY17" fmla="*/ 314976 h 577432"/>
                <a:gd name="connsiteX18" fmla="*/ 440171 w 571147"/>
                <a:gd name="connsiteY18" fmla="*/ 209935 h 577432"/>
                <a:gd name="connsiteX19" fmla="*/ 518634 w 571147"/>
                <a:gd name="connsiteY19" fmla="*/ 209935 h 577432"/>
                <a:gd name="connsiteX20" fmla="*/ 545404 w 571147"/>
                <a:gd name="connsiteY20" fmla="*/ 235724 h 577432"/>
                <a:gd name="connsiteX21" fmla="*/ 545404 w 571147"/>
                <a:gd name="connsiteY21" fmla="*/ 550722 h 577432"/>
                <a:gd name="connsiteX22" fmla="*/ 518634 w 571147"/>
                <a:gd name="connsiteY22" fmla="*/ 577432 h 577432"/>
                <a:gd name="connsiteX23" fmla="*/ 440171 w 571147"/>
                <a:gd name="connsiteY23" fmla="*/ 577432 h 577432"/>
                <a:gd name="connsiteX24" fmla="*/ 414324 w 571147"/>
                <a:gd name="connsiteY24" fmla="*/ 550722 h 577432"/>
                <a:gd name="connsiteX25" fmla="*/ 414324 w 571147"/>
                <a:gd name="connsiteY25" fmla="*/ 235724 h 577432"/>
                <a:gd name="connsiteX26" fmla="*/ 440171 w 571147"/>
                <a:gd name="connsiteY26" fmla="*/ 209935 h 577432"/>
                <a:gd name="connsiteX27" fmla="*/ 296320 w 571147"/>
                <a:gd name="connsiteY27" fmla="*/ 121530 h 577432"/>
                <a:gd name="connsiteX28" fmla="*/ 361828 w 571147"/>
                <a:gd name="connsiteY28" fmla="*/ 134423 h 577432"/>
                <a:gd name="connsiteX29" fmla="*/ 370132 w 571147"/>
                <a:gd name="connsiteY29" fmla="*/ 141791 h 577432"/>
                <a:gd name="connsiteX30" fmla="*/ 371055 w 571147"/>
                <a:gd name="connsiteY30" fmla="*/ 152843 h 577432"/>
                <a:gd name="connsiteX31" fmla="*/ 346143 w 571147"/>
                <a:gd name="connsiteY31" fmla="*/ 213626 h 577432"/>
                <a:gd name="connsiteX32" fmla="*/ 334149 w 571147"/>
                <a:gd name="connsiteY32" fmla="*/ 221915 h 577432"/>
                <a:gd name="connsiteX33" fmla="*/ 333226 w 571147"/>
                <a:gd name="connsiteY33" fmla="*/ 221915 h 577432"/>
                <a:gd name="connsiteX34" fmla="*/ 322154 w 571147"/>
                <a:gd name="connsiteY34" fmla="*/ 215468 h 577432"/>
                <a:gd name="connsiteX35" fmla="*/ 308314 w 571147"/>
                <a:gd name="connsiteY35" fmla="*/ 190602 h 577432"/>
                <a:gd name="connsiteX36" fmla="*/ 19522 w 571147"/>
                <a:gd name="connsiteY36" fmla="*/ 339798 h 577432"/>
                <a:gd name="connsiteX37" fmla="*/ 13064 w 571147"/>
                <a:gd name="connsiteY37" fmla="*/ 340719 h 577432"/>
                <a:gd name="connsiteX38" fmla="*/ 1069 w 571147"/>
                <a:gd name="connsiteY38" fmla="*/ 334272 h 577432"/>
                <a:gd name="connsiteX39" fmla="*/ 7528 w 571147"/>
                <a:gd name="connsiteY39" fmla="*/ 315853 h 577432"/>
                <a:gd name="connsiteX40" fmla="*/ 296320 w 571147"/>
                <a:gd name="connsiteY40" fmla="*/ 167578 h 577432"/>
                <a:gd name="connsiteX41" fmla="*/ 281557 w 571147"/>
                <a:gd name="connsiteY41" fmla="*/ 139949 h 577432"/>
                <a:gd name="connsiteX42" fmla="*/ 283402 w 571147"/>
                <a:gd name="connsiteY42" fmla="*/ 126135 h 577432"/>
                <a:gd name="connsiteX43" fmla="*/ 296320 w 571147"/>
                <a:gd name="connsiteY43" fmla="*/ 121530 h 577432"/>
                <a:gd name="connsiteX44" fmla="*/ 484451 w 571147"/>
                <a:gd name="connsiteY44" fmla="*/ 100307 h 577432"/>
                <a:gd name="connsiteX45" fmla="*/ 502944 w 571147"/>
                <a:gd name="connsiteY45" fmla="*/ 115101 h 577432"/>
                <a:gd name="connsiteX46" fmla="*/ 484451 w 571147"/>
                <a:gd name="connsiteY46" fmla="*/ 129896 h 577432"/>
                <a:gd name="connsiteX47" fmla="*/ 475278 w 571147"/>
                <a:gd name="connsiteY47" fmla="*/ 51633 h 577432"/>
                <a:gd name="connsiteX48" fmla="*/ 475278 w 571147"/>
                <a:gd name="connsiteY48" fmla="*/ 78263 h 577432"/>
                <a:gd name="connsiteX49" fmla="*/ 458708 w 571147"/>
                <a:gd name="connsiteY49" fmla="*/ 64489 h 577432"/>
                <a:gd name="connsiteX50" fmla="*/ 475278 w 571147"/>
                <a:gd name="connsiteY50" fmla="*/ 51633 h 577432"/>
                <a:gd name="connsiteX51" fmla="*/ 479865 w 571147"/>
                <a:gd name="connsiteY51" fmla="*/ 23014 h 577432"/>
                <a:gd name="connsiteX52" fmla="*/ 475254 w 571147"/>
                <a:gd name="connsiteY52" fmla="*/ 27617 h 577432"/>
                <a:gd name="connsiteX53" fmla="*/ 475254 w 571147"/>
                <a:gd name="connsiteY53" fmla="*/ 35901 h 577432"/>
                <a:gd name="connsiteX54" fmla="*/ 439295 w 571147"/>
                <a:gd name="connsiteY54" fmla="*/ 67200 h 577432"/>
                <a:gd name="connsiteX55" fmla="*/ 475254 w 571147"/>
                <a:gd name="connsiteY55" fmla="*/ 98499 h 577432"/>
                <a:gd name="connsiteX56" fmla="*/ 475254 w 571147"/>
                <a:gd name="connsiteY56" fmla="*/ 129798 h 577432"/>
                <a:gd name="connsiteX57" fmla="*/ 446671 w 571147"/>
                <a:gd name="connsiteY57" fmla="*/ 107704 h 577432"/>
                <a:gd name="connsiteX58" fmla="*/ 437451 w 571147"/>
                <a:gd name="connsiteY58" fmla="*/ 117830 h 577432"/>
                <a:gd name="connsiteX59" fmla="*/ 475254 w 571147"/>
                <a:gd name="connsiteY59" fmla="*/ 145447 h 577432"/>
                <a:gd name="connsiteX60" fmla="*/ 475254 w 571147"/>
                <a:gd name="connsiteY60" fmla="*/ 154652 h 577432"/>
                <a:gd name="connsiteX61" fmla="*/ 479865 w 571147"/>
                <a:gd name="connsiteY61" fmla="*/ 159255 h 577432"/>
                <a:gd name="connsiteX62" fmla="*/ 484475 w 571147"/>
                <a:gd name="connsiteY62" fmla="*/ 154652 h 577432"/>
                <a:gd name="connsiteX63" fmla="*/ 484475 w 571147"/>
                <a:gd name="connsiteY63" fmla="*/ 145447 h 577432"/>
                <a:gd name="connsiteX64" fmla="*/ 522279 w 571147"/>
                <a:gd name="connsiteY64" fmla="*/ 113228 h 577432"/>
                <a:gd name="connsiteX65" fmla="*/ 484475 w 571147"/>
                <a:gd name="connsiteY65" fmla="*/ 80088 h 577432"/>
                <a:gd name="connsiteX66" fmla="*/ 484475 w 571147"/>
                <a:gd name="connsiteY66" fmla="*/ 51551 h 577432"/>
                <a:gd name="connsiteX67" fmla="*/ 511214 w 571147"/>
                <a:gd name="connsiteY67" fmla="*/ 68121 h 577432"/>
                <a:gd name="connsiteX68" fmla="*/ 520435 w 571147"/>
                <a:gd name="connsiteY68" fmla="*/ 58915 h 577432"/>
                <a:gd name="connsiteX69" fmla="*/ 484475 w 571147"/>
                <a:gd name="connsiteY69" fmla="*/ 35901 h 577432"/>
                <a:gd name="connsiteX70" fmla="*/ 484475 w 571147"/>
                <a:gd name="connsiteY70" fmla="*/ 27617 h 577432"/>
                <a:gd name="connsiteX71" fmla="*/ 479865 w 571147"/>
                <a:gd name="connsiteY71" fmla="*/ 23014 h 577432"/>
                <a:gd name="connsiteX72" fmla="*/ 479865 w 571147"/>
                <a:gd name="connsiteY72" fmla="*/ 0 h 577432"/>
                <a:gd name="connsiteX73" fmla="*/ 571147 w 571147"/>
                <a:gd name="connsiteY73" fmla="*/ 91135 h 577432"/>
                <a:gd name="connsiteX74" fmla="*/ 479865 w 571147"/>
                <a:gd name="connsiteY74" fmla="*/ 182269 h 577432"/>
                <a:gd name="connsiteX75" fmla="*/ 388582 w 571147"/>
                <a:gd name="connsiteY75" fmla="*/ 91135 h 577432"/>
                <a:gd name="connsiteX76" fmla="*/ 479865 w 571147"/>
                <a:gd name="connsiteY76" fmla="*/ 0 h 577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571147" h="577432">
                  <a:moveTo>
                    <a:pt x="32552" y="406999"/>
                  </a:moveTo>
                  <a:lnTo>
                    <a:pt x="111849" y="406999"/>
                  </a:lnTo>
                  <a:cubicBezTo>
                    <a:pt x="125679" y="406999"/>
                    <a:pt x="137666" y="418054"/>
                    <a:pt x="137666" y="432794"/>
                  </a:cubicBezTo>
                  <a:lnTo>
                    <a:pt x="137666" y="550715"/>
                  </a:lnTo>
                  <a:cubicBezTo>
                    <a:pt x="137666" y="565456"/>
                    <a:pt x="125679" y="577432"/>
                    <a:pt x="111849" y="577432"/>
                  </a:cubicBezTo>
                  <a:lnTo>
                    <a:pt x="32552" y="577432"/>
                  </a:lnTo>
                  <a:cubicBezTo>
                    <a:pt x="18721" y="577432"/>
                    <a:pt x="6734" y="565456"/>
                    <a:pt x="6734" y="550715"/>
                  </a:cubicBezTo>
                  <a:lnTo>
                    <a:pt x="6734" y="432794"/>
                  </a:lnTo>
                  <a:cubicBezTo>
                    <a:pt x="6734" y="418054"/>
                    <a:pt x="18721" y="406999"/>
                    <a:pt x="32552" y="406999"/>
                  </a:cubicBezTo>
                  <a:close/>
                  <a:moveTo>
                    <a:pt x="236302" y="314976"/>
                  </a:moveTo>
                  <a:lnTo>
                    <a:pt x="315688" y="314976"/>
                  </a:lnTo>
                  <a:cubicBezTo>
                    <a:pt x="329535" y="314976"/>
                    <a:pt x="341535" y="326948"/>
                    <a:pt x="341535" y="340761"/>
                  </a:cubicBezTo>
                  <a:lnTo>
                    <a:pt x="341535" y="550726"/>
                  </a:lnTo>
                  <a:cubicBezTo>
                    <a:pt x="341535" y="565460"/>
                    <a:pt x="329535" y="577432"/>
                    <a:pt x="315688" y="577432"/>
                  </a:cubicBezTo>
                  <a:lnTo>
                    <a:pt x="236302" y="577432"/>
                  </a:lnTo>
                  <a:cubicBezTo>
                    <a:pt x="221532" y="577432"/>
                    <a:pt x="210455" y="565460"/>
                    <a:pt x="210455" y="550726"/>
                  </a:cubicBezTo>
                  <a:lnTo>
                    <a:pt x="210455" y="340761"/>
                  </a:lnTo>
                  <a:cubicBezTo>
                    <a:pt x="210455" y="326948"/>
                    <a:pt x="221532" y="314976"/>
                    <a:pt x="236302" y="314976"/>
                  </a:cubicBezTo>
                  <a:close/>
                  <a:moveTo>
                    <a:pt x="440171" y="209935"/>
                  </a:moveTo>
                  <a:lnTo>
                    <a:pt x="518634" y="209935"/>
                  </a:lnTo>
                  <a:cubicBezTo>
                    <a:pt x="533404" y="209935"/>
                    <a:pt x="545404" y="221909"/>
                    <a:pt x="545404" y="235724"/>
                  </a:cubicBezTo>
                  <a:lnTo>
                    <a:pt x="545404" y="550722"/>
                  </a:lnTo>
                  <a:cubicBezTo>
                    <a:pt x="545404" y="565458"/>
                    <a:pt x="533404" y="577432"/>
                    <a:pt x="518634" y="577432"/>
                  </a:cubicBezTo>
                  <a:lnTo>
                    <a:pt x="440171" y="577432"/>
                  </a:lnTo>
                  <a:cubicBezTo>
                    <a:pt x="425401" y="577432"/>
                    <a:pt x="414324" y="565458"/>
                    <a:pt x="414324" y="550722"/>
                  </a:cubicBezTo>
                  <a:lnTo>
                    <a:pt x="414324" y="235724"/>
                  </a:lnTo>
                  <a:cubicBezTo>
                    <a:pt x="414324" y="221909"/>
                    <a:pt x="425401" y="209935"/>
                    <a:pt x="440171" y="209935"/>
                  </a:cubicBezTo>
                  <a:close/>
                  <a:moveTo>
                    <a:pt x="296320" y="121530"/>
                  </a:moveTo>
                  <a:lnTo>
                    <a:pt x="361828" y="134423"/>
                  </a:lnTo>
                  <a:cubicBezTo>
                    <a:pt x="365519" y="135344"/>
                    <a:pt x="368287" y="138107"/>
                    <a:pt x="370132" y="141791"/>
                  </a:cubicBezTo>
                  <a:cubicBezTo>
                    <a:pt x="371977" y="144554"/>
                    <a:pt x="372900" y="149159"/>
                    <a:pt x="371055" y="152843"/>
                  </a:cubicBezTo>
                  <a:lnTo>
                    <a:pt x="346143" y="213626"/>
                  </a:lnTo>
                  <a:cubicBezTo>
                    <a:pt x="344298" y="219152"/>
                    <a:pt x="339684" y="221915"/>
                    <a:pt x="334149" y="221915"/>
                  </a:cubicBezTo>
                  <a:cubicBezTo>
                    <a:pt x="334149" y="221915"/>
                    <a:pt x="334149" y="221915"/>
                    <a:pt x="333226" y="221915"/>
                  </a:cubicBezTo>
                  <a:cubicBezTo>
                    <a:pt x="328613" y="221915"/>
                    <a:pt x="323999" y="219152"/>
                    <a:pt x="322154" y="215468"/>
                  </a:cubicBezTo>
                  <a:lnTo>
                    <a:pt x="308314" y="190602"/>
                  </a:lnTo>
                  <a:lnTo>
                    <a:pt x="19522" y="339798"/>
                  </a:lnTo>
                  <a:cubicBezTo>
                    <a:pt x="16754" y="340719"/>
                    <a:pt x="14909" y="340719"/>
                    <a:pt x="13064" y="340719"/>
                  </a:cubicBezTo>
                  <a:cubicBezTo>
                    <a:pt x="8450" y="340719"/>
                    <a:pt x="3837" y="337956"/>
                    <a:pt x="1069" y="334272"/>
                  </a:cubicBezTo>
                  <a:cubicBezTo>
                    <a:pt x="-1699" y="327826"/>
                    <a:pt x="1069" y="319537"/>
                    <a:pt x="7528" y="315853"/>
                  </a:cubicBezTo>
                  <a:lnTo>
                    <a:pt x="296320" y="167578"/>
                  </a:lnTo>
                  <a:lnTo>
                    <a:pt x="281557" y="139949"/>
                  </a:lnTo>
                  <a:cubicBezTo>
                    <a:pt x="279712" y="135344"/>
                    <a:pt x="279712" y="129819"/>
                    <a:pt x="283402" y="126135"/>
                  </a:cubicBezTo>
                  <a:cubicBezTo>
                    <a:pt x="286170" y="121530"/>
                    <a:pt x="291706" y="119688"/>
                    <a:pt x="296320" y="121530"/>
                  </a:cubicBezTo>
                  <a:close/>
                  <a:moveTo>
                    <a:pt x="484451" y="100307"/>
                  </a:moveTo>
                  <a:cubicBezTo>
                    <a:pt x="492773" y="102156"/>
                    <a:pt x="502944" y="104930"/>
                    <a:pt x="502944" y="115101"/>
                  </a:cubicBezTo>
                  <a:cubicBezTo>
                    <a:pt x="502944" y="125273"/>
                    <a:pt x="493698" y="128971"/>
                    <a:pt x="484451" y="129896"/>
                  </a:cubicBezTo>
                  <a:close/>
                  <a:moveTo>
                    <a:pt x="475278" y="51633"/>
                  </a:moveTo>
                  <a:lnTo>
                    <a:pt x="475278" y="78263"/>
                  </a:lnTo>
                  <a:cubicBezTo>
                    <a:pt x="464231" y="76426"/>
                    <a:pt x="458708" y="71835"/>
                    <a:pt x="458708" y="64489"/>
                  </a:cubicBezTo>
                  <a:cubicBezTo>
                    <a:pt x="458708" y="58061"/>
                    <a:pt x="465152" y="51633"/>
                    <a:pt x="475278" y="51633"/>
                  </a:cubicBezTo>
                  <a:close/>
                  <a:moveTo>
                    <a:pt x="479865" y="23014"/>
                  </a:moveTo>
                  <a:cubicBezTo>
                    <a:pt x="477098" y="23014"/>
                    <a:pt x="475254" y="25775"/>
                    <a:pt x="475254" y="27617"/>
                  </a:cubicBezTo>
                  <a:lnTo>
                    <a:pt x="475254" y="35901"/>
                  </a:lnTo>
                  <a:cubicBezTo>
                    <a:pt x="456813" y="36822"/>
                    <a:pt x="439295" y="46948"/>
                    <a:pt x="439295" y="67200"/>
                  </a:cubicBezTo>
                  <a:cubicBezTo>
                    <a:pt x="439295" y="84691"/>
                    <a:pt x="453125" y="93896"/>
                    <a:pt x="475254" y="98499"/>
                  </a:cubicBezTo>
                  <a:lnTo>
                    <a:pt x="475254" y="129798"/>
                  </a:lnTo>
                  <a:cubicBezTo>
                    <a:pt x="450359" y="128877"/>
                    <a:pt x="463268" y="107704"/>
                    <a:pt x="446671" y="107704"/>
                  </a:cubicBezTo>
                  <a:cubicBezTo>
                    <a:pt x="441139" y="107704"/>
                    <a:pt x="437451" y="111387"/>
                    <a:pt x="437451" y="117830"/>
                  </a:cubicBezTo>
                  <a:cubicBezTo>
                    <a:pt x="437451" y="129798"/>
                    <a:pt x="450359" y="144526"/>
                    <a:pt x="475254" y="145447"/>
                  </a:cubicBezTo>
                  <a:lnTo>
                    <a:pt x="475254" y="154652"/>
                  </a:lnTo>
                  <a:cubicBezTo>
                    <a:pt x="475254" y="157414"/>
                    <a:pt x="477098" y="159255"/>
                    <a:pt x="479865" y="159255"/>
                  </a:cubicBezTo>
                  <a:cubicBezTo>
                    <a:pt x="482631" y="159255"/>
                    <a:pt x="484475" y="157414"/>
                    <a:pt x="484475" y="154652"/>
                  </a:cubicBezTo>
                  <a:lnTo>
                    <a:pt x="484475" y="145447"/>
                  </a:lnTo>
                  <a:cubicBezTo>
                    <a:pt x="506604" y="143606"/>
                    <a:pt x="522279" y="133480"/>
                    <a:pt x="522279" y="113228"/>
                  </a:cubicBezTo>
                  <a:cubicBezTo>
                    <a:pt x="522279" y="90214"/>
                    <a:pt x="504760" y="84691"/>
                    <a:pt x="484475" y="80088"/>
                  </a:cubicBezTo>
                  <a:lnTo>
                    <a:pt x="484475" y="51551"/>
                  </a:lnTo>
                  <a:cubicBezTo>
                    <a:pt x="501072" y="51551"/>
                    <a:pt x="501072" y="68121"/>
                    <a:pt x="511214" y="68121"/>
                  </a:cubicBezTo>
                  <a:cubicBezTo>
                    <a:pt x="515824" y="68121"/>
                    <a:pt x="520435" y="64439"/>
                    <a:pt x="520435" y="58915"/>
                  </a:cubicBezTo>
                  <a:cubicBezTo>
                    <a:pt x="520435" y="43266"/>
                    <a:pt x="496461" y="35901"/>
                    <a:pt x="484475" y="35901"/>
                  </a:cubicBezTo>
                  <a:lnTo>
                    <a:pt x="484475" y="27617"/>
                  </a:lnTo>
                  <a:cubicBezTo>
                    <a:pt x="484475" y="25775"/>
                    <a:pt x="482631" y="23014"/>
                    <a:pt x="479865" y="23014"/>
                  </a:cubicBezTo>
                  <a:close/>
                  <a:moveTo>
                    <a:pt x="479865" y="0"/>
                  </a:moveTo>
                  <a:cubicBezTo>
                    <a:pt x="529655" y="0"/>
                    <a:pt x="571147" y="40504"/>
                    <a:pt x="571147" y="91135"/>
                  </a:cubicBezTo>
                  <a:cubicBezTo>
                    <a:pt x="571147" y="141765"/>
                    <a:pt x="529655" y="182269"/>
                    <a:pt x="479865" y="182269"/>
                  </a:cubicBezTo>
                  <a:cubicBezTo>
                    <a:pt x="429152" y="182269"/>
                    <a:pt x="388582" y="141765"/>
                    <a:pt x="388582" y="91135"/>
                  </a:cubicBezTo>
                  <a:cubicBezTo>
                    <a:pt x="388582" y="40504"/>
                    <a:pt x="429152" y="0"/>
                    <a:pt x="4798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9669548" y="5576798"/>
            <a:ext cx="488961" cy="488960"/>
            <a:chOff x="9669548" y="5576798"/>
            <a:chExt cx="488961" cy="488960"/>
          </a:xfrm>
        </p:grpSpPr>
        <p:grpSp>
          <p:nvGrpSpPr>
            <p:cNvPr id="71" name="组合 70"/>
            <p:cNvGrpSpPr/>
            <p:nvPr/>
          </p:nvGrpSpPr>
          <p:grpSpPr>
            <a:xfrm>
              <a:off x="9669548" y="5576798"/>
              <a:ext cx="488961" cy="488960"/>
              <a:chOff x="304800" y="673100"/>
              <a:chExt cx="4000500" cy="4000500"/>
            </a:xfr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72" name="同心圆 120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ysClr val="window" lastClr="FFFFFF"/>
                  </a:gs>
                  <a:gs pos="55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65000"/>
                    </a:sysClr>
                  </a:gs>
                </a:gsLst>
                <a:lin ang="81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28524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530" kern="0">
                  <a:solidFill>
                    <a:sysClr val="windowText" lastClr="000000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73" name="椭圆 72"/>
              <p:cNvSpPr/>
              <p:nvPr/>
            </p:nvSpPr>
            <p:spPr>
              <a:xfrm>
                <a:off x="392112" y="760412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ysClr val="window" lastClr="FFFFFF"/>
                  </a:gs>
                  <a:gs pos="51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189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28524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530" kern="0">
                  <a:solidFill>
                    <a:sysClr val="window" lastClr="FFFFFF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78" name="yens-bills_20950"/>
            <p:cNvSpPr>
              <a:spLocks noChangeAspect="1"/>
            </p:cNvSpPr>
            <p:nvPr/>
          </p:nvSpPr>
          <p:spPr bwMode="auto">
            <a:xfrm>
              <a:off x="9799796" y="5714019"/>
              <a:ext cx="228463" cy="214517"/>
            </a:xfrm>
            <a:custGeom>
              <a:avLst/>
              <a:gdLst>
                <a:gd name="T0" fmla="*/ 0 w 2366"/>
                <a:gd name="T1" fmla="*/ 330 h 2225"/>
                <a:gd name="T2" fmla="*/ 2062 w 2366"/>
                <a:gd name="T3" fmla="*/ 225 h 2225"/>
                <a:gd name="T4" fmla="*/ 2062 w 2366"/>
                <a:gd name="T5" fmla="*/ 461 h 2225"/>
                <a:gd name="T6" fmla="*/ 0 w 2366"/>
                <a:gd name="T7" fmla="*/ 330 h 2225"/>
                <a:gd name="T8" fmla="*/ 937 w 2366"/>
                <a:gd name="T9" fmla="*/ 1254 h 2225"/>
                <a:gd name="T10" fmla="*/ 937 w 2366"/>
                <a:gd name="T11" fmla="*/ 1318 h 2225"/>
                <a:gd name="T12" fmla="*/ 1062 w 2366"/>
                <a:gd name="T13" fmla="*/ 1326 h 2225"/>
                <a:gd name="T14" fmla="*/ 1125 w 2366"/>
                <a:gd name="T15" fmla="*/ 1432 h 2225"/>
                <a:gd name="T16" fmla="*/ 960 w 2366"/>
                <a:gd name="T17" fmla="*/ 1423 h 2225"/>
                <a:gd name="T18" fmla="*/ 960 w 2366"/>
                <a:gd name="T19" fmla="*/ 1487 h 2225"/>
                <a:gd name="T20" fmla="*/ 1136 w 2366"/>
                <a:gd name="T21" fmla="*/ 1496 h 2225"/>
                <a:gd name="T22" fmla="*/ 1136 w 2366"/>
                <a:gd name="T23" fmla="*/ 1719 h 2225"/>
                <a:gd name="T24" fmla="*/ 1229 w 2366"/>
                <a:gd name="T25" fmla="*/ 1720 h 2225"/>
                <a:gd name="T26" fmla="*/ 1229 w 2366"/>
                <a:gd name="T27" fmla="*/ 1496 h 2225"/>
                <a:gd name="T28" fmla="*/ 1410 w 2366"/>
                <a:gd name="T29" fmla="*/ 1487 h 2225"/>
                <a:gd name="T30" fmla="*/ 1410 w 2366"/>
                <a:gd name="T31" fmla="*/ 1423 h 2225"/>
                <a:gd name="T32" fmla="*/ 1240 w 2366"/>
                <a:gd name="T33" fmla="*/ 1432 h 2225"/>
                <a:gd name="T34" fmla="*/ 1303 w 2366"/>
                <a:gd name="T35" fmla="*/ 1326 h 2225"/>
                <a:gd name="T36" fmla="*/ 1426 w 2366"/>
                <a:gd name="T37" fmla="*/ 1318 h 2225"/>
                <a:gd name="T38" fmla="*/ 1426 w 2366"/>
                <a:gd name="T39" fmla="*/ 1254 h 2225"/>
                <a:gd name="T40" fmla="*/ 1342 w 2366"/>
                <a:gd name="T41" fmla="*/ 1260 h 2225"/>
                <a:gd name="T42" fmla="*/ 1470 w 2366"/>
                <a:gd name="T43" fmla="*/ 1038 h 2225"/>
                <a:gd name="T44" fmla="*/ 1361 w 2366"/>
                <a:gd name="T45" fmla="*/ 1048 h 2225"/>
                <a:gd name="T46" fmla="*/ 1183 w 2366"/>
                <a:gd name="T47" fmla="*/ 1374 h 2225"/>
                <a:gd name="T48" fmla="*/ 1005 w 2366"/>
                <a:gd name="T49" fmla="*/ 1048 h 2225"/>
                <a:gd name="T50" fmla="*/ 896 w 2366"/>
                <a:gd name="T51" fmla="*/ 1038 h 2225"/>
                <a:gd name="T52" fmla="*/ 1024 w 2366"/>
                <a:gd name="T53" fmla="*/ 1260 h 2225"/>
                <a:gd name="T54" fmla="*/ 937 w 2366"/>
                <a:gd name="T55" fmla="*/ 1254 h 2225"/>
                <a:gd name="T56" fmla="*/ 0 w 2366"/>
                <a:gd name="T57" fmla="*/ 258 h 2225"/>
                <a:gd name="T58" fmla="*/ 1748 w 2366"/>
                <a:gd name="T59" fmla="*/ 282 h 2225"/>
                <a:gd name="T60" fmla="*/ 1748 w 2366"/>
                <a:gd name="T61" fmla="*/ 0 h 2225"/>
                <a:gd name="T62" fmla="*/ 0 w 2366"/>
                <a:gd name="T63" fmla="*/ 258 h 2225"/>
                <a:gd name="T64" fmla="*/ 0 w 2366"/>
                <a:gd name="T65" fmla="*/ 409 h 2225"/>
                <a:gd name="T66" fmla="*/ 2366 w 2366"/>
                <a:gd name="T67" fmla="*/ 409 h 2225"/>
                <a:gd name="T68" fmla="*/ 2366 w 2366"/>
                <a:gd name="T69" fmla="*/ 1846 h 2225"/>
                <a:gd name="T70" fmla="*/ 0 w 2366"/>
                <a:gd name="T71" fmla="*/ 1846 h 2225"/>
                <a:gd name="T72" fmla="*/ 0 w 2366"/>
                <a:gd name="T73" fmla="*/ 409 h 2225"/>
                <a:gd name="T74" fmla="*/ 685 w 2366"/>
                <a:gd name="T75" fmla="*/ 1339 h 2225"/>
                <a:gd name="T76" fmla="*/ 1183 w 2366"/>
                <a:gd name="T77" fmla="*/ 1874 h 2225"/>
                <a:gd name="T78" fmla="*/ 1682 w 2366"/>
                <a:gd name="T79" fmla="*/ 1339 h 2225"/>
                <a:gd name="T80" fmla="*/ 1183 w 2366"/>
                <a:gd name="T81" fmla="*/ 900 h 2225"/>
                <a:gd name="T82" fmla="*/ 685 w 2366"/>
                <a:gd name="T83" fmla="*/ 1339 h 2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66" h="2225">
                  <a:moveTo>
                    <a:pt x="0" y="330"/>
                  </a:moveTo>
                  <a:cubicBezTo>
                    <a:pt x="644" y="579"/>
                    <a:pt x="1391" y="544"/>
                    <a:pt x="2062" y="225"/>
                  </a:cubicBezTo>
                  <a:lnTo>
                    <a:pt x="2062" y="461"/>
                  </a:lnTo>
                  <a:cubicBezTo>
                    <a:pt x="1391" y="702"/>
                    <a:pt x="644" y="658"/>
                    <a:pt x="0" y="330"/>
                  </a:cubicBezTo>
                  <a:close/>
                  <a:moveTo>
                    <a:pt x="937" y="1254"/>
                  </a:moveTo>
                  <a:lnTo>
                    <a:pt x="937" y="1318"/>
                  </a:lnTo>
                  <a:cubicBezTo>
                    <a:pt x="978" y="1322"/>
                    <a:pt x="1020" y="1325"/>
                    <a:pt x="1062" y="1326"/>
                  </a:cubicBezTo>
                  <a:cubicBezTo>
                    <a:pt x="1083" y="1362"/>
                    <a:pt x="1104" y="1397"/>
                    <a:pt x="1125" y="1432"/>
                  </a:cubicBezTo>
                  <a:cubicBezTo>
                    <a:pt x="1070" y="1430"/>
                    <a:pt x="1014" y="1428"/>
                    <a:pt x="960" y="1423"/>
                  </a:cubicBezTo>
                  <a:lnTo>
                    <a:pt x="960" y="1487"/>
                  </a:lnTo>
                  <a:cubicBezTo>
                    <a:pt x="1018" y="1492"/>
                    <a:pt x="1077" y="1495"/>
                    <a:pt x="1136" y="1496"/>
                  </a:cubicBezTo>
                  <a:lnTo>
                    <a:pt x="1136" y="1719"/>
                  </a:lnTo>
                  <a:cubicBezTo>
                    <a:pt x="1167" y="1720"/>
                    <a:pt x="1198" y="1720"/>
                    <a:pt x="1229" y="1720"/>
                  </a:cubicBezTo>
                  <a:lnTo>
                    <a:pt x="1229" y="1496"/>
                  </a:lnTo>
                  <a:cubicBezTo>
                    <a:pt x="1289" y="1495"/>
                    <a:pt x="1350" y="1492"/>
                    <a:pt x="1410" y="1487"/>
                  </a:cubicBezTo>
                  <a:lnTo>
                    <a:pt x="1410" y="1423"/>
                  </a:lnTo>
                  <a:cubicBezTo>
                    <a:pt x="1354" y="1428"/>
                    <a:pt x="1297" y="1431"/>
                    <a:pt x="1240" y="1432"/>
                  </a:cubicBezTo>
                  <a:cubicBezTo>
                    <a:pt x="1261" y="1397"/>
                    <a:pt x="1282" y="1362"/>
                    <a:pt x="1303" y="1326"/>
                  </a:cubicBezTo>
                  <a:cubicBezTo>
                    <a:pt x="1344" y="1325"/>
                    <a:pt x="1385" y="1322"/>
                    <a:pt x="1426" y="1318"/>
                  </a:cubicBezTo>
                  <a:lnTo>
                    <a:pt x="1426" y="1254"/>
                  </a:lnTo>
                  <a:cubicBezTo>
                    <a:pt x="1398" y="1256"/>
                    <a:pt x="1370" y="1259"/>
                    <a:pt x="1342" y="1260"/>
                  </a:cubicBezTo>
                  <a:cubicBezTo>
                    <a:pt x="1385" y="1187"/>
                    <a:pt x="1427" y="1113"/>
                    <a:pt x="1470" y="1038"/>
                  </a:cubicBezTo>
                  <a:cubicBezTo>
                    <a:pt x="1434" y="1042"/>
                    <a:pt x="1398" y="1045"/>
                    <a:pt x="1361" y="1048"/>
                  </a:cubicBezTo>
                  <a:cubicBezTo>
                    <a:pt x="1302" y="1158"/>
                    <a:pt x="1242" y="1267"/>
                    <a:pt x="1183" y="1374"/>
                  </a:cubicBezTo>
                  <a:cubicBezTo>
                    <a:pt x="1123" y="1267"/>
                    <a:pt x="1064" y="1158"/>
                    <a:pt x="1005" y="1048"/>
                  </a:cubicBezTo>
                  <a:cubicBezTo>
                    <a:pt x="968" y="1045"/>
                    <a:pt x="932" y="1042"/>
                    <a:pt x="896" y="1038"/>
                  </a:cubicBezTo>
                  <a:cubicBezTo>
                    <a:pt x="939" y="1113"/>
                    <a:pt x="981" y="1187"/>
                    <a:pt x="1024" y="1260"/>
                  </a:cubicBezTo>
                  <a:cubicBezTo>
                    <a:pt x="995" y="1259"/>
                    <a:pt x="966" y="1256"/>
                    <a:pt x="937" y="1254"/>
                  </a:cubicBezTo>
                  <a:close/>
                  <a:moveTo>
                    <a:pt x="0" y="258"/>
                  </a:moveTo>
                  <a:cubicBezTo>
                    <a:pt x="545" y="470"/>
                    <a:pt x="1163" y="478"/>
                    <a:pt x="1748" y="282"/>
                  </a:cubicBezTo>
                  <a:lnTo>
                    <a:pt x="1748" y="0"/>
                  </a:lnTo>
                  <a:cubicBezTo>
                    <a:pt x="1163" y="290"/>
                    <a:pt x="545" y="376"/>
                    <a:pt x="0" y="258"/>
                  </a:cubicBezTo>
                  <a:close/>
                  <a:moveTo>
                    <a:pt x="0" y="409"/>
                  </a:moveTo>
                  <a:cubicBezTo>
                    <a:pt x="743" y="787"/>
                    <a:pt x="1623" y="787"/>
                    <a:pt x="2366" y="409"/>
                  </a:cubicBezTo>
                  <a:lnTo>
                    <a:pt x="2366" y="1846"/>
                  </a:lnTo>
                  <a:cubicBezTo>
                    <a:pt x="1623" y="2225"/>
                    <a:pt x="743" y="2225"/>
                    <a:pt x="0" y="1846"/>
                  </a:cubicBezTo>
                  <a:lnTo>
                    <a:pt x="0" y="409"/>
                  </a:lnTo>
                  <a:close/>
                  <a:moveTo>
                    <a:pt x="685" y="1339"/>
                  </a:moveTo>
                  <a:cubicBezTo>
                    <a:pt x="684" y="1607"/>
                    <a:pt x="906" y="1874"/>
                    <a:pt x="1183" y="1874"/>
                  </a:cubicBezTo>
                  <a:cubicBezTo>
                    <a:pt x="1460" y="1875"/>
                    <a:pt x="1682" y="1607"/>
                    <a:pt x="1682" y="1339"/>
                  </a:cubicBezTo>
                  <a:cubicBezTo>
                    <a:pt x="1682" y="1069"/>
                    <a:pt x="1460" y="901"/>
                    <a:pt x="1183" y="900"/>
                  </a:cubicBezTo>
                  <a:cubicBezTo>
                    <a:pt x="906" y="901"/>
                    <a:pt x="684" y="1069"/>
                    <a:pt x="685" y="133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7000">
        <p:random/>
      </p:transition>
    </mc:Choice>
    <mc:Fallback xmlns="">
      <p:transition spd="slow" advTm="7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0.23789 2.59259E-6 " pathEditMode="relative" rAng="0" ptsTypes="AA">
                                      <p:cBhvr>
                                        <p:cTn id="21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88" y="0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0"/>
                            </p:stCondLst>
                            <p:childTnLst>
                              <p:par>
                                <p:cTn id="45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500"/>
                            </p:stCondLst>
                            <p:childTnLst>
                              <p:par>
                                <p:cTn id="5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0"/>
                            </p:stCondLst>
                            <p:childTnLst>
                              <p:par>
                                <p:cTn id="61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500"/>
                            </p:stCondLst>
                            <p:childTnLst>
                              <p:par>
                                <p:cTn id="6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0"/>
                            </p:stCondLst>
                            <p:childTnLst>
                              <p:par>
                                <p:cTn id="77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500"/>
                            </p:stCondLst>
                            <p:childTnLst>
                              <p:par>
                                <p:cTn id="8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6000"/>
                            </p:stCondLst>
                            <p:childTnLst>
                              <p:par>
                                <p:cTn id="9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650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4" grpId="0"/>
      <p:bldP spid="55" grpId="0"/>
      <p:bldP spid="56" grpId="0"/>
      <p:bldP spid="5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: 圆角 36"/>
          <p:cNvSpPr/>
          <p:nvPr/>
        </p:nvSpPr>
        <p:spPr>
          <a:xfrm>
            <a:off x="6760539" y="1349031"/>
            <a:ext cx="4643437" cy="4967288"/>
          </a:xfrm>
          <a:prstGeom prst="roundRect">
            <a:avLst>
              <a:gd name="adj" fmla="val 7806"/>
            </a:avLst>
          </a:prstGeom>
          <a:solidFill>
            <a:schemeClr val="bg1"/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cxnSp>
        <p:nvCxnSpPr>
          <p:cNvPr id="2" name="直接连接符 1"/>
          <p:cNvCxnSpPr/>
          <p:nvPr/>
        </p:nvCxnSpPr>
        <p:spPr>
          <a:xfrm>
            <a:off x="0" y="475460"/>
            <a:ext cx="412612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圆角矩形 101"/>
          <p:cNvSpPr/>
          <p:nvPr/>
        </p:nvSpPr>
        <p:spPr>
          <a:xfrm>
            <a:off x="4360957" y="258038"/>
            <a:ext cx="3456384" cy="523213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endParaRPr lang="zh-CN" altLang="en-US" b="1" dirty="0">
              <a:solidFill>
                <a:prstClr val="white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06409" y="288927"/>
            <a:ext cx="3456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市场回顾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4394504" y="288927"/>
            <a:ext cx="468000" cy="468000"/>
            <a:chOff x="304800" y="673100"/>
            <a:chExt cx="4000500" cy="4000500"/>
          </a:xfrm>
          <a:effectLst/>
        </p:grpSpPr>
        <p:sp>
          <p:nvSpPr>
            <p:cNvPr id="6" name="同心圆 86"/>
            <p:cNvSpPr/>
            <p:nvPr/>
          </p:nvSpPr>
          <p:spPr>
            <a:xfrm>
              <a:off x="304800" y="673100"/>
              <a:ext cx="4000500" cy="400050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prstClr val="black"/>
                </a:solidFill>
                <a:latin typeface="Calibri" panose="020F0502020204030204"/>
                <a:ea typeface="思源黑体 CN Bold" panose="020B0800000000000000" pitchFamily="34" charset="-122"/>
              </a:endParaRPr>
            </a:p>
          </p:txBody>
        </p:sp>
        <p:sp>
          <p:nvSpPr>
            <p:cNvPr id="7" name="椭圆 3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prstClr val="white"/>
                </a:solidFill>
                <a:latin typeface="Calibri" panose="020F0502020204030204"/>
                <a:ea typeface="思源黑体 CN Bold" panose="020B0800000000000000" pitchFamily="34" charset="-122"/>
              </a:endParaRPr>
            </a:p>
          </p:txBody>
        </p:sp>
      </p:grpSp>
      <p:cxnSp>
        <p:nvCxnSpPr>
          <p:cNvPr id="11" name="直接连接符 10"/>
          <p:cNvCxnSpPr/>
          <p:nvPr/>
        </p:nvCxnSpPr>
        <p:spPr>
          <a:xfrm>
            <a:off x="8065877" y="475460"/>
            <a:ext cx="412612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: 圆角 8"/>
          <p:cNvSpPr/>
          <p:nvPr/>
        </p:nvSpPr>
        <p:spPr>
          <a:xfrm>
            <a:off x="786692" y="1349031"/>
            <a:ext cx="4643437" cy="4967288"/>
          </a:xfrm>
          <a:prstGeom prst="roundRect">
            <a:avLst>
              <a:gd name="adj" fmla="val 7806"/>
            </a:avLst>
          </a:prstGeom>
          <a:solidFill>
            <a:schemeClr val="bg1"/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grpSp>
        <p:nvGrpSpPr>
          <p:cNvPr id="8" name="组合 7"/>
          <p:cNvGrpSpPr/>
          <p:nvPr/>
        </p:nvGrpSpPr>
        <p:grpSpPr>
          <a:xfrm>
            <a:off x="3777155" y="2152455"/>
            <a:ext cx="2245861" cy="2245855"/>
            <a:chOff x="3777155" y="2152455"/>
            <a:chExt cx="2245861" cy="2245855"/>
          </a:xfrm>
        </p:grpSpPr>
        <p:grpSp>
          <p:nvGrpSpPr>
            <p:cNvPr id="25" name="组合 24"/>
            <p:cNvGrpSpPr/>
            <p:nvPr/>
          </p:nvGrpSpPr>
          <p:grpSpPr>
            <a:xfrm>
              <a:off x="3777155" y="2152455"/>
              <a:ext cx="2245861" cy="2245855"/>
              <a:chOff x="304800" y="673100"/>
              <a:chExt cx="4000500" cy="4000500"/>
            </a:xfr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26" name="同心圆 120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ysClr val="window" lastClr="FFFFFF"/>
                  </a:gs>
                  <a:gs pos="55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65000"/>
                    </a:sysClr>
                  </a:gs>
                </a:gsLst>
                <a:lin ang="81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28524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530" kern="0">
                  <a:solidFill>
                    <a:sysClr val="windowText" lastClr="000000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27" name="椭圆 26"/>
              <p:cNvSpPr/>
              <p:nvPr/>
            </p:nvSpPr>
            <p:spPr>
              <a:xfrm>
                <a:off x="392112" y="760412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ysClr val="window" lastClr="FFFFFF"/>
                  </a:gs>
                  <a:gs pos="51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189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28524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530" kern="0">
                  <a:solidFill>
                    <a:sysClr val="window" lastClr="FFFFFF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8" name="矩形 10"/>
            <p:cNvSpPr>
              <a:spLocks noChangeArrowheads="1"/>
            </p:cNvSpPr>
            <p:nvPr/>
          </p:nvSpPr>
          <p:spPr bwMode="auto">
            <a:xfrm>
              <a:off x="4157356" y="3450457"/>
              <a:ext cx="146706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销售量增长</a:t>
              </a:r>
              <a:endPara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29" name="Freeform 79"/>
            <p:cNvSpPr>
              <a:spLocks noEditPoints="1" noChangeArrowheads="1"/>
            </p:cNvSpPr>
            <p:nvPr/>
          </p:nvSpPr>
          <p:spPr bwMode="auto">
            <a:xfrm>
              <a:off x="4323704" y="2552177"/>
              <a:ext cx="1042566" cy="845324"/>
            </a:xfrm>
            <a:custGeom>
              <a:avLst/>
              <a:gdLst>
                <a:gd name="T0" fmla="*/ 56 w 141"/>
                <a:gd name="T1" fmla="*/ 60 h 114"/>
                <a:gd name="T2" fmla="*/ 18 w 141"/>
                <a:gd name="T3" fmla="*/ 104 h 114"/>
                <a:gd name="T4" fmla="*/ 11 w 141"/>
                <a:gd name="T5" fmla="*/ 107 h 114"/>
                <a:gd name="T6" fmla="*/ 4 w 141"/>
                <a:gd name="T7" fmla="*/ 105 h 114"/>
                <a:gd name="T8" fmla="*/ 3 w 141"/>
                <a:gd name="T9" fmla="*/ 91 h 114"/>
                <a:gd name="T10" fmla="*/ 49 w 141"/>
                <a:gd name="T11" fmla="*/ 38 h 114"/>
                <a:gd name="T12" fmla="*/ 57 w 141"/>
                <a:gd name="T13" fmla="*/ 35 h 114"/>
                <a:gd name="T14" fmla="*/ 64 w 141"/>
                <a:gd name="T15" fmla="*/ 39 h 114"/>
                <a:gd name="T16" fmla="*/ 78 w 141"/>
                <a:gd name="T17" fmla="*/ 54 h 114"/>
                <a:gd name="T18" fmla="*/ 102 w 141"/>
                <a:gd name="T19" fmla="*/ 25 h 114"/>
                <a:gd name="T20" fmla="*/ 79 w 141"/>
                <a:gd name="T21" fmla="*/ 5 h 114"/>
                <a:gd name="T22" fmla="*/ 136 w 141"/>
                <a:gd name="T23" fmla="*/ 0 h 114"/>
                <a:gd name="T24" fmla="*/ 141 w 141"/>
                <a:gd name="T25" fmla="*/ 58 h 114"/>
                <a:gd name="T26" fmla="*/ 117 w 141"/>
                <a:gd name="T27" fmla="*/ 38 h 114"/>
                <a:gd name="T28" fmla="*/ 85 w 141"/>
                <a:gd name="T29" fmla="*/ 76 h 114"/>
                <a:gd name="T30" fmla="*/ 78 w 141"/>
                <a:gd name="T31" fmla="*/ 80 h 114"/>
                <a:gd name="T32" fmla="*/ 70 w 141"/>
                <a:gd name="T33" fmla="*/ 76 h 114"/>
                <a:gd name="T34" fmla="*/ 56 w 141"/>
                <a:gd name="T35" fmla="*/ 60 h 114"/>
                <a:gd name="T36" fmla="*/ 26 w 141"/>
                <a:gd name="T37" fmla="*/ 114 h 114"/>
                <a:gd name="T38" fmla="*/ 57 w 141"/>
                <a:gd name="T39" fmla="*/ 114 h 114"/>
                <a:gd name="T40" fmla="*/ 57 w 141"/>
                <a:gd name="T41" fmla="*/ 77 h 114"/>
                <a:gd name="T42" fmla="*/ 26 w 141"/>
                <a:gd name="T43" fmla="*/ 112 h 114"/>
                <a:gd name="T44" fmla="*/ 26 w 141"/>
                <a:gd name="T45" fmla="*/ 114 h 114"/>
                <a:gd name="T46" fmla="*/ 89 w 141"/>
                <a:gd name="T47" fmla="*/ 89 h 114"/>
                <a:gd name="T48" fmla="*/ 80 w 141"/>
                <a:gd name="T49" fmla="*/ 94 h 114"/>
                <a:gd name="T50" fmla="*/ 65 w 141"/>
                <a:gd name="T51" fmla="*/ 87 h 114"/>
                <a:gd name="T52" fmla="*/ 65 w 141"/>
                <a:gd name="T53" fmla="*/ 114 h 114"/>
                <a:gd name="T54" fmla="*/ 101 w 141"/>
                <a:gd name="T55" fmla="*/ 114 h 114"/>
                <a:gd name="T56" fmla="*/ 102 w 141"/>
                <a:gd name="T57" fmla="*/ 74 h 114"/>
                <a:gd name="T58" fmla="*/ 89 w 141"/>
                <a:gd name="T59" fmla="*/ 89 h 114"/>
                <a:gd name="T60" fmla="*/ 117 w 141"/>
                <a:gd name="T61" fmla="*/ 55 h 114"/>
                <a:gd name="T62" fmla="*/ 110 w 141"/>
                <a:gd name="T63" fmla="*/ 65 h 114"/>
                <a:gd name="T64" fmla="*/ 110 w 141"/>
                <a:gd name="T65" fmla="*/ 114 h 114"/>
                <a:gd name="T66" fmla="*/ 140 w 141"/>
                <a:gd name="T67" fmla="*/ 114 h 114"/>
                <a:gd name="T68" fmla="*/ 140 w 141"/>
                <a:gd name="T69" fmla="*/ 73 h 114"/>
                <a:gd name="T70" fmla="*/ 117 w 141"/>
                <a:gd name="T71" fmla="*/ 55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1" h="114">
                  <a:moveTo>
                    <a:pt x="56" y="60"/>
                  </a:moveTo>
                  <a:cubicBezTo>
                    <a:pt x="18" y="104"/>
                    <a:pt x="18" y="104"/>
                    <a:pt x="18" y="104"/>
                  </a:cubicBezTo>
                  <a:cubicBezTo>
                    <a:pt x="16" y="106"/>
                    <a:pt x="13" y="107"/>
                    <a:pt x="11" y="107"/>
                  </a:cubicBezTo>
                  <a:cubicBezTo>
                    <a:pt x="8" y="107"/>
                    <a:pt x="6" y="106"/>
                    <a:pt x="4" y="105"/>
                  </a:cubicBezTo>
                  <a:cubicBezTo>
                    <a:pt x="0" y="101"/>
                    <a:pt x="0" y="95"/>
                    <a:pt x="3" y="91"/>
                  </a:cubicBezTo>
                  <a:cubicBezTo>
                    <a:pt x="49" y="38"/>
                    <a:pt x="49" y="38"/>
                    <a:pt x="49" y="38"/>
                  </a:cubicBezTo>
                  <a:cubicBezTo>
                    <a:pt x="51" y="36"/>
                    <a:pt x="54" y="35"/>
                    <a:pt x="57" y="35"/>
                  </a:cubicBezTo>
                  <a:cubicBezTo>
                    <a:pt x="60" y="35"/>
                    <a:pt x="62" y="36"/>
                    <a:pt x="64" y="39"/>
                  </a:cubicBezTo>
                  <a:cubicBezTo>
                    <a:pt x="78" y="54"/>
                    <a:pt x="78" y="54"/>
                    <a:pt x="78" y="54"/>
                  </a:cubicBezTo>
                  <a:cubicBezTo>
                    <a:pt x="102" y="25"/>
                    <a:pt x="102" y="25"/>
                    <a:pt x="102" y="25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136" y="0"/>
                    <a:pt x="136" y="0"/>
                    <a:pt x="136" y="0"/>
                  </a:cubicBezTo>
                  <a:cubicBezTo>
                    <a:pt x="141" y="58"/>
                    <a:pt x="141" y="58"/>
                    <a:pt x="141" y="58"/>
                  </a:cubicBezTo>
                  <a:cubicBezTo>
                    <a:pt x="117" y="38"/>
                    <a:pt x="117" y="38"/>
                    <a:pt x="117" y="38"/>
                  </a:cubicBezTo>
                  <a:cubicBezTo>
                    <a:pt x="85" y="76"/>
                    <a:pt x="85" y="76"/>
                    <a:pt x="85" y="76"/>
                  </a:cubicBezTo>
                  <a:cubicBezTo>
                    <a:pt x="83" y="78"/>
                    <a:pt x="81" y="80"/>
                    <a:pt x="78" y="80"/>
                  </a:cubicBezTo>
                  <a:cubicBezTo>
                    <a:pt x="75" y="80"/>
                    <a:pt x="72" y="78"/>
                    <a:pt x="70" y="76"/>
                  </a:cubicBezTo>
                  <a:lnTo>
                    <a:pt x="56" y="60"/>
                  </a:lnTo>
                  <a:close/>
                  <a:moveTo>
                    <a:pt x="26" y="114"/>
                  </a:moveTo>
                  <a:cubicBezTo>
                    <a:pt x="57" y="114"/>
                    <a:pt x="57" y="114"/>
                    <a:pt x="57" y="114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26" y="112"/>
                    <a:pt x="26" y="112"/>
                    <a:pt x="26" y="112"/>
                  </a:cubicBezTo>
                  <a:lnTo>
                    <a:pt x="26" y="114"/>
                  </a:lnTo>
                  <a:close/>
                  <a:moveTo>
                    <a:pt x="89" y="89"/>
                  </a:moveTo>
                  <a:cubicBezTo>
                    <a:pt x="83" y="94"/>
                    <a:pt x="80" y="94"/>
                    <a:pt x="80" y="94"/>
                  </a:cubicBezTo>
                  <a:cubicBezTo>
                    <a:pt x="76" y="94"/>
                    <a:pt x="69" y="90"/>
                    <a:pt x="65" y="87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101" y="114"/>
                    <a:pt x="101" y="114"/>
                    <a:pt x="101" y="114"/>
                  </a:cubicBezTo>
                  <a:cubicBezTo>
                    <a:pt x="102" y="74"/>
                    <a:pt x="102" y="74"/>
                    <a:pt x="102" y="74"/>
                  </a:cubicBezTo>
                  <a:cubicBezTo>
                    <a:pt x="97" y="80"/>
                    <a:pt x="93" y="85"/>
                    <a:pt x="89" y="89"/>
                  </a:cubicBezTo>
                  <a:close/>
                  <a:moveTo>
                    <a:pt x="117" y="55"/>
                  </a:moveTo>
                  <a:cubicBezTo>
                    <a:pt x="110" y="65"/>
                    <a:pt x="110" y="65"/>
                    <a:pt x="110" y="65"/>
                  </a:cubicBezTo>
                  <a:cubicBezTo>
                    <a:pt x="110" y="114"/>
                    <a:pt x="110" y="114"/>
                    <a:pt x="110" y="114"/>
                  </a:cubicBezTo>
                  <a:cubicBezTo>
                    <a:pt x="140" y="114"/>
                    <a:pt x="140" y="114"/>
                    <a:pt x="140" y="114"/>
                  </a:cubicBezTo>
                  <a:cubicBezTo>
                    <a:pt x="140" y="73"/>
                    <a:pt x="140" y="73"/>
                    <a:pt x="140" y="73"/>
                  </a:cubicBezTo>
                  <a:cubicBezTo>
                    <a:pt x="134" y="68"/>
                    <a:pt x="117" y="55"/>
                    <a:pt x="117" y="55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047" name="组合 1046"/>
          <p:cNvGrpSpPr/>
          <p:nvPr/>
        </p:nvGrpSpPr>
        <p:grpSpPr>
          <a:xfrm>
            <a:off x="6177200" y="2152455"/>
            <a:ext cx="2245861" cy="2245855"/>
            <a:chOff x="6112805" y="2152455"/>
            <a:chExt cx="2245861" cy="2245855"/>
          </a:xfrm>
        </p:grpSpPr>
        <p:grpSp>
          <p:nvGrpSpPr>
            <p:cNvPr id="33" name="组合 32"/>
            <p:cNvGrpSpPr/>
            <p:nvPr/>
          </p:nvGrpSpPr>
          <p:grpSpPr>
            <a:xfrm>
              <a:off x="6112805" y="2152455"/>
              <a:ext cx="2245861" cy="2245855"/>
              <a:chOff x="304800" y="673100"/>
              <a:chExt cx="4000500" cy="4000500"/>
            </a:xfr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34" name="同心圆 120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ysClr val="window" lastClr="FFFFFF"/>
                  </a:gs>
                  <a:gs pos="55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65000"/>
                    </a:sysClr>
                  </a:gs>
                </a:gsLst>
                <a:lin ang="81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28524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530" kern="0">
                  <a:solidFill>
                    <a:sysClr val="windowText" lastClr="000000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35" name="椭圆 34"/>
              <p:cNvSpPr/>
              <p:nvPr/>
            </p:nvSpPr>
            <p:spPr>
              <a:xfrm>
                <a:off x="392112" y="760412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ysClr val="window" lastClr="FFFFFF"/>
                  </a:gs>
                  <a:gs pos="51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189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28524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530" kern="0">
                  <a:solidFill>
                    <a:sysClr val="window" lastClr="FFFFFF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6" name="矩形 10"/>
            <p:cNvSpPr>
              <a:spLocks noChangeArrowheads="1"/>
            </p:cNvSpPr>
            <p:nvPr/>
          </p:nvSpPr>
          <p:spPr bwMode="auto">
            <a:xfrm>
              <a:off x="6493006" y="3450457"/>
              <a:ext cx="146706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销售量衰退</a:t>
              </a:r>
              <a:endPara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32" name="Freeform 5"/>
            <p:cNvSpPr>
              <a:spLocks noEditPoints="1" noChangeArrowheads="1"/>
            </p:cNvSpPr>
            <p:nvPr/>
          </p:nvSpPr>
          <p:spPr bwMode="auto">
            <a:xfrm>
              <a:off x="6744525" y="2552177"/>
              <a:ext cx="1001999" cy="810761"/>
            </a:xfrm>
            <a:custGeom>
              <a:avLst/>
              <a:gdLst>
                <a:gd name="T0" fmla="*/ 819 w 3280"/>
                <a:gd name="T1" fmla="*/ 966 h 2664"/>
                <a:gd name="T2" fmla="*/ 819 w 3280"/>
                <a:gd name="T3" fmla="*/ 367 h 2664"/>
                <a:gd name="T4" fmla="*/ 1346 w 3280"/>
                <a:gd name="T5" fmla="*/ 812 h 2664"/>
                <a:gd name="T6" fmla="*/ 1920 w 3280"/>
                <a:gd name="T7" fmla="*/ 141 h 2664"/>
                <a:gd name="T8" fmla="*/ 1923 w 3280"/>
                <a:gd name="T9" fmla="*/ 131 h 2664"/>
                <a:gd name="T10" fmla="*/ 1926 w 3280"/>
                <a:gd name="T11" fmla="*/ 134 h 2664"/>
                <a:gd name="T12" fmla="*/ 1930 w 3280"/>
                <a:gd name="T13" fmla="*/ 131 h 2664"/>
                <a:gd name="T14" fmla="*/ 1959 w 3280"/>
                <a:gd name="T15" fmla="*/ 167 h 2664"/>
                <a:gd name="T16" fmla="*/ 2945 w 3280"/>
                <a:gd name="T17" fmla="*/ 1153 h 2664"/>
                <a:gd name="T18" fmla="*/ 3270 w 3280"/>
                <a:gd name="T19" fmla="*/ 832 h 2664"/>
                <a:gd name="T20" fmla="*/ 3270 w 3280"/>
                <a:gd name="T21" fmla="*/ 1845 h 2664"/>
                <a:gd name="T22" fmla="*/ 2254 w 3280"/>
                <a:gd name="T23" fmla="*/ 1835 h 2664"/>
                <a:gd name="T24" fmla="*/ 2611 w 3280"/>
                <a:gd name="T25" fmla="*/ 1484 h 2664"/>
                <a:gd name="T26" fmla="*/ 1966 w 3280"/>
                <a:gd name="T27" fmla="*/ 835 h 2664"/>
                <a:gd name="T28" fmla="*/ 1435 w 3280"/>
                <a:gd name="T29" fmla="*/ 1458 h 2664"/>
                <a:gd name="T30" fmla="*/ 1412 w 3280"/>
                <a:gd name="T31" fmla="*/ 1487 h 2664"/>
                <a:gd name="T32" fmla="*/ 1412 w 3280"/>
                <a:gd name="T33" fmla="*/ 1484 h 2664"/>
                <a:gd name="T34" fmla="*/ 819 w 3280"/>
                <a:gd name="T35" fmla="*/ 966 h 2664"/>
                <a:gd name="T36" fmla="*/ 2972 w 3280"/>
                <a:gd name="T37" fmla="*/ 2048 h 2664"/>
                <a:gd name="T38" fmla="*/ 3091 w 3280"/>
                <a:gd name="T39" fmla="*/ 2072 h 2664"/>
                <a:gd name="T40" fmla="*/ 3189 w 3280"/>
                <a:gd name="T41" fmla="*/ 2138 h 2664"/>
                <a:gd name="T42" fmla="*/ 3255 w 3280"/>
                <a:gd name="T43" fmla="*/ 2236 h 2664"/>
                <a:gd name="T44" fmla="*/ 3280 w 3280"/>
                <a:gd name="T45" fmla="*/ 2356 h 2664"/>
                <a:gd name="T46" fmla="*/ 3255 w 3280"/>
                <a:gd name="T47" fmla="*/ 2477 h 2664"/>
                <a:gd name="T48" fmla="*/ 3189 w 3280"/>
                <a:gd name="T49" fmla="*/ 2574 h 2664"/>
                <a:gd name="T50" fmla="*/ 3091 w 3280"/>
                <a:gd name="T51" fmla="*/ 2639 h 2664"/>
                <a:gd name="T52" fmla="*/ 2972 w 3280"/>
                <a:gd name="T53" fmla="*/ 2664 h 2664"/>
                <a:gd name="T54" fmla="*/ 308 w 3280"/>
                <a:gd name="T55" fmla="*/ 2664 h 2664"/>
                <a:gd name="T56" fmla="*/ 186 w 3280"/>
                <a:gd name="T57" fmla="*/ 2639 h 2664"/>
                <a:gd name="T58" fmla="*/ 90 w 3280"/>
                <a:gd name="T59" fmla="*/ 2574 h 2664"/>
                <a:gd name="T60" fmla="*/ 24 w 3280"/>
                <a:gd name="T61" fmla="*/ 2477 h 2664"/>
                <a:gd name="T62" fmla="*/ 0 w 3280"/>
                <a:gd name="T63" fmla="*/ 2356 h 2664"/>
                <a:gd name="T64" fmla="*/ 0 w 3280"/>
                <a:gd name="T65" fmla="*/ 305 h 2664"/>
                <a:gd name="T66" fmla="*/ 24 w 3280"/>
                <a:gd name="T67" fmla="*/ 187 h 2664"/>
                <a:gd name="T68" fmla="*/ 90 w 3280"/>
                <a:gd name="T69" fmla="*/ 90 h 2664"/>
                <a:gd name="T70" fmla="*/ 186 w 3280"/>
                <a:gd name="T71" fmla="*/ 24 h 2664"/>
                <a:gd name="T72" fmla="*/ 308 w 3280"/>
                <a:gd name="T73" fmla="*/ 0 h 2664"/>
                <a:gd name="T74" fmla="*/ 426 w 3280"/>
                <a:gd name="T75" fmla="*/ 23 h 2664"/>
                <a:gd name="T76" fmla="*/ 522 w 3280"/>
                <a:gd name="T77" fmla="*/ 87 h 2664"/>
                <a:gd name="T78" fmla="*/ 589 w 3280"/>
                <a:gd name="T79" fmla="*/ 182 h 2664"/>
                <a:gd name="T80" fmla="*/ 616 w 3280"/>
                <a:gd name="T81" fmla="*/ 298 h 2664"/>
                <a:gd name="T82" fmla="*/ 616 w 3280"/>
                <a:gd name="T83" fmla="*/ 2048 h 2664"/>
                <a:gd name="T84" fmla="*/ 2972 w 3280"/>
                <a:gd name="T85" fmla="*/ 2048 h 2664"/>
                <a:gd name="T86" fmla="*/ 2972 w 3280"/>
                <a:gd name="T87" fmla="*/ 2048 h 2664"/>
                <a:gd name="T88" fmla="*/ 2972 w 3280"/>
                <a:gd name="T89" fmla="*/ 2048 h 2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280" h="2664">
                  <a:moveTo>
                    <a:pt x="819" y="966"/>
                  </a:moveTo>
                  <a:cubicBezTo>
                    <a:pt x="819" y="367"/>
                    <a:pt x="819" y="367"/>
                    <a:pt x="819" y="367"/>
                  </a:cubicBezTo>
                  <a:cubicBezTo>
                    <a:pt x="1346" y="812"/>
                    <a:pt x="1346" y="812"/>
                    <a:pt x="1346" y="812"/>
                  </a:cubicBezTo>
                  <a:cubicBezTo>
                    <a:pt x="1920" y="141"/>
                    <a:pt x="1920" y="141"/>
                    <a:pt x="1920" y="141"/>
                  </a:cubicBezTo>
                  <a:cubicBezTo>
                    <a:pt x="1923" y="131"/>
                    <a:pt x="1923" y="131"/>
                    <a:pt x="1923" y="131"/>
                  </a:cubicBezTo>
                  <a:cubicBezTo>
                    <a:pt x="1926" y="134"/>
                    <a:pt x="1926" y="134"/>
                    <a:pt x="1926" y="134"/>
                  </a:cubicBezTo>
                  <a:cubicBezTo>
                    <a:pt x="1930" y="131"/>
                    <a:pt x="1930" y="131"/>
                    <a:pt x="1930" y="131"/>
                  </a:cubicBezTo>
                  <a:cubicBezTo>
                    <a:pt x="1959" y="167"/>
                    <a:pt x="1959" y="167"/>
                    <a:pt x="1959" y="167"/>
                  </a:cubicBezTo>
                  <a:cubicBezTo>
                    <a:pt x="2945" y="1153"/>
                    <a:pt x="2945" y="1153"/>
                    <a:pt x="2945" y="1153"/>
                  </a:cubicBezTo>
                  <a:cubicBezTo>
                    <a:pt x="3270" y="832"/>
                    <a:pt x="3270" y="832"/>
                    <a:pt x="3270" y="832"/>
                  </a:cubicBezTo>
                  <a:cubicBezTo>
                    <a:pt x="3270" y="1845"/>
                    <a:pt x="3270" y="1845"/>
                    <a:pt x="3270" y="1845"/>
                  </a:cubicBezTo>
                  <a:cubicBezTo>
                    <a:pt x="2254" y="1835"/>
                    <a:pt x="2254" y="1835"/>
                    <a:pt x="2254" y="1835"/>
                  </a:cubicBezTo>
                  <a:cubicBezTo>
                    <a:pt x="2611" y="1484"/>
                    <a:pt x="2611" y="1484"/>
                    <a:pt x="2611" y="1484"/>
                  </a:cubicBezTo>
                  <a:cubicBezTo>
                    <a:pt x="1966" y="835"/>
                    <a:pt x="1966" y="835"/>
                    <a:pt x="1966" y="835"/>
                  </a:cubicBezTo>
                  <a:cubicBezTo>
                    <a:pt x="1435" y="1458"/>
                    <a:pt x="1435" y="1458"/>
                    <a:pt x="1435" y="1458"/>
                  </a:cubicBezTo>
                  <a:cubicBezTo>
                    <a:pt x="1412" y="1487"/>
                    <a:pt x="1412" y="1487"/>
                    <a:pt x="1412" y="1487"/>
                  </a:cubicBezTo>
                  <a:cubicBezTo>
                    <a:pt x="1412" y="1484"/>
                    <a:pt x="1412" y="1484"/>
                    <a:pt x="1412" y="1484"/>
                  </a:cubicBezTo>
                  <a:lnTo>
                    <a:pt x="819" y="966"/>
                  </a:lnTo>
                  <a:close/>
                  <a:moveTo>
                    <a:pt x="2972" y="2048"/>
                  </a:moveTo>
                  <a:cubicBezTo>
                    <a:pt x="3013" y="2048"/>
                    <a:pt x="3053" y="2056"/>
                    <a:pt x="3091" y="2072"/>
                  </a:cubicBezTo>
                  <a:cubicBezTo>
                    <a:pt x="3129" y="2089"/>
                    <a:pt x="3162" y="2111"/>
                    <a:pt x="3189" y="2138"/>
                  </a:cubicBezTo>
                  <a:cubicBezTo>
                    <a:pt x="3217" y="2165"/>
                    <a:pt x="3239" y="2198"/>
                    <a:pt x="3255" y="2236"/>
                  </a:cubicBezTo>
                  <a:cubicBezTo>
                    <a:pt x="3271" y="2274"/>
                    <a:pt x="3280" y="2314"/>
                    <a:pt x="3280" y="2356"/>
                  </a:cubicBezTo>
                  <a:cubicBezTo>
                    <a:pt x="3280" y="2400"/>
                    <a:pt x="3271" y="2440"/>
                    <a:pt x="3255" y="2477"/>
                  </a:cubicBezTo>
                  <a:cubicBezTo>
                    <a:pt x="3239" y="2514"/>
                    <a:pt x="3217" y="2546"/>
                    <a:pt x="3189" y="2574"/>
                  </a:cubicBezTo>
                  <a:cubicBezTo>
                    <a:pt x="3162" y="2601"/>
                    <a:pt x="3129" y="2623"/>
                    <a:pt x="3091" y="2639"/>
                  </a:cubicBezTo>
                  <a:cubicBezTo>
                    <a:pt x="3053" y="2656"/>
                    <a:pt x="3013" y="2664"/>
                    <a:pt x="2972" y="2664"/>
                  </a:cubicBezTo>
                  <a:cubicBezTo>
                    <a:pt x="308" y="2664"/>
                    <a:pt x="308" y="2664"/>
                    <a:pt x="308" y="2664"/>
                  </a:cubicBezTo>
                  <a:cubicBezTo>
                    <a:pt x="264" y="2664"/>
                    <a:pt x="223" y="2656"/>
                    <a:pt x="186" y="2639"/>
                  </a:cubicBezTo>
                  <a:cubicBezTo>
                    <a:pt x="149" y="2623"/>
                    <a:pt x="117" y="2601"/>
                    <a:pt x="90" y="2574"/>
                  </a:cubicBezTo>
                  <a:cubicBezTo>
                    <a:pt x="62" y="2546"/>
                    <a:pt x="40" y="2514"/>
                    <a:pt x="24" y="2477"/>
                  </a:cubicBezTo>
                  <a:cubicBezTo>
                    <a:pt x="8" y="2440"/>
                    <a:pt x="0" y="2400"/>
                    <a:pt x="0" y="2356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263"/>
                    <a:pt x="8" y="224"/>
                    <a:pt x="24" y="187"/>
                  </a:cubicBezTo>
                  <a:cubicBezTo>
                    <a:pt x="40" y="149"/>
                    <a:pt x="62" y="117"/>
                    <a:pt x="90" y="90"/>
                  </a:cubicBezTo>
                  <a:cubicBezTo>
                    <a:pt x="117" y="63"/>
                    <a:pt x="149" y="41"/>
                    <a:pt x="186" y="24"/>
                  </a:cubicBezTo>
                  <a:cubicBezTo>
                    <a:pt x="223" y="8"/>
                    <a:pt x="264" y="0"/>
                    <a:pt x="308" y="0"/>
                  </a:cubicBezTo>
                  <a:cubicBezTo>
                    <a:pt x="349" y="0"/>
                    <a:pt x="388" y="7"/>
                    <a:pt x="426" y="23"/>
                  </a:cubicBezTo>
                  <a:cubicBezTo>
                    <a:pt x="463" y="38"/>
                    <a:pt x="495" y="59"/>
                    <a:pt x="522" y="87"/>
                  </a:cubicBezTo>
                  <a:cubicBezTo>
                    <a:pt x="549" y="114"/>
                    <a:pt x="572" y="146"/>
                    <a:pt x="589" y="182"/>
                  </a:cubicBezTo>
                  <a:cubicBezTo>
                    <a:pt x="607" y="218"/>
                    <a:pt x="616" y="256"/>
                    <a:pt x="616" y="298"/>
                  </a:cubicBezTo>
                  <a:cubicBezTo>
                    <a:pt x="616" y="2048"/>
                    <a:pt x="616" y="2048"/>
                    <a:pt x="616" y="2048"/>
                  </a:cubicBezTo>
                  <a:lnTo>
                    <a:pt x="2972" y="2048"/>
                  </a:lnTo>
                  <a:close/>
                  <a:moveTo>
                    <a:pt x="2972" y="2048"/>
                  </a:moveTo>
                  <a:cubicBezTo>
                    <a:pt x="2972" y="2048"/>
                    <a:pt x="2972" y="2048"/>
                    <a:pt x="2972" y="2048"/>
                  </a:cubicBezTo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9" name="Group 4798"/>
          <p:cNvGrpSpPr/>
          <p:nvPr/>
        </p:nvGrpSpPr>
        <p:grpSpPr>
          <a:xfrm>
            <a:off x="2694046" y="2654301"/>
            <a:ext cx="745548" cy="2303715"/>
            <a:chOff x="1002934" y="1856680"/>
            <a:chExt cx="1233036" cy="4708121"/>
          </a:xfr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sp>
          <p:nvSpPr>
            <p:cNvPr id="161" name="Freeform 908"/>
            <p:cNvSpPr/>
            <p:nvPr/>
          </p:nvSpPr>
          <p:spPr bwMode="auto">
            <a:xfrm>
              <a:off x="1004727" y="1856680"/>
              <a:ext cx="490168" cy="4706328"/>
            </a:xfrm>
            <a:custGeom>
              <a:avLst/>
              <a:gdLst>
                <a:gd name="T0" fmla="*/ 547 w 547"/>
                <a:gd name="T1" fmla="*/ 5252 h 5252"/>
                <a:gd name="T2" fmla="*/ 0 w 547"/>
                <a:gd name="T3" fmla="*/ 5079 h 5252"/>
                <a:gd name="T4" fmla="*/ 0 w 547"/>
                <a:gd name="T5" fmla="*/ 173 h 5252"/>
                <a:gd name="T6" fmla="*/ 547 w 547"/>
                <a:gd name="T7" fmla="*/ 0 h 5252"/>
                <a:gd name="T8" fmla="*/ 547 w 547"/>
                <a:gd name="T9" fmla="*/ 5252 h 5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7" h="5252">
                  <a:moveTo>
                    <a:pt x="547" y="5252"/>
                  </a:moveTo>
                  <a:lnTo>
                    <a:pt x="0" y="5079"/>
                  </a:lnTo>
                  <a:lnTo>
                    <a:pt x="0" y="173"/>
                  </a:lnTo>
                  <a:lnTo>
                    <a:pt x="547" y="0"/>
                  </a:lnTo>
                  <a:lnTo>
                    <a:pt x="547" y="525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62" name="Freeform 909"/>
            <p:cNvSpPr/>
            <p:nvPr/>
          </p:nvSpPr>
          <p:spPr bwMode="auto">
            <a:xfrm>
              <a:off x="1004726" y="1856680"/>
              <a:ext cx="490168" cy="4706329"/>
            </a:xfrm>
            <a:custGeom>
              <a:avLst/>
              <a:gdLst>
                <a:gd name="T0" fmla="*/ 547 w 547"/>
                <a:gd name="T1" fmla="*/ 5252 h 5252"/>
                <a:gd name="T2" fmla="*/ 0 w 547"/>
                <a:gd name="T3" fmla="*/ 5079 h 5252"/>
                <a:gd name="T4" fmla="*/ 0 w 547"/>
                <a:gd name="T5" fmla="*/ 173 h 5252"/>
                <a:gd name="T6" fmla="*/ 547 w 547"/>
                <a:gd name="T7" fmla="*/ 0 h 5252"/>
                <a:gd name="T8" fmla="*/ 547 w 547"/>
                <a:gd name="T9" fmla="*/ 5252 h 5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7" h="5252">
                  <a:moveTo>
                    <a:pt x="547" y="5252"/>
                  </a:moveTo>
                  <a:lnTo>
                    <a:pt x="0" y="5079"/>
                  </a:lnTo>
                  <a:lnTo>
                    <a:pt x="0" y="173"/>
                  </a:lnTo>
                  <a:lnTo>
                    <a:pt x="547" y="0"/>
                  </a:lnTo>
                  <a:lnTo>
                    <a:pt x="547" y="525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63" name="Freeform 910"/>
            <p:cNvSpPr/>
            <p:nvPr/>
          </p:nvSpPr>
          <p:spPr bwMode="auto">
            <a:xfrm>
              <a:off x="1494894" y="1858472"/>
              <a:ext cx="491064" cy="4706329"/>
            </a:xfrm>
            <a:custGeom>
              <a:avLst/>
              <a:gdLst>
                <a:gd name="T0" fmla="*/ 548 w 548"/>
                <a:gd name="T1" fmla="*/ 5079 h 5252"/>
                <a:gd name="T2" fmla="*/ 0 w 548"/>
                <a:gd name="T3" fmla="*/ 5252 h 5252"/>
                <a:gd name="T4" fmla="*/ 0 w 548"/>
                <a:gd name="T5" fmla="*/ 0 h 5252"/>
                <a:gd name="T6" fmla="*/ 548 w 548"/>
                <a:gd name="T7" fmla="*/ 171 h 5252"/>
                <a:gd name="T8" fmla="*/ 548 w 548"/>
                <a:gd name="T9" fmla="*/ 5079 h 5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8" h="5252">
                  <a:moveTo>
                    <a:pt x="548" y="5079"/>
                  </a:moveTo>
                  <a:lnTo>
                    <a:pt x="0" y="5252"/>
                  </a:lnTo>
                  <a:lnTo>
                    <a:pt x="0" y="0"/>
                  </a:lnTo>
                  <a:lnTo>
                    <a:pt x="548" y="171"/>
                  </a:lnTo>
                  <a:lnTo>
                    <a:pt x="548" y="507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64" name="Freeform 911"/>
            <p:cNvSpPr/>
            <p:nvPr/>
          </p:nvSpPr>
          <p:spPr bwMode="auto">
            <a:xfrm>
              <a:off x="1494894" y="1858472"/>
              <a:ext cx="491064" cy="4706329"/>
            </a:xfrm>
            <a:custGeom>
              <a:avLst/>
              <a:gdLst>
                <a:gd name="T0" fmla="*/ 548 w 548"/>
                <a:gd name="T1" fmla="*/ 5079 h 5252"/>
                <a:gd name="T2" fmla="*/ 0 w 548"/>
                <a:gd name="T3" fmla="*/ 5252 h 5252"/>
                <a:gd name="T4" fmla="*/ 0 w 548"/>
                <a:gd name="T5" fmla="*/ 0 h 5252"/>
                <a:gd name="T6" fmla="*/ 548 w 548"/>
                <a:gd name="T7" fmla="*/ 171 h 5252"/>
                <a:gd name="T8" fmla="*/ 548 w 548"/>
                <a:gd name="T9" fmla="*/ 5079 h 5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8" h="5252">
                  <a:moveTo>
                    <a:pt x="548" y="5079"/>
                  </a:moveTo>
                  <a:lnTo>
                    <a:pt x="0" y="5252"/>
                  </a:lnTo>
                  <a:lnTo>
                    <a:pt x="0" y="0"/>
                  </a:lnTo>
                  <a:lnTo>
                    <a:pt x="548" y="171"/>
                  </a:lnTo>
                  <a:lnTo>
                    <a:pt x="548" y="507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65" name="Rectangle 1221"/>
            <p:cNvSpPr>
              <a:spLocks noChangeArrowheads="1"/>
            </p:cNvSpPr>
            <p:nvPr/>
          </p:nvSpPr>
          <p:spPr bwMode="auto">
            <a:xfrm>
              <a:off x="2227905" y="6096139"/>
              <a:ext cx="1792" cy="26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66" name="Rectangle 1222"/>
            <p:cNvSpPr>
              <a:spLocks noChangeArrowheads="1"/>
            </p:cNvSpPr>
            <p:nvPr/>
          </p:nvSpPr>
          <p:spPr bwMode="auto">
            <a:xfrm>
              <a:off x="2227905" y="6096139"/>
              <a:ext cx="1792" cy="26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67" name="Freeform 1223"/>
            <p:cNvSpPr/>
            <p:nvPr/>
          </p:nvSpPr>
          <p:spPr bwMode="auto">
            <a:xfrm>
              <a:off x="2229697" y="6096139"/>
              <a:ext cx="6273" cy="4481"/>
            </a:xfrm>
            <a:custGeom>
              <a:avLst/>
              <a:gdLst>
                <a:gd name="T0" fmla="*/ 0 w 7"/>
                <a:gd name="T1" fmla="*/ 0 h 5"/>
                <a:gd name="T2" fmla="*/ 0 w 7"/>
                <a:gd name="T3" fmla="*/ 3 h 5"/>
                <a:gd name="T4" fmla="*/ 7 w 7"/>
                <a:gd name="T5" fmla="*/ 5 h 5"/>
                <a:gd name="T6" fmla="*/ 7 w 7"/>
                <a:gd name="T7" fmla="*/ 5 h 5"/>
                <a:gd name="T8" fmla="*/ 0 w 7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5">
                  <a:moveTo>
                    <a:pt x="0" y="0"/>
                  </a:moveTo>
                  <a:lnTo>
                    <a:pt x="0" y="3"/>
                  </a:lnTo>
                  <a:lnTo>
                    <a:pt x="7" y="5"/>
                  </a:lnTo>
                  <a:lnTo>
                    <a:pt x="7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68" name="Freeform 1224"/>
            <p:cNvSpPr/>
            <p:nvPr/>
          </p:nvSpPr>
          <p:spPr bwMode="auto">
            <a:xfrm>
              <a:off x="2229697" y="6096139"/>
              <a:ext cx="6273" cy="4481"/>
            </a:xfrm>
            <a:custGeom>
              <a:avLst/>
              <a:gdLst>
                <a:gd name="T0" fmla="*/ 0 w 7"/>
                <a:gd name="T1" fmla="*/ 0 h 5"/>
                <a:gd name="T2" fmla="*/ 0 w 7"/>
                <a:gd name="T3" fmla="*/ 3 h 5"/>
                <a:gd name="T4" fmla="*/ 7 w 7"/>
                <a:gd name="T5" fmla="*/ 5 h 5"/>
                <a:gd name="T6" fmla="*/ 7 w 7"/>
                <a:gd name="T7" fmla="*/ 5 h 5"/>
                <a:gd name="T8" fmla="*/ 0 w 7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5">
                  <a:moveTo>
                    <a:pt x="0" y="0"/>
                  </a:moveTo>
                  <a:lnTo>
                    <a:pt x="0" y="3"/>
                  </a:lnTo>
                  <a:lnTo>
                    <a:pt x="7" y="5"/>
                  </a:lnTo>
                  <a:lnTo>
                    <a:pt x="7" y="5"/>
                  </a:ln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69" name="Freeform 1277"/>
            <p:cNvSpPr/>
            <p:nvPr/>
          </p:nvSpPr>
          <p:spPr bwMode="auto">
            <a:xfrm>
              <a:off x="1002934" y="1943602"/>
              <a:ext cx="489272" cy="4307563"/>
            </a:xfrm>
            <a:custGeom>
              <a:avLst/>
              <a:gdLst>
                <a:gd name="T0" fmla="*/ 546 w 546"/>
                <a:gd name="T1" fmla="*/ 4807 h 4807"/>
                <a:gd name="T2" fmla="*/ 0 w 546"/>
                <a:gd name="T3" fmla="*/ 4634 h 4807"/>
                <a:gd name="T4" fmla="*/ 0 w 546"/>
                <a:gd name="T5" fmla="*/ 170 h 4807"/>
                <a:gd name="T6" fmla="*/ 546 w 546"/>
                <a:gd name="T7" fmla="*/ 0 h 4807"/>
                <a:gd name="T8" fmla="*/ 546 w 546"/>
                <a:gd name="T9" fmla="*/ 4807 h 48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4807">
                  <a:moveTo>
                    <a:pt x="546" y="4807"/>
                  </a:moveTo>
                  <a:lnTo>
                    <a:pt x="0" y="4634"/>
                  </a:lnTo>
                  <a:lnTo>
                    <a:pt x="0" y="170"/>
                  </a:lnTo>
                  <a:lnTo>
                    <a:pt x="546" y="0"/>
                  </a:lnTo>
                  <a:lnTo>
                    <a:pt x="546" y="480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70" name="Freeform 1278"/>
            <p:cNvSpPr/>
            <p:nvPr/>
          </p:nvSpPr>
          <p:spPr bwMode="auto">
            <a:xfrm>
              <a:off x="1002934" y="1943602"/>
              <a:ext cx="489272" cy="4307563"/>
            </a:xfrm>
            <a:custGeom>
              <a:avLst/>
              <a:gdLst>
                <a:gd name="T0" fmla="*/ 546 w 546"/>
                <a:gd name="T1" fmla="*/ 4807 h 4807"/>
                <a:gd name="T2" fmla="*/ 0 w 546"/>
                <a:gd name="T3" fmla="*/ 4634 h 4807"/>
                <a:gd name="T4" fmla="*/ 0 w 546"/>
                <a:gd name="T5" fmla="*/ 170 h 4807"/>
                <a:gd name="T6" fmla="*/ 546 w 546"/>
                <a:gd name="T7" fmla="*/ 0 h 4807"/>
                <a:gd name="T8" fmla="*/ 546 w 546"/>
                <a:gd name="T9" fmla="*/ 4807 h 48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4807">
                  <a:moveTo>
                    <a:pt x="546" y="4807"/>
                  </a:moveTo>
                  <a:lnTo>
                    <a:pt x="0" y="4634"/>
                  </a:lnTo>
                  <a:lnTo>
                    <a:pt x="0" y="170"/>
                  </a:lnTo>
                  <a:lnTo>
                    <a:pt x="546" y="0"/>
                  </a:lnTo>
                  <a:lnTo>
                    <a:pt x="546" y="4807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71" name="Freeform 1279"/>
            <p:cNvSpPr/>
            <p:nvPr/>
          </p:nvSpPr>
          <p:spPr bwMode="auto">
            <a:xfrm>
              <a:off x="1002934" y="2081602"/>
              <a:ext cx="54662" cy="54662"/>
            </a:xfrm>
            <a:custGeom>
              <a:avLst/>
              <a:gdLst>
                <a:gd name="T0" fmla="*/ 61 w 61"/>
                <a:gd name="T1" fmla="*/ 0 h 61"/>
                <a:gd name="T2" fmla="*/ 9 w 61"/>
                <a:gd name="T3" fmla="*/ 16 h 61"/>
                <a:gd name="T4" fmla="*/ 0 w 61"/>
                <a:gd name="T5" fmla="*/ 26 h 61"/>
                <a:gd name="T6" fmla="*/ 0 w 61"/>
                <a:gd name="T7" fmla="*/ 61 h 61"/>
                <a:gd name="T8" fmla="*/ 61 w 61"/>
                <a:gd name="T9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61">
                  <a:moveTo>
                    <a:pt x="61" y="0"/>
                  </a:moveTo>
                  <a:lnTo>
                    <a:pt x="9" y="16"/>
                  </a:lnTo>
                  <a:lnTo>
                    <a:pt x="0" y="26"/>
                  </a:lnTo>
                  <a:lnTo>
                    <a:pt x="0" y="61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72" name="Freeform 1280"/>
            <p:cNvSpPr/>
            <p:nvPr/>
          </p:nvSpPr>
          <p:spPr bwMode="auto">
            <a:xfrm>
              <a:off x="1002934" y="2081602"/>
              <a:ext cx="54662" cy="54662"/>
            </a:xfrm>
            <a:custGeom>
              <a:avLst/>
              <a:gdLst>
                <a:gd name="T0" fmla="*/ 61 w 61"/>
                <a:gd name="T1" fmla="*/ 0 h 61"/>
                <a:gd name="T2" fmla="*/ 9 w 61"/>
                <a:gd name="T3" fmla="*/ 16 h 61"/>
                <a:gd name="T4" fmla="*/ 0 w 61"/>
                <a:gd name="T5" fmla="*/ 26 h 61"/>
                <a:gd name="T6" fmla="*/ 0 w 61"/>
                <a:gd name="T7" fmla="*/ 61 h 61"/>
                <a:gd name="T8" fmla="*/ 61 w 61"/>
                <a:gd name="T9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61">
                  <a:moveTo>
                    <a:pt x="61" y="0"/>
                  </a:moveTo>
                  <a:lnTo>
                    <a:pt x="9" y="16"/>
                  </a:lnTo>
                  <a:lnTo>
                    <a:pt x="0" y="26"/>
                  </a:lnTo>
                  <a:lnTo>
                    <a:pt x="0" y="61"/>
                  </a:lnTo>
                  <a:lnTo>
                    <a:pt x="61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73" name="Freeform 1281"/>
            <p:cNvSpPr/>
            <p:nvPr/>
          </p:nvSpPr>
          <p:spPr bwMode="auto">
            <a:xfrm>
              <a:off x="1002934" y="2053823"/>
              <a:ext cx="144272" cy="144272"/>
            </a:xfrm>
            <a:custGeom>
              <a:avLst/>
              <a:gdLst>
                <a:gd name="T0" fmla="*/ 161 w 161"/>
                <a:gd name="T1" fmla="*/ 0 h 161"/>
                <a:gd name="T2" fmla="*/ 109 w 161"/>
                <a:gd name="T3" fmla="*/ 16 h 161"/>
                <a:gd name="T4" fmla="*/ 0 w 161"/>
                <a:gd name="T5" fmla="*/ 125 h 161"/>
                <a:gd name="T6" fmla="*/ 0 w 161"/>
                <a:gd name="T7" fmla="*/ 161 h 161"/>
                <a:gd name="T8" fmla="*/ 161 w 161"/>
                <a:gd name="T9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1" h="161">
                  <a:moveTo>
                    <a:pt x="161" y="0"/>
                  </a:moveTo>
                  <a:lnTo>
                    <a:pt x="109" y="16"/>
                  </a:lnTo>
                  <a:lnTo>
                    <a:pt x="0" y="125"/>
                  </a:lnTo>
                  <a:lnTo>
                    <a:pt x="0" y="161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74" name="Freeform 1282"/>
            <p:cNvSpPr/>
            <p:nvPr/>
          </p:nvSpPr>
          <p:spPr bwMode="auto">
            <a:xfrm>
              <a:off x="1002934" y="2053823"/>
              <a:ext cx="144272" cy="144272"/>
            </a:xfrm>
            <a:custGeom>
              <a:avLst/>
              <a:gdLst>
                <a:gd name="T0" fmla="*/ 161 w 161"/>
                <a:gd name="T1" fmla="*/ 0 h 161"/>
                <a:gd name="T2" fmla="*/ 109 w 161"/>
                <a:gd name="T3" fmla="*/ 16 h 161"/>
                <a:gd name="T4" fmla="*/ 0 w 161"/>
                <a:gd name="T5" fmla="*/ 125 h 161"/>
                <a:gd name="T6" fmla="*/ 0 w 161"/>
                <a:gd name="T7" fmla="*/ 161 h 161"/>
                <a:gd name="T8" fmla="*/ 161 w 161"/>
                <a:gd name="T9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1" h="161">
                  <a:moveTo>
                    <a:pt x="161" y="0"/>
                  </a:moveTo>
                  <a:lnTo>
                    <a:pt x="109" y="16"/>
                  </a:lnTo>
                  <a:lnTo>
                    <a:pt x="0" y="125"/>
                  </a:lnTo>
                  <a:lnTo>
                    <a:pt x="0" y="161"/>
                  </a:lnTo>
                  <a:lnTo>
                    <a:pt x="161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75" name="Freeform 1283"/>
            <p:cNvSpPr/>
            <p:nvPr/>
          </p:nvSpPr>
          <p:spPr bwMode="auto">
            <a:xfrm>
              <a:off x="1002934" y="2026043"/>
              <a:ext cx="232987" cy="232987"/>
            </a:xfrm>
            <a:custGeom>
              <a:avLst/>
              <a:gdLst>
                <a:gd name="T0" fmla="*/ 260 w 260"/>
                <a:gd name="T1" fmla="*/ 0 h 260"/>
                <a:gd name="T2" fmla="*/ 208 w 260"/>
                <a:gd name="T3" fmla="*/ 14 h 260"/>
                <a:gd name="T4" fmla="*/ 0 w 260"/>
                <a:gd name="T5" fmla="*/ 225 h 260"/>
                <a:gd name="T6" fmla="*/ 0 w 260"/>
                <a:gd name="T7" fmla="*/ 260 h 260"/>
                <a:gd name="T8" fmla="*/ 260 w 260"/>
                <a:gd name="T9" fmla="*/ 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0" h="260">
                  <a:moveTo>
                    <a:pt x="260" y="0"/>
                  </a:moveTo>
                  <a:lnTo>
                    <a:pt x="208" y="14"/>
                  </a:lnTo>
                  <a:lnTo>
                    <a:pt x="0" y="225"/>
                  </a:lnTo>
                  <a:lnTo>
                    <a:pt x="0" y="260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76" name="Freeform 1284"/>
            <p:cNvSpPr/>
            <p:nvPr/>
          </p:nvSpPr>
          <p:spPr bwMode="auto">
            <a:xfrm>
              <a:off x="1002934" y="2026043"/>
              <a:ext cx="232987" cy="232987"/>
            </a:xfrm>
            <a:custGeom>
              <a:avLst/>
              <a:gdLst>
                <a:gd name="T0" fmla="*/ 260 w 260"/>
                <a:gd name="T1" fmla="*/ 0 h 260"/>
                <a:gd name="T2" fmla="*/ 208 w 260"/>
                <a:gd name="T3" fmla="*/ 14 h 260"/>
                <a:gd name="T4" fmla="*/ 0 w 260"/>
                <a:gd name="T5" fmla="*/ 225 h 260"/>
                <a:gd name="T6" fmla="*/ 0 w 260"/>
                <a:gd name="T7" fmla="*/ 260 h 260"/>
                <a:gd name="T8" fmla="*/ 260 w 260"/>
                <a:gd name="T9" fmla="*/ 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0" h="260">
                  <a:moveTo>
                    <a:pt x="260" y="0"/>
                  </a:moveTo>
                  <a:lnTo>
                    <a:pt x="208" y="14"/>
                  </a:lnTo>
                  <a:lnTo>
                    <a:pt x="0" y="225"/>
                  </a:lnTo>
                  <a:lnTo>
                    <a:pt x="0" y="260"/>
                  </a:lnTo>
                  <a:lnTo>
                    <a:pt x="26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77" name="Freeform 1285"/>
            <p:cNvSpPr/>
            <p:nvPr/>
          </p:nvSpPr>
          <p:spPr bwMode="auto">
            <a:xfrm>
              <a:off x="1002934" y="1996472"/>
              <a:ext cx="321701" cy="324389"/>
            </a:xfrm>
            <a:custGeom>
              <a:avLst/>
              <a:gdLst>
                <a:gd name="T0" fmla="*/ 359 w 359"/>
                <a:gd name="T1" fmla="*/ 0 h 362"/>
                <a:gd name="T2" fmla="*/ 307 w 359"/>
                <a:gd name="T3" fmla="*/ 17 h 362"/>
                <a:gd name="T4" fmla="*/ 0 w 359"/>
                <a:gd name="T5" fmla="*/ 326 h 362"/>
                <a:gd name="T6" fmla="*/ 0 w 359"/>
                <a:gd name="T7" fmla="*/ 362 h 362"/>
                <a:gd name="T8" fmla="*/ 359 w 359"/>
                <a:gd name="T9" fmla="*/ 0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9" h="362">
                  <a:moveTo>
                    <a:pt x="359" y="0"/>
                  </a:moveTo>
                  <a:lnTo>
                    <a:pt x="307" y="17"/>
                  </a:lnTo>
                  <a:lnTo>
                    <a:pt x="0" y="326"/>
                  </a:lnTo>
                  <a:lnTo>
                    <a:pt x="0" y="362"/>
                  </a:lnTo>
                  <a:lnTo>
                    <a:pt x="3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78" name="Freeform 1286"/>
            <p:cNvSpPr/>
            <p:nvPr/>
          </p:nvSpPr>
          <p:spPr bwMode="auto">
            <a:xfrm>
              <a:off x="1002934" y="1996472"/>
              <a:ext cx="321701" cy="324389"/>
            </a:xfrm>
            <a:custGeom>
              <a:avLst/>
              <a:gdLst>
                <a:gd name="T0" fmla="*/ 359 w 359"/>
                <a:gd name="T1" fmla="*/ 0 h 362"/>
                <a:gd name="T2" fmla="*/ 307 w 359"/>
                <a:gd name="T3" fmla="*/ 17 h 362"/>
                <a:gd name="T4" fmla="*/ 0 w 359"/>
                <a:gd name="T5" fmla="*/ 326 h 362"/>
                <a:gd name="T6" fmla="*/ 0 w 359"/>
                <a:gd name="T7" fmla="*/ 362 h 362"/>
                <a:gd name="T8" fmla="*/ 359 w 359"/>
                <a:gd name="T9" fmla="*/ 0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9" h="362">
                  <a:moveTo>
                    <a:pt x="359" y="0"/>
                  </a:moveTo>
                  <a:lnTo>
                    <a:pt x="307" y="17"/>
                  </a:lnTo>
                  <a:lnTo>
                    <a:pt x="0" y="326"/>
                  </a:lnTo>
                  <a:lnTo>
                    <a:pt x="0" y="362"/>
                  </a:lnTo>
                  <a:lnTo>
                    <a:pt x="359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79" name="Freeform 1287"/>
            <p:cNvSpPr/>
            <p:nvPr/>
          </p:nvSpPr>
          <p:spPr bwMode="auto">
            <a:xfrm>
              <a:off x="1002934" y="1968693"/>
              <a:ext cx="411311" cy="411311"/>
            </a:xfrm>
            <a:custGeom>
              <a:avLst/>
              <a:gdLst>
                <a:gd name="T0" fmla="*/ 459 w 459"/>
                <a:gd name="T1" fmla="*/ 0 h 459"/>
                <a:gd name="T2" fmla="*/ 407 w 459"/>
                <a:gd name="T3" fmla="*/ 17 h 459"/>
                <a:gd name="T4" fmla="*/ 0 w 459"/>
                <a:gd name="T5" fmla="*/ 424 h 459"/>
                <a:gd name="T6" fmla="*/ 0 w 459"/>
                <a:gd name="T7" fmla="*/ 459 h 459"/>
                <a:gd name="T8" fmla="*/ 459 w 459"/>
                <a:gd name="T9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9" h="459">
                  <a:moveTo>
                    <a:pt x="459" y="0"/>
                  </a:moveTo>
                  <a:lnTo>
                    <a:pt x="407" y="17"/>
                  </a:lnTo>
                  <a:lnTo>
                    <a:pt x="0" y="424"/>
                  </a:lnTo>
                  <a:lnTo>
                    <a:pt x="0" y="459"/>
                  </a:lnTo>
                  <a:lnTo>
                    <a:pt x="4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80" name="Freeform 1288"/>
            <p:cNvSpPr/>
            <p:nvPr/>
          </p:nvSpPr>
          <p:spPr bwMode="auto">
            <a:xfrm>
              <a:off x="1002934" y="1968693"/>
              <a:ext cx="411311" cy="411311"/>
            </a:xfrm>
            <a:custGeom>
              <a:avLst/>
              <a:gdLst>
                <a:gd name="T0" fmla="*/ 459 w 459"/>
                <a:gd name="T1" fmla="*/ 0 h 459"/>
                <a:gd name="T2" fmla="*/ 407 w 459"/>
                <a:gd name="T3" fmla="*/ 17 h 459"/>
                <a:gd name="T4" fmla="*/ 0 w 459"/>
                <a:gd name="T5" fmla="*/ 424 h 459"/>
                <a:gd name="T6" fmla="*/ 0 w 459"/>
                <a:gd name="T7" fmla="*/ 459 h 459"/>
                <a:gd name="T8" fmla="*/ 459 w 459"/>
                <a:gd name="T9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9" h="459">
                  <a:moveTo>
                    <a:pt x="459" y="0"/>
                  </a:moveTo>
                  <a:lnTo>
                    <a:pt x="407" y="17"/>
                  </a:lnTo>
                  <a:lnTo>
                    <a:pt x="0" y="424"/>
                  </a:lnTo>
                  <a:lnTo>
                    <a:pt x="0" y="459"/>
                  </a:lnTo>
                  <a:lnTo>
                    <a:pt x="459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81" name="Freeform 1289"/>
            <p:cNvSpPr/>
            <p:nvPr/>
          </p:nvSpPr>
          <p:spPr bwMode="auto">
            <a:xfrm>
              <a:off x="1002934" y="1943602"/>
              <a:ext cx="489272" cy="498233"/>
            </a:xfrm>
            <a:custGeom>
              <a:avLst/>
              <a:gdLst>
                <a:gd name="T0" fmla="*/ 546 w 546"/>
                <a:gd name="T1" fmla="*/ 0 h 556"/>
                <a:gd name="T2" fmla="*/ 506 w 546"/>
                <a:gd name="T3" fmla="*/ 14 h 556"/>
                <a:gd name="T4" fmla="*/ 0 w 546"/>
                <a:gd name="T5" fmla="*/ 520 h 556"/>
                <a:gd name="T6" fmla="*/ 0 w 546"/>
                <a:gd name="T7" fmla="*/ 556 h 556"/>
                <a:gd name="T8" fmla="*/ 546 w 546"/>
                <a:gd name="T9" fmla="*/ 7 h 556"/>
                <a:gd name="T10" fmla="*/ 546 w 546"/>
                <a:gd name="T11" fmla="*/ 0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6" h="556">
                  <a:moveTo>
                    <a:pt x="546" y="0"/>
                  </a:moveTo>
                  <a:lnTo>
                    <a:pt x="506" y="14"/>
                  </a:lnTo>
                  <a:lnTo>
                    <a:pt x="0" y="520"/>
                  </a:lnTo>
                  <a:lnTo>
                    <a:pt x="0" y="556"/>
                  </a:lnTo>
                  <a:lnTo>
                    <a:pt x="546" y="7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82" name="Freeform 1290"/>
            <p:cNvSpPr/>
            <p:nvPr/>
          </p:nvSpPr>
          <p:spPr bwMode="auto">
            <a:xfrm>
              <a:off x="1002934" y="1943602"/>
              <a:ext cx="489272" cy="498233"/>
            </a:xfrm>
            <a:custGeom>
              <a:avLst/>
              <a:gdLst>
                <a:gd name="T0" fmla="*/ 546 w 546"/>
                <a:gd name="T1" fmla="*/ 0 h 556"/>
                <a:gd name="T2" fmla="*/ 506 w 546"/>
                <a:gd name="T3" fmla="*/ 14 h 556"/>
                <a:gd name="T4" fmla="*/ 0 w 546"/>
                <a:gd name="T5" fmla="*/ 520 h 556"/>
                <a:gd name="T6" fmla="*/ 0 w 546"/>
                <a:gd name="T7" fmla="*/ 556 h 556"/>
                <a:gd name="T8" fmla="*/ 546 w 546"/>
                <a:gd name="T9" fmla="*/ 7 h 556"/>
                <a:gd name="T10" fmla="*/ 546 w 546"/>
                <a:gd name="T11" fmla="*/ 0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6" h="556">
                  <a:moveTo>
                    <a:pt x="546" y="0"/>
                  </a:moveTo>
                  <a:lnTo>
                    <a:pt x="506" y="14"/>
                  </a:lnTo>
                  <a:lnTo>
                    <a:pt x="0" y="520"/>
                  </a:lnTo>
                  <a:lnTo>
                    <a:pt x="0" y="556"/>
                  </a:lnTo>
                  <a:lnTo>
                    <a:pt x="546" y="7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83" name="Freeform 1291"/>
            <p:cNvSpPr/>
            <p:nvPr/>
          </p:nvSpPr>
          <p:spPr bwMode="auto">
            <a:xfrm>
              <a:off x="1002934" y="1979446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84" name="Freeform 1292"/>
            <p:cNvSpPr/>
            <p:nvPr/>
          </p:nvSpPr>
          <p:spPr bwMode="auto">
            <a:xfrm>
              <a:off x="1002934" y="1979446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85" name="Freeform 1293"/>
            <p:cNvSpPr/>
            <p:nvPr/>
          </p:nvSpPr>
          <p:spPr bwMode="auto">
            <a:xfrm>
              <a:off x="1002934" y="2041277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86" name="Freeform 1294"/>
            <p:cNvSpPr/>
            <p:nvPr/>
          </p:nvSpPr>
          <p:spPr bwMode="auto">
            <a:xfrm>
              <a:off x="1002934" y="2041277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87" name="Freeform 1295"/>
            <p:cNvSpPr/>
            <p:nvPr/>
          </p:nvSpPr>
          <p:spPr bwMode="auto">
            <a:xfrm>
              <a:off x="1002934" y="2102212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88" name="Freeform 1296"/>
            <p:cNvSpPr/>
            <p:nvPr/>
          </p:nvSpPr>
          <p:spPr bwMode="auto">
            <a:xfrm>
              <a:off x="1002934" y="2102212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89" name="Freeform 1297"/>
            <p:cNvSpPr/>
            <p:nvPr/>
          </p:nvSpPr>
          <p:spPr bwMode="auto">
            <a:xfrm>
              <a:off x="1002934" y="2164043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5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90" name="Freeform 1298"/>
            <p:cNvSpPr/>
            <p:nvPr/>
          </p:nvSpPr>
          <p:spPr bwMode="auto">
            <a:xfrm>
              <a:off x="1002934" y="2164043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5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91" name="Freeform 1300"/>
            <p:cNvSpPr/>
            <p:nvPr/>
          </p:nvSpPr>
          <p:spPr bwMode="auto">
            <a:xfrm>
              <a:off x="1002934" y="2224978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7 h 582"/>
                <a:gd name="T4" fmla="*/ 0 w 546"/>
                <a:gd name="T5" fmla="*/ 582 h 582"/>
                <a:gd name="T6" fmla="*/ 546 w 546"/>
                <a:gd name="T7" fmla="*/ 34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4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92" name="Freeform 1301"/>
            <p:cNvSpPr/>
            <p:nvPr/>
          </p:nvSpPr>
          <p:spPr bwMode="auto">
            <a:xfrm>
              <a:off x="1002934" y="2285017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93" name="Freeform 1302"/>
            <p:cNvSpPr/>
            <p:nvPr/>
          </p:nvSpPr>
          <p:spPr bwMode="auto">
            <a:xfrm>
              <a:off x="1002934" y="2285017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94" name="Freeform 1303"/>
            <p:cNvSpPr/>
            <p:nvPr/>
          </p:nvSpPr>
          <p:spPr bwMode="auto">
            <a:xfrm>
              <a:off x="1002934" y="234595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95" name="Freeform 1304"/>
            <p:cNvSpPr/>
            <p:nvPr/>
          </p:nvSpPr>
          <p:spPr bwMode="auto">
            <a:xfrm>
              <a:off x="1002934" y="234595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96" name="Freeform 1305"/>
            <p:cNvSpPr/>
            <p:nvPr/>
          </p:nvSpPr>
          <p:spPr bwMode="auto">
            <a:xfrm>
              <a:off x="1002934" y="2407783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8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97" name="Freeform 1306"/>
            <p:cNvSpPr/>
            <p:nvPr/>
          </p:nvSpPr>
          <p:spPr bwMode="auto">
            <a:xfrm>
              <a:off x="1002934" y="2407783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8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98" name="Freeform 1307"/>
            <p:cNvSpPr/>
            <p:nvPr/>
          </p:nvSpPr>
          <p:spPr bwMode="auto">
            <a:xfrm>
              <a:off x="1002934" y="2468718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7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99" name="Freeform 1308"/>
            <p:cNvSpPr/>
            <p:nvPr/>
          </p:nvSpPr>
          <p:spPr bwMode="auto">
            <a:xfrm>
              <a:off x="1002934" y="2468718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7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00" name="Freeform 1309"/>
            <p:cNvSpPr/>
            <p:nvPr/>
          </p:nvSpPr>
          <p:spPr bwMode="auto">
            <a:xfrm>
              <a:off x="1002934" y="2530549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01" name="Freeform 1310"/>
            <p:cNvSpPr/>
            <p:nvPr/>
          </p:nvSpPr>
          <p:spPr bwMode="auto">
            <a:xfrm>
              <a:off x="1002934" y="2530549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02" name="Freeform 1311"/>
            <p:cNvSpPr/>
            <p:nvPr/>
          </p:nvSpPr>
          <p:spPr bwMode="auto">
            <a:xfrm>
              <a:off x="1002934" y="258969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03" name="Freeform 1312"/>
            <p:cNvSpPr/>
            <p:nvPr/>
          </p:nvSpPr>
          <p:spPr bwMode="auto">
            <a:xfrm>
              <a:off x="1002934" y="258969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04" name="Freeform 1313"/>
            <p:cNvSpPr/>
            <p:nvPr/>
          </p:nvSpPr>
          <p:spPr bwMode="auto">
            <a:xfrm>
              <a:off x="1002934" y="2651523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05" name="Freeform 1314"/>
            <p:cNvSpPr/>
            <p:nvPr/>
          </p:nvSpPr>
          <p:spPr bwMode="auto">
            <a:xfrm>
              <a:off x="1002934" y="2651523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06" name="Freeform 1315"/>
            <p:cNvSpPr/>
            <p:nvPr/>
          </p:nvSpPr>
          <p:spPr bwMode="auto">
            <a:xfrm>
              <a:off x="1002934" y="2712458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07" name="Freeform 1316"/>
            <p:cNvSpPr/>
            <p:nvPr/>
          </p:nvSpPr>
          <p:spPr bwMode="auto">
            <a:xfrm>
              <a:off x="1002934" y="2712458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08" name="Freeform 1317"/>
            <p:cNvSpPr/>
            <p:nvPr/>
          </p:nvSpPr>
          <p:spPr bwMode="auto">
            <a:xfrm>
              <a:off x="1002934" y="2774289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5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09" name="Freeform 1318"/>
            <p:cNvSpPr/>
            <p:nvPr/>
          </p:nvSpPr>
          <p:spPr bwMode="auto">
            <a:xfrm>
              <a:off x="1002934" y="2774289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5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10" name="Freeform 1319"/>
            <p:cNvSpPr/>
            <p:nvPr/>
          </p:nvSpPr>
          <p:spPr bwMode="auto">
            <a:xfrm>
              <a:off x="1002934" y="283522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7 h 582"/>
                <a:gd name="T4" fmla="*/ 0 w 546"/>
                <a:gd name="T5" fmla="*/ 582 h 582"/>
                <a:gd name="T6" fmla="*/ 546 w 546"/>
                <a:gd name="T7" fmla="*/ 34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4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11" name="Freeform 1320"/>
            <p:cNvSpPr/>
            <p:nvPr/>
          </p:nvSpPr>
          <p:spPr bwMode="auto">
            <a:xfrm>
              <a:off x="1002934" y="283522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7 h 582"/>
                <a:gd name="T4" fmla="*/ 0 w 546"/>
                <a:gd name="T5" fmla="*/ 582 h 582"/>
                <a:gd name="T6" fmla="*/ 546 w 546"/>
                <a:gd name="T7" fmla="*/ 34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4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12" name="Freeform 1321"/>
            <p:cNvSpPr/>
            <p:nvPr/>
          </p:nvSpPr>
          <p:spPr bwMode="auto">
            <a:xfrm>
              <a:off x="1002934" y="289526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13" name="Freeform 1322"/>
            <p:cNvSpPr/>
            <p:nvPr/>
          </p:nvSpPr>
          <p:spPr bwMode="auto">
            <a:xfrm>
              <a:off x="1002934" y="289526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14" name="Freeform 1323"/>
            <p:cNvSpPr/>
            <p:nvPr/>
          </p:nvSpPr>
          <p:spPr bwMode="auto">
            <a:xfrm>
              <a:off x="1002934" y="2956197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15" name="Freeform 1324"/>
            <p:cNvSpPr/>
            <p:nvPr/>
          </p:nvSpPr>
          <p:spPr bwMode="auto">
            <a:xfrm>
              <a:off x="1002934" y="2956197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16" name="Freeform 1325"/>
            <p:cNvSpPr/>
            <p:nvPr/>
          </p:nvSpPr>
          <p:spPr bwMode="auto">
            <a:xfrm>
              <a:off x="1002934" y="3018028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17" name="Freeform 1326"/>
            <p:cNvSpPr/>
            <p:nvPr/>
          </p:nvSpPr>
          <p:spPr bwMode="auto">
            <a:xfrm>
              <a:off x="1002934" y="3018028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18" name="Freeform 1327"/>
            <p:cNvSpPr/>
            <p:nvPr/>
          </p:nvSpPr>
          <p:spPr bwMode="auto">
            <a:xfrm>
              <a:off x="1002934" y="3078963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7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19" name="Freeform 1328"/>
            <p:cNvSpPr/>
            <p:nvPr/>
          </p:nvSpPr>
          <p:spPr bwMode="auto">
            <a:xfrm>
              <a:off x="1002934" y="3078963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7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20" name="Freeform 1329"/>
            <p:cNvSpPr/>
            <p:nvPr/>
          </p:nvSpPr>
          <p:spPr bwMode="auto">
            <a:xfrm>
              <a:off x="1002934" y="313900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21" name="Freeform 1330"/>
            <p:cNvSpPr/>
            <p:nvPr/>
          </p:nvSpPr>
          <p:spPr bwMode="auto">
            <a:xfrm>
              <a:off x="1002934" y="313900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22" name="Freeform 1331"/>
            <p:cNvSpPr/>
            <p:nvPr/>
          </p:nvSpPr>
          <p:spPr bwMode="auto">
            <a:xfrm>
              <a:off x="1002934" y="3199937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23" name="Freeform 1332"/>
            <p:cNvSpPr/>
            <p:nvPr/>
          </p:nvSpPr>
          <p:spPr bwMode="auto">
            <a:xfrm>
              <a:off x="1002934" y="3199937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24" name="Freeform 1333"/>
            <p:cNvSpPr/>
            <p:nvPr/>
          </p:nvSpPr>
          <p:spPr bwMode="auto">
            <a:xfrm>
              <a:off x="1002934" y="3261768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8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25" name="Freeform 1334"/>
            <p:cNvSpPr/>
            <p:nvPr/>
          </p:nvSpPr>
          <p:spPr bwMode="auto">
            <a:xfrm>
              <a:off x="1002934" y="3261768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8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26" name="Freeform 1335"/>
            <p:cNvSpPr/>
            <p:nvPr/>
          </p:nvSpPr>
          <p:spPr bwMode="auto">
            <a:xfrm>
              <a:off x="1002934" y="3322703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27" name="Freeform 1336"/>
            <p:cNvSpPr/>
            <p:nvPr/>
          </p:nvSpPr>
          <p:spPr bwMode="auto">
            <a:xfrm>
              <a:off x="1002934" y="3322703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28" name="Freeform 1337"/>
            <p:cNvSpPr/>
            <p:nvPr/>
          </p:nvSpPr>
          <p:spPr bwMode="auto">
            <a:xfrm>
              <a:off x="1002934" y="338453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29" name="Freeform 1338"/>
            <p:cNvSpPr/>
            <p:nvPr/>
          </p:nvSpPr>
          <p:spPr bwMode="auto">
            <a:xfrm>
              <a:off x="1002934" y="338453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30" name="Freeform 1339"/>
            <p:cNvSpPr/>
            <p:nvPr/>
          </p:nvSpPr>
          <p:spPr bwMode="auto">
            <a:xfrm>
              <a:off x="1002934" y="3443677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31" name="Freeform 1340"/>
            <p:cNvSpPr/>
            <p:nvPr/>
          </p:nvSpPr>
          <p:spPr bwMode="auto">
            <a:xfrm>
              <a:off x="1002934" y="3443677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32" name="Freeform 1341"/>
            <p:cNvSpPr/>
            <p:nvPr/>
          </p:nvSpPr>
          <p:spPr bwMode="auto">
            <a:xfrm>
              <a:off x="1002934" y="350550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33" name="Freeform 1342"/>
            <p:cNvSpPr/>
            <p:nvPr/>
          </p:nvSpPr>
          <p:spPr bwMode="auto">
            <a:xfrm>
              <a:off x="1002934" y="350550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34" name="Freeform 1343"/>
            <p:cNvSpPr/>
            <p:nvPr/>
          </p:nvSpPr>
          <p:spPr bwMode="auto">
            <a:xfrm>
              <a:off x="1002934" y="3566443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35" name="Freeform 1344"/>
            <p:cNvSpPr/>
            <p:nvPr/>
          </p:nvSpPr>
          <p:spPr bwMode="auto">
            <a:xfrm>
              <a:off x="1002934" y="3566443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36" name="Freeform 1345"/>
            <p:cNvSpPr/>
            <p:nvPr/>
          </p:nvSpPr>
          <p:spPr bwMode="auto">
            <a:xfrm>
              <a:off x="1002934" y="3628274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37" name="Freeform 1346"/>
            <p:cNvSpPr/>
            <p:nvPr/>
          </p:nvSpPr>
          <p:spPr bwMode="auto">
            <a:xfrm>
              <a:off x="1002934" y="3628274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38" name="Freeform 1347"/>
            <p:cNvSpPr/>
            <p:nvPr/>
          </p:nvSpPr>
          <p:spPr bwMode="auto">
            <a:xfrm>
              <a:off x="1002934" y="3689209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7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39" name="Freeform 1348"/>
            <p:cNvSpPr/>
            <p:nvPr/>
          </p:nvSpPr>
          <p:spPr bwMode="auto">
            <a:xfrm>
              <a:off x="1002934" y="3689209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7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40" name="Freeform 1349"/>
            <p:cNvSpPr/>
            <p:nvPr/>
          </p:nvSpPr>
          <p:spPr bwMode="auto">
            <a:xfrm>
              <a:off x="1002934" y="374924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41" name="Freeform 1350"/>
            <p:cNvSpPr/>
            <p:nvPr/>
          </p:nvSpPr>
          <p:spPr bwMode="auto">
            <a:xfrm>
              <a:off x="1002934" y="374924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42" name="Freeform 1351"/>
            <p:cNvSpPr/>
            <p:nvPr/>
          </p:nvSpPr>
          <p:spPr bwMode="auto">
            <a:xfrm>
              <a:off x="1002934" y="3810183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43" name="Freeform 1352"/>
            <p:cNvSpPr/>
            <p:nvPr/>
          </p:nvSpPr>
          <p:spPr bwMode="auto">
            <a:xfrm>
              <a:off x="1002934" y="3810183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44" name="Freeform 1353"/>
            <p:cNvSpPr/>
            <p:nvPr/>
          </p:nvSpPr>
          <p:spPr bwMode="auto">
            <a:xfrm>
              <a:off x="1002934" y="3872014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45" name="Freeform 1354"/>
            <p:cNvSpPr/>
            <p:nvPr/>
          </p:nvSpPr>
          <p:spPr bwMode="auto">
            <a:xfrm>
              <a:off x="1002934" y="3872014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46" name="Freeform 1355"/>
            <p:cNvSpPr/>
            <p:nvPr/>
          </p:nvSpPr>
          <p:spPr bwMode="auto">
            <a:xfrm>
              <a:off x="1002934" y="3932949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47" name="Freeform 1356"/>
            <p:cNvSpPr/>
            <p:nvPr/>
          </p:nvSpPr>
          <p:spPr bwMode="auto">
            <a:xfrm>
              <a:off x="1002934" y="3932949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48" name="Freeform 1357"/>
            <p:cNvSpPr/>
            <p:nvPr/>
          </p:nvSpPr>
          <p:spPr bwMode="auto">
            <a:xfrm>
              <a:off x="1002934" y="3992091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49" name="Freeform 1358"/>
            <p:cNvSpPr/>
            <p:nvPr/>
          </p:nvSpPr>
          <p:spPr bwMode="auto">
            <a:xfrm>
              <a:off x="1002934" y="3992091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50" name="Freeform 1359"/>
            <p:cNvSpPr/>
            <p:nvPr/>
          </p:nvSpPr>
          <p:spPr bwMode="auto">
            <a:xfrm>
              <a:off x="1002934" y="405392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51" name="Freeform 1360"/>
            <p:cNvSpPr/>
            <p:nvPr/>
          </p:nvSpPr>
          <p:spPr bwMode="auto">
            <a:xfrm>
              <a:off x="1002934" y="405392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52" name="Freeform 1361"/>
            <p:cNvSpPr/>
            <p:nvPr/>
          </p:nvSpPr>
          <p:spPr bwMode="auto">
            <a:xfrm>
              <a:off x="1002934" y="4115753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8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53" name="Freeform 1362"/>
            <p:cNvSpPr/>
            <p:nvPr/>
          </p:nvSpPr>
          <p:spPr bwMode="auto">
            <a:xfrm>
              <a:off x="1002934" y="4115753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8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54" name="Freeform 1363"/>
            <p:cNvSpPr/>
            <p:nvPr/>
          </p:nvSpPr>
          <p:spPr bwMode="auto">
            <a:xfrm>
              <a:off x="1002934" y="4176688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55" name="Freeform 1364"/>
            <p:cNvSpPr/>
            <p:nvPr/>
          </p:nvSpPr>
          <p:spPr bwMode="auto">
            <a:xfrm>
              <a:off x="1002934" y="4176688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56" name="Freeform 1365"/>
            <p:cNvSpPr/>
            <p:nvPr/>
          </p:nvSpPr>
          <p:spPr bwMode="auto">
            <a:xfrm>
              <a:off x="1002934" y="4238519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3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57" name="Freeform 1366"/>
            <p:cNvSpPr/>
            <p:nvPr/>
          </p:nvSpPr>
          <p:spPr bwMode="auto">
            <a:xfrm>
              <a:off x="1002934" y="4238519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3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58" name="Freeform 1367"/>
            <p:cNvSpPr/>
            <p:nvPr/>
          </p:nvSpPr>
          <p:spPr bwMode="auto">
            <a:xfrm>
              <a:off x="1002934" y="429766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59" name="Freeform 1368"/>
            <p:cNvSpPr/>
            <p:nvPr/>
          </p:nvSpPr>
          <p:spPr bwMode="auto">
            <a:xfrm>
              <a:off x="1002934" y="429766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60" name="Freeform 1369"/>
            <p:cNvSpPr/>
            <p:nvPr/>
          </p:nvSpPr>
          <p:spPr bwMode="auto">
            <a:xfrm>
              <a:off x="1002934" y="4359493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61" name="Freeform 1370"/>
            <p:cNvSpPr/>
            <p:nvPr/>
          </p:nvSpPr>
          <p:spPr bwMode="auto">
            <a:xfrm>
              <a:off x="1002934" y="4359493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62" name="Freeform 1371"/>
            <p:cNvSpPr/>
            <p:nvPr/>
          </p:nvSpPr>
          <p:spPr bwMode="auto">
            <a:xfrm>
              <a:off x="1002934" y="4420428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63" name="Freeform 1372"/>
            <p:cNvSpPr/>
            <p:nvPr/>
          </p:nvSpPr>
          <p:spPr bwMode="auto">
            <a:xfrm>
              <a:off x="1002934" y="4420428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64" name="Freeform 1373"/>
            <p:cNvSpPr/>
            <p:nvPr/>
          </p:nvSpPr>
          <p:spPr bwMode="auto">
            <a:xfrm>
              <a:off x="1002934" y="4482259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65" name="Freeform 1374"/>
            <p:cNvSpPr/>
            <p:nvPr/>
          </p:nvSpPr>
          <p:spPr bwMode="auto">
            <a:xfrm>
              <a:off x="1002934" y="4482259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66" name="Freeform 1375"/>
            <p:cNvSpPr/>
            <p:nvPr/>
          </p:nvSpPr>
          <p:spPr bwMode="auto">
            <a:xfrm>
              <a:off x="1002934" y="454319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67" name="Freeform 1376"/>
            <p:cNvSpPr/>
            <p:nvPr/>
          </p:nvSpPr>
          <p:spPr bwMode="auto">
            <a:xfrm>
              <a:off x="1002934" y="454319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68" name="Freeform 1377"/>
            <p:cNvSpPr/>
            <p:nvPr/>
          </p:nvSpPr>
          <p:spPr bwMode="auto">
            <a:xfrm>
              <a:off x="1002934" y="4602337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69" name="Freeform 1378"/>
            <p:cNvSpPr/>
            <p:nvPr/>
          </p:nvSpPr>
          <p:spPr bwMode="auto">
            <a:xfrm>
              <a:off x="1002934" y="4602337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70" name="Freeform 1379"/>
            <p:cNvSpPr/>
            <p:nvPr/>
          </p:nvSpPr>
          <p:spPr bwMode="auto">
            <a:xfrm>
              <a:off x="1002934" y="466416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71" name="Freeform 1380"/>
            <p:cNvSpPr/>
            <p:nvPr/>
          </p:nvSpPr>
          <p:spPr bwMode="auto">
            <a:xfrm>
              <a:off x="1002934" y="466416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72" name="Freeform 1381"/>
            <p:cNvSpPr/>
            <p:nvPr/>
          </p:nvSpPr>
          <p:spPr bwMode="auto">
            <a:xfrm>
              <a:off x="1002934" y="4725999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73" name="Freeform 1382"/>
            <p:cNvSpPr/>
            <p:nvPr/>
          </p:nvSpPr>
          <p:spPr bwMode="auto">
            <a:xfrm>
              <a:off x="1002934" y="4725999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74" name="Freeform 1383"/>
            <p:cNvSpPr/>
            <p:nvPr/>
          </p:nvSpPr>
          <p:spPr bwMode="auto">
            <a:xfrm>
              <a:off x="1002934" y="478693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75" name="Freeform 1384"/>
            <p:cNvSpPr/>
            <p:nvPr/>
          </p:nvSpPr>
          <p:spPr bwMode="auto">
            <a:xfrm>
              <a:off x="1002934" y="478693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76" name="Freeform 1385"/>
            <p:cNvSpPr/>
            <p:nvPr/>
          </p:nvSpPr>
          <p:spPr bwMode="auto">
            <a:xfrm>
              <a:off x="1002934" y="4846077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77" name="Freeform 1386"/>
            <p:cNvSpPr/>
            <p:nvPr/>
          </p:nvSpPr>
          <p:spPr bwMode="auto">
            <a:xfrm>
              <a:off x="1002934" y="4846077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78" name="Freeform 1387"/>
            <p:cNvSpPr/>
            <p:nvPr/>
          </p:nvSpPr>
          <p:spPr bwMode="auto">
            <a:xfrm>
              <a:off x="1002934" y="490790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79" name="Freeform 1388"/>
            <p:cNvSpPr/>
            <p:nvPr/>
          </p:nvSpPr>
          <p:spPr bwMode="auto">
            <a:xfrm>
              <a:off x="1002934" y="490790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80" name="Freeform 1389"/>
            <p:cNvSpPr/>
            <p:nvPr/>
          </p:nvSpPr>
          <p:spPr bwMode="auto">
            <a:xfrm>
              <a:off x="1002934" y="4969739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8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81" name="Freeform 1390"/>
            <p:cNvSpPr/>
            <p:nvPr/>
          </p:nvSpPr>
          <p:spPr bwMode="auto">
            <a:xfrm>
              <a:off x="1002934" y="4969739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8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82" name="Freeform 1391"/>
            <p:cNvSpPr/>
            <p:nvPr/>
          </p:nvSpPr>
          <p:spPr bwMode="auto">
            <a:xfrm>
              <a:off x="1002934" y="503067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83" name="Freeform 1392"/>
            <p:cNvSpPr/>
            <p:nvPr/>
          </p:nvSpPr>
          <p:spPr bwMode="auto">
            <a:xfrm>
              <a:off x="1002934" y="503067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84" name="Freeform 1393"/>
            <p:cNvSpPr/>
            <p:nvPr/>
          </p:nvSpPr>
          <p:spPr bwMode="auto">
            <a:xfrm>
              <a:off x="1002934" y="5092505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3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85" name="Freeform 1394"/>
            <p:cNvSpPr/>
            <p:nvPr/>
          </p:nvSpPr>
          <p:spPr bwMode="auto">
            <a:xfrm>
              <a:off x="1002934" y="5092505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3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86" name="Freeform 1395"/>
            <p:cNvSpPr/>
            <p:nvPr/>
          </p:nvSpPr>
          <p:spPr bwMode="auto">
            <a:xfrm>
              <a:off x="1002934" y="515164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87" name="Freeform 1396"/>
            <p:cNvSpPr/>
            <p:nvPr/>
          </p:nvSpPr>
          <p:spPr bwMode="auto">
            <a:xfrm>
              <a:off x="1002934" y="515164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88" name="Freeform 1397"/>
            <p:cNvSpPr/>
            <p:nvPr/>
          </p:nvSpPr>
          <p:spPr bwMode="auto">
            <a:xfrm>
              <a:off x="1002934" y="521258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89" name="Freeform 1398"/>
            <p:cNvSpPr/>
            <p:nvPr/>
          </p:nvSpPr>
          <p:spPr bwMode="auto">
            <a:xfrm>
              <a:off x="1002934" y="521258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90" name="Freeform 1399"/>
            <p:cNvSpPr/>
            <p:nvPr/>
          </p:nvSpPr>
          <p:spPr bwMode="auto">
            <a:xfrm>
              <a:off x="1002934" y="527441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5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91" name="Freeform 1400"/>
            <p:cNvSpPr/>
            <p:nvPr/>
          </p:nvSpPr>
          <p:spPr bwMode="auto">
            <a:xfrm>
              <a:off x="1002934" y="527441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5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92" name="Freeform 1401"/>
            <p:cNvSpPr/>
            <p:nvPr/>
          </p:nvSpPr>
          <p:spPr bwMode="auto">
            <a:xfrm>
              <a:off x="1002934" y="5336245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93" name="Freeform 1402"/>
            <p:cNvSpPr/>
            <p:nvPr/>
          </p:nvSpPr>
          <p:spPr bwMode="auto">
            <a:xfrm>
              <a:off x="1002934" y="5336245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94" name="Freeform 1403"/>
            <p:cNvSpPr/>
            <p:nvPr/>
          </p:nvSpPr>
          <p:spPr bwMode="auto">
            <a:xfrm>
              <a:off x="1002934" y="5397179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95" name="Freeform 1404"/>
            <p:cNvSpPr/>
            <p:nvPr/>
          </p:nvSpPr>
          <p:spPr bwMode="auto">
            <a:xfrm>
              <a:off x="1002934" y="5397179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96" name="Freeform 1405"/>
            <p:cNvSpPr/>
            <p:nvPr/>
          </p:nvSpPr>
          <p:spPr bwMode="auto">
            <a:xfrm>
              <a:off x="1002934" y="545632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97" name="Freeform 1406"/>
            <p:cNvSpPr/>
            <p:nvPr/>
          </p:nvSpPr>
          <p:spPr bwMode="auto">
            <a:xfrm>
              <a:off x="1002934" y="545632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98" name="Freeform 1407"/>
            <p:cNvSpPr/>
            <p:nvPr/>
          </p:nvSpPr>
          <p:spPr bwMode="auto">
            <a:xfrm>
              <a:off x="1002934" y="5518153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99" name="Freeform 1408"/>
            <p:cNvSpPr/>
            <p:nvPr/>
          </p:nvSpPr>
          <p:spPr bwMode="auto">
            <a:xfrm>
              <a:off x="1002934" y="5518153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00" name="Freeform 1409"/>
            <p:cNvSpPr/>
            <p:nvPr/>
          </p:nvSpPr>
          <p:spPr bwMode="auto">
            <a:xfrm>
              <a:off x="1002934" y="6096139"/>
              <a:ext cx="1792" cy="2688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3 h 3"/>
                <a:gd name="T4" fmla="*/ 2 w 2"/>
                <a:gd name="T5" fmla="*/ 3 h 3"/>
                <a:gd name="T6" fmla="*/ 2 w 2"/>
                <a:gd name="T7" fmla="*/ 3 h 3"/>
                <a:gd name="T8" fmla="*/ 2 w 2"/>
                <a:gd name="T9" fmla="*/ 0 h 3"/>
                <a:gd name="T10" fmla="*/ 0 w 2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01" name="Freeform 1410"/>
            <p:cNvSpPr/>
            <p:nvPr/>
          </p:nvSpPr>
          <p:spPr bwMode="auto">
            <a:xfrm>
              <a:off x="1002934" y="6096139"/>
              <a:ext cx="1792" cy="2688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3 h 3"/>
                <a:gd name="T4" fmla="*/ 2 w 2"/>
                <a:gd name="T5" fmla="*/ 3 h 3"/>
                <a:gd name="T6" fmla="*/ 2 w 2"/>
                <a:gd name="T7" fmla="*/ 3 h 3"/>
                <a:gd name="T8" fmla="*/ 2 w 2"/>
                <a:gd name="T9" fmla="*/ 0 h 3"/>
                <a:gd name="T10" fmla="*/ 0 w 2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0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02" name="Rectangle 1411"/>
            <p:cNvSpPr>
              <a:spLocks noChangeArrowheads="1"/>
            </p:cNvSpPr>
            <p:nvPr/>
          </p:nvSpPr>
          <p:spPr bwMode="auto">
            <a:xfrm>
              <a:off x="1004726" y="6096139"/>
              <a:ext cx="896" cy="26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03" name="Freeform 1412"/>
            <p:cNvSpPr/>
            <p:nvPr/>
          </p:nvSpPr>
          <p:spPr bwMode="auto">
            <a:xfrm>
              <a:off x="1004726" y="6096139"/>
              <a:ext cx="0" cy="2688"/>
            </a:xfrm>
            <a:custGeom>
              <a:avLst/>
              <a:gdLst>
                <a:gd name="T0" fmla="*/ 0 h 3"/>
                <a:gd name="T1" fmla="*/ 3 h 3"/>
                <a:gd name="T2" fmla="*/ 3 h 3"/>
                <a:gd name="T3" fmla="*/ 0 h 3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3">
                  <a:moveTo>
                    <a:pt x="0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04" name="Freeform 1413"/>
            <p:cNvSpPr/>
            <p:nvPr/>
          </p:nvSpPr>
          <p:spPr bwMode="auto">
            <a:xfrm>
              <a:off x="1002934" y="5579088"/>
              <a:ext cx="489272" cy="519739"/>
            </a:xfrm>
            <a:custGeom>
              <a:avLst/>
              <a:gdLst>
                <a:gd name="T0" fmla="*/ 546 w 546"/>
                <a:gd name="T1" fmla="*/ 0 h 580"/>
                <a:gd name="T2" fmla="*/ 0 w 546"/>
                <a:gd name="T3" fmla="*/ 549 h 580"/>
                <a:gd name="T4" fmla="*/ 0 w 546"/>
                <a:gd name="T5" fmla="*/ 577 h 580"/>
                <a:gd name="T6" fmla="*/ 2 w 546"/>
                <a:gd name="T7" fmla="*/ 577 h 580"/>
                <a:gd name="T8" fmla="*/ 2 w 546"/>
                <a:gd name="T9" fmla="*/ 580 h 580"/>
                <a:gd name="T10" fmla="*/ 546 w 546"/>
                <a:gd name="T11" fmla="*/ 34 h 580"/>
                <a:gd name="T12" fmla="*/ 546 w 546"/>
                <a:gd name="T13" fmla="*/ 0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6" h="580">
                  <a:moveTo>
                    <a:pt x="546" y="0"/>
                  </a:moveTo>
                  <a:lnTo>
                    <a:pt x="0" y="549"/>
                  </a:lnTo>
                  <a:lnTo>
                    <a:pt x="0" y="577"/>
                  </a:lnTo>
                  <a:lnTo>
                    <a:pt x="2" y="577"/>
                  </a:lnTo>
                  <a:lnTo>
                    <a:pt x="2" y="580"/>
                  </a:lnTo>
                  <a:lnTo>
                    <a:pt x="546" y="34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05" name="Freeform 1414"/>
            <p:cNvSpPr/>
            <p:nvPr/>
          </p:nvSpPr>
          <p:spPr bwMode="auto">
            <a:xfrm>
              <a:off x="1002934" y="5579088"/>
              <a:ext cx="489272" cy="519739"/>
            </a:xfrm>
            <a:custGeom>
              <a:avLst/>
              <a:gdLst>
                <a:gd name="T0" fmla="*/ 546 w 546"/>
                <a:gd name="T1" fmla="*/ 0 h 580"/>
                <a:gd name="T2" fmla="*/ 0 w 546"/>
                <a:gd name="T3" fmla="*/ 549 h 580"/>
                <a:gd name="T4" fmla="*/ 0 w 546"/>
                <a:gd name="T5" fmla="*/ 577 h 580"/>
                <a:gd name="T6" fmla="*/ 2 w 546"/>
                <a:gd name="T7" fmla="*/ 577 h 580"/>
                <a:gd name="T8" fmla="*/ 2 w 546"/>
                <a:gd name="T9" fmla="*/ 580 h 580"/>
                <a:gd name="T10" fmla="*/ 546 w 546"/>
                <a:gd name="T11" fmla="*/ 34 h 580"/>
                <a:gd name="T12" fmla="*/ 546 w 546"/>
                <a:gd name="T13" fmla="*/ 0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6" h="580">
                  <a:moveTo>
                    <a:pt x="546" y="0"/>
                  </a:moveTo>
                  <a:lnTo>
                    <a:pt x="0" y="549"/>
                  </a:lnTo>
                  <a:lnTo>
                    <a:pt x="0" y="577"/>
                  </a:lnTo>
                  <a:lnTo>
                    <a:pt x="2" y="577"/>
                  </a:lnTo>
                  <a:lnTo>
                    <a:pt x="2" y="580"/>
                  </a:lnTo>
                  <a:lnTo>
                    <a:pt x="546" y="34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06" name="Freeform 1415"/>
            <p:cNvSpPr/>
            <p:nvPr/>
          </p:nvSpPr>
          <p:spPr bwMode="auto">
            <a:xfrm>
              <a:off x="1026233" y="6105100"/>
              <a:ext cx="25091" cy="8065"/>
            </a:xfrm>
            <a:custGeom>
              <a:avLst/>
              <a:gdLst>
                <a:gd name="T0" fmla="*/ 2 w 28"/>
                <a:gd name="T1" fmla="*/ 0 h 9"/>
                <a:gd name="T2" fmla="*/ 0 w 28"/>
                <a:gd name="T3" fmla="*/ 2 h 9"/>
                <a:gd name="T4" fmla="*/ 26 w 28"/>
                <a:gd name="T5" fmla="*/ 9 h 9"/>
                <a:gd name="T6" fmla="*/ 28 w 28"/>
                <a:gd name="T7" fmla="*/ 7 h 9"/>
                <a:gd name="T8" fmla="*/ 2 w 28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9">
                  <a:moveTo>
                    <a:pt x="2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07" name="Freeform 1416"/>
            <p:cNvSpPr/>
            <p:nvPr/>
          </p:nvSpPr>
          <p:spPr bwMode="auto">
            <a:xfrm>
              <a:off x="1026233" y="6105100"/>
              <a:ext cx="25091" cy="8065"/>
            </a:xfrm>
            <a:custGeom>
              <a:avLst/>
              <a:gdLst>
                <a:gd name="T0" fmla="*/ 2 w 28"/>
                <a:gd name="T1" fmla="*/ 0 h 9"/>
                <a:gd name="T2" fmla="*/ 0 w 28"/>
                <a:gd name="T3" fmla="*/ 2 h 9"/>
                <a:gd name="T4" fmla="*/ 26 w 28"/>
                <a:gd name="T5" fmla="*/ 9 h 9"/>
                <a:gd name="T6" fmla="*/ 28 w 28"/>
                <a:gd name="T7" fmla="*/ 7 h 9"/>
                <a:gd name="T8" fmla="*/ 2 w 28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9">
                  <a:moveTo>
                    <a:pt x="2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08" name="Freeform 1417"/>
            <p:cNvSpPr/>
            <p:nvPr/>
          </p:nvSpPr>
          <p:spPr bwMode="auto">
            <a:xfrm>
              <a:off x="1028025" y="5639127"/>
              <a:ext cx="464181" cy="472246"/>
            </a:xfrm>
            <a:custGeom>
              <a:avLst/>
              <a:gdLst>
                <a:gd name="T0" fmla="*/ 518 w 518"/>
                <a:gd name="T1" fmla="*/ 0 h 527"/>
                <a:gd name="T2" fmla="*/ 0 w 518"/>
                <a:gd name="T3" fmla="*/ 520 h 527"/>
                <a:gd name="T4" fmla="*/ 26 w 518"/>
                <a:gd name="T5" fmla="*/ 527 h 527"/>
                <a:gd name="T6" fmla="*/ 518 w 518"/>
                <a:gd name="T7" fmla="*/ 35 h 527"/>
                <a:gd name="T8" fmla="*/ 518 w 518"/>
                <a:gd name="T9" fmla="*/ 0 h 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8" h="527">
                  <a:moveTo>
                    <a:pt x="518" y="0"/>
                  </a:moveTo>
                  <a:lnTo>
                    <a:pt x="0" y="520"/>
                  </a:lnTo>
                  <a:lnTo>
                    <a:pt x="26" y="527"/>
                  </a:lnTo>
                  <a:lnTo>
                    <a:pt x="518" y="35"/>
                  </a:lnTo>
                  <a:lnTo>
                    <a:pt x="5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09" name="Freeform 1418"/>
            <p:cNvSpPr/>
            <p:nvPr/>
          </p:nvSpPr>
          <p:spPr bwMode="auto">
            <a:xfrm>
              <a:off x="1028025" y="5639127"/>
              <a:ext cx="464181" cy="472246"/>
            </a:xfrm>
            <a:custGeom>
              <a:avLst/>
              <a:gdLst>
                <a:gd name="T0" fmla="*/ 518 w 518"/>
                <a:gd name="T1" fmla="*/ 0 h 527"/>
                <a:gd name="T2" fmla="*/ 0 w 518"/>
                <a:gd name="T3" fmla="*/ 520 h 527"/>
                <a:gd name="T4" fmla="*/ 26 w 518"/>
                <a:gd name="T5" fmla="*/ 527 h 527"/>
                <a:gd name="T6" fmla="*/ 518 w 518"/>
                <a:gd name="T7" fmla="*/ 35 h 527"/>
                <a:gd name="T8" fmla="*/ 518 w 518"/>
                <a:gd name="T9" fmla="*/ 0 h 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8" h="527">
                  <a:moveTo>
                    <a:pt x="518" y="0"/>
                  </a:moveTo>
                  <a:lnTo>
                    <a:pt x="0" y="520"/>
                  </a:lnTo>
                  <a:lnTo>
                    <a:pt x="26" y="527"/>
                  </a:lnTo>
                  <a:lnTo>
                    <a:pt x="518" y="35"/>
                  </a:lnTo>
                  <a:lnTo>
                    <a:pt x="518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10" name="Freeform 1419"/>
            <p:cNvSpPr/>
            <p:nvPr/>
          </p:nvSpPr>
          <p:spPr bwMode="auto">
            <a:xfrm>
              <a:off x="1072830" y="6119438"/>
              <a:ext cx="25091" cy="8961"/>
            </a:xfrm>
            <a:custGeom>
              <a:avLst/>
              <a:gdLst>
                <a:gd name="T0" fmla="*/ 2 w 28"/>
                <a:gd name="T1" fmla="*/ 0 h 10"/>
                <a:gd name="T2" fmla="*/ 0 w 28"/>
                <a:gd name="T3" fmla="*/ 0 h 10"/>
                <a:gd name="T4" fmla="*/ 26 w 28"/>
                <a:gd name="T5" fmla="*/ 10 h 10"/>
                <a:gd name="T6" fmla="*/ 28 w 28"/>
                <a:gd name="T7" fmla="*/ 8 h 10"/>
                <a:gd name="T8" fmla="*/ 2 w 2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0">
                  <a:moveTo>
                    <a:pt x="2" y="0"/>
                  </a:moveTo>
                  <a:lnTo>
                    <a:pt x="0" y="0"/>
                  </a:lnTo>
                  <a:lnTo>
                    <a:pt x="26" y="10"/>
                  </a:lnTo>
                  <a:lnTo>
                    <a:pt x="28" y="8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11" name="Freeform 1420"/>
            <p:cNvSpPr/>
            <p:nvPr/>
          </p:nvSpPr>
          <p:spPr bwMode="auto">
            <a:xfrm>
              <a:off x="1072830" y="6119438"/>
              <a:ext cx="25091" cy="8961"/>
            </a:xfrm>
            <a:custGeom>
              <a:avLst/>
              <a:gdLst>
                <a:gd name="T0" fmla="*/ 2 w 28"/>
                <a:gd name="T1" fmla="*/ 0 h 10"/>
                <a:gd name="T2" fmla="*/ 0 w 28"/>
                <a:gd name="T3" fmla="*/ 0 h 10"/>
                <a:gd name="T4" fmla="*/ 26 w 28"/>
                <a:gd name="T5" fmla="*/ 10 h 10"/>
                <a:gd name="T6" fmla="*/ 28 w 28"/>
                <a:gd name="T7" fmla="*/ 8 h 10"/>
                <a:gd name="T8" fmla="*/ 2 w 2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0">
                  <a:moveTo>
                    <a:pt x="2" y="0"/>
                  </a:moveTo>
                  <a:lnTo>
                    <a:pt x="0" y="0"/>
                  </a:lnTo>
                  <a:lnTo>
                    <a:pt x="26" y="10"/>
                  </a:lnTo>
                  <a:lnTo>
                    <a:pt x="28" y="8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12" name="Freeform 1421"/>
            <p:cNvSpPr/>
            <p:nvPr/>
          </p:nvSpPr>
          <p:spPr bwMode="auto">
            <a:xfrm>
              <a:off x="1074622" y="5700062"/>
              <a:ext cx="417584" cy="426545"/>
            </a:xfrm>
            <a:custGeom>
              <a:avLst/>
              <a:gdLst>
                <a:gd name="T0" fmla="*/ 466 w 466"/>
                <a:gd name="T1" fmla="*/ 0 h 476"/>
                <a:gd name="T2" fmla="*/ 0 w 466"/>
                <a:gd name="T3" fmla="*/ 468 h 476"/>
                <a:gd name="T4" fmla="*/ 26 w 466"/>
                <a:gd name="T5" fmla="*/ 476 h 476"/>
                <a:gd name="T6" fmla="*/ 466 w 466"/>
                <a:gd name="T7" fmla="*/ 36 h 476"/>
                <a:gd name="T8" fmla="*/ 466 w 466"/>
                <a:gd name="T9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6" h="476">
                  <a:moveTo>
                    <a:pt x="466" y="0"/>
                  </a:moveTo>
                  <a:lnTo>
                    <a:pt x="0" y="468"/>
                  </a:lnTo>
                  <a:lnTo>
                    <a:pt x="26" y="476"/>
                  </a:lnTo>
                  <a:lnTo>
                    <a:pt x="466" y="36"/>
                  </a:lnTo>
                  <a:lnTo>
                    <a:pt x="4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13" name="Freeform 1422"/>
            <p:cNvSpPr/>
            <p:nvPr/>
          </p:nvSpPr>
          <p:spPr bwMode="auto">
            <a:xfrm>
              <a:off x="1074622" y="5700062"/>
              <a:ext cx="417584" cy="426545"/>
            </a:xfrm>
            <a:custGeom>
              <a:avLst/>
              <a:gdLst>
                <a:gd name="T0" fmla="*/ 466 w 466"/>
                <a:gd name="T1" fmla="*/ 0 h 476"/>
                <a:gd name="T2" fmla="*/ 0 w 466"/>
                <a:gd name="T3" fmla="*/ 468 h 476"/>
                <a:gd name="T4" fmla="*/ 26 w 466"/>
                <a:gd name="T5" fmla="*/ 476 h 476"/>
                <a:gd name="T6" fmla="*/ 466 w 466"/>
                <a:gd name="T7" fmla="*/ 36 h 476"/>
                <a:gd name="T8" fmla="*/ 466 w 466"/>
                <a:gd name="T9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6" h="476">
                  <a:moveTo>
                    <a:pt x="466" y="0"/>
                  </a:moveTo>
                  <a:lnTo>
                    <a:pt x="0" y="468"/>
                  </a:lnTo>
                  <a:lnTo>
                    <a:pt x="26" y="476"/>
                  </a:lnTo>
                  <a:lnTo>
                    <a:pt x="466" y="36"/>
                  </a:lnTo>
                  <a:lnTo>
                    <a:pt x="46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14" name="Freeform 1423"/>
            <p:cNvSpPr/>
            <p:nvPr/>
          </p:nvSpPr>
          <p:spPr bwMode="auto">
            <a:xfrm>
              <a:off x="1119427" y="6134672"/>
              <a:ext cx="25091" cy="8065"/>
            </a:xfrm>
            <a:custGeom>
              <a:avLst/>
              <a:gdLst>
                <a:gd name="T0" fmla="*/ 2 w 28"/>
                <a:gd name="T1" fmla="*/ 0 h 9"/>
                <a:gd name="T2" fmla="*/ 0 w 28"/>
                <a:gd name="T3" fmla="*/ 0 h 9"/>
                <a:gd name="T4" fmla="*/ 26 w 28"/>
                <a:gd name="T5" fmla="*/ 9 h 9"/>
                <a:gd name="T6" fmla="*/ 28 w 28"/>
                <a:gd name="T7" fmla="*/ 7 h 9"/>
                <a:gd name="T8" fmla="*/ 2 w 28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9">
                  <a:moveTo>
                    <a:pt x="2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15" name="Freeform 1424"/>
            <p:cNvSpPr/>
            <p:nvPr/>
          </p:nvSpPr>
          <p:spPr bwMode="auto">
            <a:xfrm>
              <a:off x="1119427" y="6134672"/>
              <a:ext cx="25091" cy="8065"/>
            </a:xfrm>
            <a:custGeom>
              <a:avLst/>
              <a:gdLst>
                <a:gd name="T0" fmla="*/ 2 w 28"/>
                <a:gd name="T1" fmla="*/ 0 h 9"/>
                <a:gd name="T2" fmla="*/ 0 w 28"/>
                <a:gd name="T3" fmla="*/ 0 h 9"/>
                <a:gd name="T4" fmla="*/ 26 w 28"/>
                <a:gd name="T5" fmla="*/ 9 h 9"/>
                <a:gd name="T6" fmla="*/ 28 w 28"/>
                <a:gd name="T7" fmla="*/ 7 h 9"/>
                <a:gd name="T8" fmla="*/ 2 w 28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9">
                  <a:moveTo>
                    <a:pt x="2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16" name="Freeform 1425"/>
            <p:cNvSpPr/>
            <p:nvPr/>
          </p:nvSpPr>
          <p:spPr bwMode="auto">
            <a:xfrm>
              <a:off x="1121220" y="5761893"/>
              <a:ext cx="370986" cy="379051"/>
            </a:xfrm>
            <a:custGeom>
              <a:avLst/>
              <a:gdLst>
                <a:gd name="T0" fmla="*/ 414 w 414"/>
                <a:gd name="T1" fmla="*/ 0 h 423"/>
                <a:gd name="T2" fmla="*/ 0 w 414"/>
                <a:gd name="T3" fmla="*/ 416 h 423"/>
                <a:gd name="T4" fmla="*/ 26 w 414"/>
                <a:gd name="T5" fmla="*/ 423 h 423"/>
                <a:gd name="T6" fmla="*/ 414 w 414"/>
                <a:gd name="T7" fmla="*/ 35 h 423"/>
                <a:gd name="T8" fmla="*/ 414 w 414"/>
                <a:gd name="T9" fmla="*/ 0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4" h="423">
                  <a:moveTo>
                    <a:pt x="414" y="0"/>
                  </a:moveTo>
                  <a:lnTo>
                    <a:pt x="0" y="416"/>
                  </a:lnTo>
                  <a:lnTo>
                    <a:pt x="26" y="423"/>
                  </a:lnTo>
                  <a:lnTo>
                    <a:pt x="414" y="35"/>
                  </a:lnTo>
                  <a:lnTo>
                    <a:pt x="41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17" name="Freeform 1426"/>
            <p:cNvSpPr/>
            <p:nvPr/>
          </p:nvSpPr>
          <p:spPr bwMode="auto">
            <a:xfrm>
              <a:off x="1121220" y="5761893"/>
              <a:ext cx="370986" cy="379051"/>
            </a:xfrm>
            <a:custGeom>
              <a:avLst/>
              <a:gdLst>
                <a:gd name="T0" fmla="*/ 414 w 414"/>
                <a:gd name="T1" fmla="*/ 0 h 423"/>
                <a:gd name="T2" fmla="*/ 0 w 414"/>
                <a:gd name="T3" fmla="*/ 416 h 423"/>
                <a:gd name="T4" fmla="*/ 26 w 414"/>
                <a:gd name="T5" fmla="*/ 423 h 423"/>
                <a:gd name="T6" fmla="*/ 414 w 414"/>
                <a:gd name="T7" fmla="*/ 35 h 423"/>
                <a:gd name="T8" fmla="*/ 414 w 414"/>
                <a:gd name="T9" fmla="*/ 0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4" h="423">
                  <a:moveTo>
                    <a:pt x="414" y="0"/>
                  </a:moveTo>
                  <a:lnTo>
                    <a:pt x="0" y="416"/>
                  </a:lnTo>
                  <a:lnTo>
                    <a:pt x="26" y="423"/>
                  </a:lnTo>
                  <a:lnTo>
                    <a:pt x="414" y="35"/>
                  </a:lnTo>
                  <a:lnTo>
                    <a:pt x="414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18" name="Freeform 1427"/>
            <p:cNvSpPr/>
            <p:nvPr/>
          </p:nvSpPr>
          <p:spPr bwMode="auto">
            <a:xfrm>
              <a:off x="1166025" y="6149905"/>
              <a:ext cx="25091" cy="8065"/>
            </a:xfrm>
            <a:custGeom>
              <a:avLst/>
              <a:gdLst>
                <a:gd name="T0" fmla="*/ 0 w 28"/>
                <a:gd name="T1" fmla="*/ 0 h 9"/>
                <a:gd name="T2" fmla="*/ 0 w 28"/>
                <a:gd name="T3" fmla="*/ 0 h 9"/>
                <a:gd name="T4" fmla="*/ 26 w 28"/>
                <a:gd name="T5" fmla="*/ 9 h 9"/>
                <a:gd name="T6" fmla="*/ 28 w 28"/>
                <a:gd name="T7" fmla="*/ 7 h 9"/>
                <a:gd name="T8" fmla="*/ 0 w 28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9">
                  <a:moveTo>
                    <a:pt x="0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19" name="Freeform 1428"/>
            <p:cNvSpPr/>
            <p:nvPr/>
          </p:nvSpPr>
          <p:spPr bwMode="auto">
            <a:xfrm>
              <a:off x="1166025" y="6149905"/>
              <a:ext cx="25091" cy="8065"/>
            </a:xfrm>
            <a:custGeom>
              <a:avLst/>
              <a:gdLst>
                <a:gd name="T0" fmla="*/ 0 w 28"/>
                <a:gd name="T1" fmla="*/ 0 h 9"/>
                <a:gd name="T2" fmla="*/ 0 w 28"/>
                <a:gd name="T3" fmla="*/ 0 h 9"/>
                <a:gd name="T4" fmla="*/ 26 w 28"/>
                <a:gd name="T5" fmla="*/ 9 h 9"/>
                <a:gd name="T6" fmla="*/ 28 w 28"/>
                <a:gd name="T7" fmla="*/ 7 h 9"/>
                <a:gd name="T8" fmla="*/ 0 w 28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9">
                  <a:moveTo>
                    <a:pt x="0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20" name="Freeform 1429"/>
            <p:cNvSpPr/>
            <p:nvPr/>
          </p:nvSpPr>
          <p:spPr bwMode="auto">
            <a:xfrm>
              <a:off x="1166025" y="5822828"/>
              <a:ext cx="326181" cy="333350"/>
            </a:xfrm>
            <a:custGeom>
              <a:avLst/>
              <a:gdLst>
                <a:gd name="T0" fmla="*/ 364 w 364"/>
                <a:gd name="T1" fmla="*/ 0 h 372"/>
                <a:gd name="T2" fmla="*/ 0 w 364"/>
                <a:gd name="T3" fmla="*/ 365 h 372"/>
                <a:gd name="T4" fmla="*/ 28 w 364"/>
                <a:gd name="T5" fmla="*/ 372 h 372"/>
                <a:gd name="T6" fmla="*/ 364 w 364"/>
                <a:gd name="T7" fmla="*/ 36 h 372"/>
                <a:gd name="T8" fmla="*/ 364 w 364"/>
                <a:gd name="T9" fmla="*/ 0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4" h="372">
                  <a:moveTo>
                    <a:pt x="364" y="0"/>
                  </a:moveTo>
                  <a:lnTo>
                    <a:pt x="0" y="365"/>
                  </a:lnTo>
                  <a:lnTo>
                    <a:pt x="28" y="372"/>
                  </a:lnTo>
                  <a:lnTo>
                    <a:pt x="364" y="36"/>
                  </a:lnTo>
                  <a:lnTo>
                    <a:pt x="3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21" name="Freeform 1430"/>
            <p:cNvSpPr/>
            <p:nvPr/>
          </p:nvSpPr>
          <p:spPr bwMode="auto">
            <a:xfrm>
              <a:off x="1166025" y="5822828"/>
              <a:ext cx="326181" cy="333350"/>
            </a:xfrm>
            <a:custGeom>
              <a:avLst/>
              <a:gdLst>
                <a:gd name="T0" fmla="*/ 364 w 364"/>
                <a:gd name="T1" fmla="*/ 0 h 372"/>
                <a:gd name="T2" fmla="*/ 0 w 364"/>
                <a:gd name="T3" fmla="*/ 365 h 372"/>
                <a:gd name="T4" fmla="*/ 28 w 364"/>
                <a:gd name="T5" fmla="*/ 372 h 372"/>
                <a:gd name="T6" fmla="*/ 364 w 364"/>
                <a:gd name="T7" fmla="*/ 36 h 372"/>
                <a:gd name="T8" fmla="*/ 364 w 364"/>
                <a:gd name="T9" fmla="*/ 0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4" h="372">
                  <a:moveTo>
                    <a:pt x="364" y="0"/>
                  </a:moveTo>
                  <a:lnTo>
                    <a:pt x="0" y="365"/>
                  </a:lnTo>
                  <a:lnTo>
                    <a:pt x="28" y="372"/>
                  </a:lnTo>
                  <a:lnTo>
                    <a:pt x="364" y="36"/>
                  </a:lnTo>
                  <a:lnTo>
                    <a:pt x="364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22" name="Freeform 1431"/>
            <p:cNvSpPr/>
            <p:nvPr/>
          </p:nvSpPr>
          <p:spPr bwMode="auto">
            <a:xfrm>
              <a:off x="1212622" y="6162451"/>
              <a:ext cx="25091" cy="10753"/>
            </a:xfrm>
            <a:custGeom>
              <a:avLst/>
              <a:gdLst>
                <a:gd name="T0" fmla="*/ 0 w 28"/>
                <a:gd name="T1" fmla="*/ 0 h 12"/>
                <a:gd name="T2" fmla="*/ 0 w 28"/>
                <a:gd name="T3" fmla="*/ 2 h 12"/>
                <a:gd name="T4" fmla="*/ 26 w 28"/>
                <a:gd name="T5" fmla="*/ 12 h 12"/>
                <a:gd name="T6" fmla="*/ 28 w 28"/>
                <a:gd name="T7" fmla="*/ 9 h 12"/>
                <a:gd name="T8" fmla="*/ 0 w 28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2">
                  <a:moveTo>
                    <a:pt x="0" y="0"/>
                  </a:moveTo>
                  <a:lnTo>
                    <a:pt x="0" y="2"/>
                  </a:lnTo>
                  <a:lnTo>
                    <a:pt x="26" y="12"/>
                  </a:lnTo>
                  <a:lnTo>
                    <a:pt x="28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23" name="Freeform 1432"/>
            <p:cNvSpPr/>
            <p:nvPr/>
          </p:nvSpPr>
          <p:spPr bwMode="auto">
            <a:xfrm>
              <a:off x="1212622" y="6162451"/>
              <a:ext cx="25091" cy="10753"/>
            </a:xfrm>
            <a:custGeom>
              <a:avLst/>
              <a:gdLst>
                <a:gd name="T0" fmla="*/ 0 w 28"/>
                <a:gd name="T1" fmla="*/ 0 h 12"/>
                <a:gd name="T2" fmla="*/ 0 w 28"/>
                <a:gd name="T3" fmla="*/ 2 h 12"/>
                <a:gd name="T4" fmla="*/ 26 w 28"/>
                <a:gd name="T5" fmla="*/ 12 h 12"/>
                <a:gd name="T6" fmla="*/ 28 w 28"/>
                <a:gd name="T7" fmla="*/ 9 h 12"/>
                <a:gd name="T8" fmla="*/ 0 w 28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2">
                  <a:moveTo>
                    <a:pt x="0" y="0"/>
                  </a:moveTo>
                  <a:lnTo>
                    <a:pt x="0" y="2"/>
                  </a:lnTo>
                  <a:lnTo>
                    <a:pt x="26" y="12"/>
                  </a:lnTo>
                  <a:lnTo>
                    <a:pt x="28" y="9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24" name="Freeform 1433"/>
            <p:cNvSpPr/>
            <p:nvPr/>
          </p:nvSpPr>
          <p:spPr bwMode="auto">
            <a:xfrm>
              <a:off x="1212622" y="5884659"/>
              <a:ext cx="279584" cy="285857"/>
            </a:xfrm>
            <a:custGeom>
              <a:avLst/>
              <a:gdLst>
                <a:gd name="T0" fmla="*/ 312 w 312"/>
                <a:gd name="T1" fmla="*/ 0 h 319"/>
                <a:gd name="T2" fmla="*/ 0 w 312"/>
                <a:gd name="T3" fmla="*/ 310 h 319"/>
                <a:gd name="T4" fmla="*/ 28 w 312"/>
                <a:gd name="T5" fmla="*/ 319 h 319"/>
                <a:gd name="T6" fmla="*/ 312 w 312"/>
                <a:gd name="T7" fmla="*/ 33 h 319"/>
                <a:gd name="T8" fmla="*/ 312 w 312"/>
                <a:gd name="T9" fmla="*/ 0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2" h="319">
                  <a:moveTo>
                    <a:pt x="312" y="0"/>
                  </a:moveTo>
                  <a:lnTo>
                    <a:pt x="0" y="310"/>
                  </a:lnTo>
                  <a:lnTo>
                    <a:pt x="28" y="319"/>
                  </a:lnTo>
                  <a:lnTo>
                    <a:pt x="312" y="33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25" name="Freeform 1434"/>
            <p:cNvSpPr/>
            <p:nvPr/>
          </p:nvSpPr>
          <p:spPr bwMode="auto">
            <a:xfrm>
              <a:off x="1212622" y="5884659"/>
              <a:ext cx="279584" cy="285857"/>
            </a:xfrm>
            <a:custGeom>
              <a:avLst/>
              <a:gdLst>
                <a:gd name="T0" fmla="*/ 312 w 312"/>
                <a:gd name="T1" fmla="*/ 0 h 319"/>
                <a:gd name="T2" fmla="*/ 0 w 312"/>
                <a:gd name="T3" fmla="*/ 310 h 319"/>
                <a:gd name="T4" fmla="*/ 28 w 312"/>
                <a:gd name="T5" fmla="*/ 319 h 319"/>
                <a:gd name="T6" fmla="*/ 312 w 312"/>
                <a:gd name="T7" fmla="*/ 33 h 319"/>
                <a:gd name="T8" fmla="*/ 312 w 312"/>
                <a:gd name="T9" fmla="*/ 0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2" h="319">
                  <a:moveTo>
                    <a:pt x="312" y="0"/>
                  </a:moveTo>
                  <a:lnTo>
                    <a:pt x="0" y="310"/>
                  </a:lnTo>
                  <a:lnTo>
                    <a:pt x="28" y="319"/>
                  </a:lnTo>
                  <a:lnTo>
                    <a:pt x="312" y="33"/>
                  </a:lnTo>
                  <a:lnTo>
                    <a:pt x="312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26" name="Freeform 1435"/>
            <p:cNvSpPr/>
            <p:nvPr/>
          </p:nvSpPr>
          <p:spPr bwMode="auto">
            <a:xfrm>
              <a:off x="1259219" y="6176788"/>
              <a:ext cx="25091" cy="8961"/>
            </a:xfrm>
            <a:custGeom>
              <a:avLst/>
              <a:gdLst>
                <a:gd name="T0" fmla="*/ 0 w 28"/>
                <a:gd name="T1" fmla="*/ 0 h 10"/>
                <a:gd name="T2" fmla="*/ 0 w 28"/>
                <a:gd name="T3" fmla="*/ 3 h 10"/>
                <a:gd name="T4" fmla="*/ 26 w 28"/>
                <a:gd name="T5" fmla="*/ 10 h 10"/>
                <a:gd name="T6" fmla="*/ 28 w 28"/>
                <a:gd name="T7" fmla="*/ 10 h 10"/>
                <a:gd name="T8" fmla="*/ 0 w 2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0">
                  <a:moveTo>
                    <a:pt x="0" y="0"/>
                  </a:moveTo>
                  <a:lnTo>
                    <a:pt x="0" y="3"/>
                  </a:lnTo>
                  <a:lnTo>
                    <a:pt x="26" y="10"/>
                  </a:lnTo>
                  <a:lnTo>
                    <a:pt x="28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27" name="Freeform 1436"/>
            <p:cNvSpPr/>
            <p:nvPr/>
          </p:nvSpPr>
          <p:spPr bwMode="auto">
            <a:xfrm>
              <a:off x="1259219" y="6176788"/>
              <a:ext cx="25091" cy="8961"/>
            </a:xfrm>
            <a:custGeom>
              <a:avLst/>
              <a:gdLst>
                <a:gd name="T0" fmla="*/ 0 w 28"/>
                <a:gd name="T1" fmla="*/ 0 h 10"/>
                <a:gd name="T2" fmla="*/ 0 w 28"/>
                <a:gd name="T3" fmla="*/ 3 h 10"/>
                <a:gd name="T4" fmla="*/ 26 w 28"/>
                <a:gd name="T5" fmla="*/ 10 h 10"/>
                <a:gd name="T6" fmla="*/ 28 w 28"/>
                <a:gd name="T7" fmla="*/ 10 h 10"/>
                <a:gd name="T8" fmla="*/ 0 w 2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0">
                  <a:moveTo>
                    <a:pt x="0" y="0"/>
                  </a:moveTo>
                  <a:lnTo>
                    <a:pt x="0" y="3"/>
                  </a:lnTo>
                  <a:lnTo>
                    <a:pt x="26" y="10"/>
                  </a:lnTo>
                  <a:lnTo>
                    <a:pt x="28" y="10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28" name="Freeform 1437"/>
            <p:cNvSpPr/>
            <p:nvPr/>
          </p:nvSpPr>
          <p:spPr bwMode="auto">
            <a:xfrm>
              <a:off x="1259219" y="5943802"/>
              <a:ext cx="232987" cy="241948"/>
            </a:xfrm>
            <a:custGeom>
              <a:avLst/>
              <a:gdLst>
                <a:gd name="T0" fmla="*/ 260 w 260"/>
                <a:gd name="T1" fmla="*/ 0 h 270"/>
                <a:gd name="T2" fmla="*/ 0 w 260"/>
                <a:gd name="T3" fmla="*/ 260 h 270"/>
                <a:gd name="T4" fmla="*/ 28 w 260"/>
                <a:gd name="T5" fmla="*/ 270 h 270"/>
                <a:gd name="T6" fmla="*/ 260 w 260"/>
                <a:gd name="T7" fmla="*/ 36 h 270"/>
                <a:gd name="T8" fmla="*/ 260 w 260"/>
                <a:gd name="T9" fmla="*/ 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0" h="270">
                  <a:moveTo>
                    <a:pt x="260" y="0"/>
                  </a:moveTo>
                  <a:lnTo>
                    <a:pt x="0" y="260"/>
                  </a:lnTo>
                  <a:lnTo>
                    <a:pt x="28" y="270"/>
                  </a:lnTo>
                  <a:lnTo>
                    <a:pt x="260" y="36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29" name="Freeform 1439"/>
            <p:cNvSpPr/>
            <p:nvPr/>
          </p:nvSpPr>
          <p:spPr bwMode="auto">
            <a:xfrm>
              <a:off x="1259219" y="5943802"/>
              <a:ext cx="232987" cy="241947"/>
            </a:xfrm>
            <a:custGeom>
              <a:avLst/>
              <a:gdLst>
                <a:gd name="T0" fmla="*/ 260 w 260"/>
                <a:gd name="T1" fmla="*/ 0 h 270"/>
                <a:gd name="T2" fmla="*/ 0 w 260"/>
                <a:gd name="T3" fmla="*/ 260 h 270"/>
                <a:gd name="T4" fmla="*/ 28 w 260"/>
                <a:gd name="T5" fmla="*/ 270 h 270"/>
                <a:gd name="T6" fmla="*/ 260 w 260"/>
                <a:gd name="T7" fmla="*/ 36 h 270"/>
                <a:gd name="T8" fmla="*/ 260 w 260"/>
                <a:gd name="T9" fmla="*/ 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0" h="270">
                  <a:moveTo>
                    <a:pt x="260" y="0"/>
                  </a:moveTo>
                  <a:lnTo>
                    <a:pt x="0" y="260"/>
                  </a:lnTo>
                  <a:lnTo>
                    <a:pt x="28" y="270"/>
                  </a:lnTo>
                  <a:lnTo>
                    <a:pt x="260" y="36"/>
                  </a:lnTo>
                  <a:lnTo>
                    <a:pt x="26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30" name="Freeform 1440"/>
            <p:cNvSpPr/>
            <p:nvPr/>
          </p:nvSpPr>
          <p:spPr bwMode="auto">
            <a:xfrm>
              <a:off x="1305816" y="6192023"/>
              <a:ext cx="23299" cy="8065"/>
            </a:xfrm>
            <a:custGeom>
              <a:avLst/>
              <a:gdLst>
                <a:gd name="T0" fmla="*/ 0 w 26"/>
                <a:gd name="T1" fmla="*/ 0 h 9"/>
                <a:gd name="T2" fmla="*/ 0 w 26"/>
                <a:gd name="T3" fmla="*/ 2 h 9"/>
                <a:gd name="T4" fmla="*/ 26 w 26"/>
                <a:gd name="T5" fmla="*/ 9 h 9"/>
                <a:gd name="T6" fmla="*/ 26 w 26"/>
                <a:gd name="T7" fmla="*/ 9 h 9"/>
                <a:gd name="T8" fmla="*/ 0 w 26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9">
                  <a:moveTo>
                    <a:pt x="0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31" name="Freeform 1441"/>
            <p:cNvSpPr/>
            <p:nvPr/>
          </p:nvSpPr>
          <p:spPr bwMode="auto">
            <a:xfrm>
              <a:off x="1305816" y="6192023"/>
              <a:ext cx="23299" cy="8065"/>
            </a:xfrm>
            <a:custGeom>
              <a:avLst/>
              <a:gdLst>
                <a:gd name="T0" fmla="*/ 0 w 26"/>
                <a:gd name="T1" fmla="*/ 0 h 9"/>
                <a:gd name="T2" fmla="*/ 0 w 26"/>
                <a:gd name="T3" fmla="*/ 2 h 9"/>
                <a:gd name="T4" fmla="*/ 26 w 26"/>
                <a:gd name="T5" fmla="*/ 9 h 9"/>
                <a:gd name="T6" fmla="*/ 26 w 26"/>
                <a:gd name="T7" fmla="*/ 9 h 9"/>
                <a:gd name="T8" fmla="*/ 0 w 26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9">
                  <a:moveTo>
                    <a:pt x="0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32" name="Freeform 1442"/>
            <p:cNvSpPr/>
            <p:nvPr/>
          </p:nvSpPr>
          <p:spPr bwMode="auto">
            <a:xfrm>
              <a:off x="1305816" y="6005633"/>
              <a:ext cx="186389" cy="194455"/>
            </a:xfrm>
            <a:custGeom>
              <a:avLst/>
              <a:gdLst>
                <a:gd name="T0" fmla="*/ 208 w 208"/>
                <a:gd name="T1" fmla="*/ 0 h 217"/>
                <a:gd name="T2" fmla="*/ 0 w 208"/>
                <a:gd name="T3" fmla="*/ 208 h 217"/>
                <a:gd name="T4" fmla="*/ 26 w 208"/>
                <a:gd name="T5" fmla="*/ 217 h 217"/>
                <a:gd name="T6" fmla="*/ 208 w 208"/>
                <a:gd name="T7" fmla="*/ 35 h 217"/>
                <a:gd name="T8" fmla="*/ 208 w 208"/>
                <a:gd name="T9" fmla="*/ 0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8" h="217">
                  <a:moveTo>
                    <a:pt x="208" y="0"/>
                  </a:moveTo>
                  <a:lnTo>
                    <a:pt x="0" y="208"/>
                  </a:lnTo>
                  <a:lnTo>
                    <a:pt x="26" y="217"/>
                  </a:lnTo>
                  <a:lnTo>
                    <a:pt x="208" y="35"/>
                  </a:lnTo>
                  <a:lnTo>
                    <a:pt x="2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33" name="Freeform 1443"/>
            <p:cNvSpPr/>
            <p:nvPr/>
          </p:nvSpPr>
          <p:spPr bwMode="auto">
            <a:xfrm>
              <a:off x="1305816" y="6005633"/>
              <a:ext cx="186389" cy="194455"/>
            </a:xfrm>
            <a:custGeom>
              <a:avLst/>
              <a:gdLst>
                <a:gd name="T0" fmla="*/ 208 w 208"/>
                <a:gd name="T1" fmla="*/ 0 h 217"/>
                <a:gd name="T2" fmla="*/ 0 w 208"/>
                <a:gd name="T3" fmla="*/ 208 h 217"/>
                <a:gd name="T4" fmla="*/ 26 w 208"/>
                <a:gd name="T5" fmla="*/ 217 h 217"/>
                <a:gd name="T6" fmla="*/ 208 w 208"/>
                <a:gd name="T7" fmla="*/ 35 h 217"/>
                <a:gd name="T8" fmla="*/ 208 w 208"/>
                <a:gd name="T9" fmla="*/ 0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8" h="217">
                  <a:moveTo>
                    <a:pt x="208" y="0"/>
                  </a:moveTo>
                  <a:lnTo>
                    <a:pt x="0" y="208"/>
                  </a:lnTo>
                  <a:lnTo>
                    <a:pt x="26" y="217"/>
                  </a:lnTo>
                  <a:lnTo>
                    <a:pt x="208" y="35"/>
                  </a:lnTo>
                  <a:lnTo>
                    <a:pt x="208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34" name="Freeform 1444"/>
            <p:cNvSpPr/>
            <p:nvPr/>
          </p:nvSpPr>
          <p:spPr bwMode="auto">
            <a:xfrm>
              <a:off x="1350621" y="6206360"/>
              <a:ext cx="25091" cy="8961"/>
            </a:xfrm>
            <a:custGeom>
              <a:avLst/>
              <a:gdLst>
                <a:gd name="T0" fmla="*/ 2 w 28"/>
                <a:gd name="T1" fmla="*/ 0 h 10"/>
                <a:gd name="T2" fmla="*/ 0 w 28"/>
                <a:gd name="T3" fmla="*/ 3 h 10"/>
                <a:gd name="T4" fmla="*/ 28 w 28"/>
                <a:gd name="T5" fmla="*/ 10 h 10"/>
                <a:gd name="T6" fmla="*/ 28 w 28"/>
                <a:gd name="T7" fmla="*/ 10 h 10"/>
                <a:gd name="T8" fmla="*/ 2 w 2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0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1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35" name="Freeform 1445"/>
            <p:cNvSpPr/>
            <p:nvPr/>
          </p:nvSpPr>
          <p:spPr bwMode="auto">
            <a:xfrm>
              <a:off x="1350621" y="6206360"/>
              <a:ext cx="25091" cy="8961"/>
            </a:xfrm>
            <a:custGeom>
              <a:avLst/>
              <a:gdLst>
                <a:gd name="T0" fmla="*/ 2 w 28"/>
                <a:gd name="T1" fmla="*/ 0 h 10"/>
                <a:gd name="T2" fmla="*/ 0 w 28"/>
                <a:gd name="T3" fmla="*/ 3 h 10"/>
                <a:gd name="T4" fmla="*/ 28 w 28"/>
                <a:gd name="T5" fmla="*/ 10 h 10"/>
                <a:gd name="T6" fmla="*/ 28 w 28"/>
                <a:gd name="T7" fmla="*/ 10 h 10"/>
                <a:gd name="T8" fmla="*/ 2 w 2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0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10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36" name="Freeform 1446"/>
            <p:cNvSpPr/>
            <p:nvPr/>
          </p:nvSpPr>
          <p:spPr bwMode="auto">
            <a:xfrm>
              <a:off x="1352414" y="6066569"/>
              <a:ext cx="139792" cy="148753"/>
            </a:xfrm>
            <a:custGeom>
              <a:avLst/>
              <a:gdLst>
                <a:gd name="T0" fmla="*/ 156 w 156"/>
                <a:gd name="T1" fmla="*/ 0 h 166"/>
                <a:gd name="T2" fmla="*/ 0 w 156"/>
                <a:gd name="T3" fmla="*/ 156 h 166"/>
                <a:gd name="T4" fmla="*/ 26 w 156"/>
                <a:gd name="T5" fmla="*/ 166 h 166"/>
                <a:gd name="T6" fmla="*/ 156 w 156"/>
                <a:gd name="T7" fmla="*/ 36 h 166"/>
                <a:gd name="T8" fmla="*/ 156 w 156"/>
                <a:gd name="T9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6" h="166">
                  <a:moveTo>
                    <a:pt x="156" y="0"/>
                  </a:moveTo>
                  <a:lnTo>
                    <a:pt x="0" y="156"/>
                  </a:lnTo>
                  <a:lnTo>
                    <a:pt x="26" y="166"/>
                  </a:lnTo>
                  <a:lnTo>
                    <a:pt x="156" y="36"/>
                  </a:lnTo>
                  <a:lnTo>
                    <a:pt x="1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37" name="Freeform 1447"/>
            <p:cNvSpPr/>
            <p:nvPr/>
          </p:nvSpPr>
          <p:spPr bwMode="auto">
            <a:xfrm>
              <a:off x="1352414" y="6066569"/>
              <a:ext cx="139792" cy="148753"/>
            </a:xfrm>
            <a:custGeom>
              <a:avLst/>
              <a:gdLst>
                <a:gd name="T0" fmla="*/ 156 w 156"/>
                <a:gd name="T1" fmla="*/ 0 h 166"/>
                <a:gd name="T2" fmla="*/ 0 w 156"/>
                <a:gd name="T3" fmla="*/ 156 h 166"/>
                <a:gd name="T4" fmla="*/ 26 w 156"/>
                <a:gd name="T5" fmla="*/ 166 h 166"/>
                <a:gd name="T6" fmla="*/ 156 w 156"/>
                <a:gd name="T7" fmla="*/ 36 h 166"/>
                <a:gd name="T8" fmla="*/ 156 w 156"/>
                <a:gd name="T9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6" h="166">
                  <a:moveTo>
                    <a:pt x="156" y="0"/>
                  </a:moveTo>
                  <a:lnTo>
                    <a:pt x="0" y="156"/>
                  </a:lnTo>
                  <a:lnTo>
                    <a:pt x="26" y="166"/>
                  </a:lnTo>
                  <a:lnTo>
                    <a:pt x="156" y="36"/>
                  </a:lnTo>
                  <a:lnTo>
                    <a:pt x="15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38" name="Freeform 1448"/>
            <p:cNvSpPr/>
            <p:nvPr/>
          </p:nvSpPr>
          <p:spPr bwMode="auto">
            <a:xfrm>
              <a:off x="1397219" y="6221594"/>
              <a:ext cx="25091" cy="8065"/>
            </a:xfrm>
            <a:custGeom>
              <a:avLst/>
              <a:gdLst>
                <a:gd name="T0" fmla="*/ 2 w 28"/>
                <a:gd name="T1" fmla="*/ 0 h 9"/>
                <a:gd name="T2" fmla="*/ 0 w 28"/>
                <a:gd name="T3" fmla="*/ 2 h 9"/>
                <a:gd name="T4" fmla="*/ 28 w 28"/>
                <a:gd name="T5" fmla="*/ 9 h 9"/>
                <a:gd name="T6" fmla="*/ 28 w 28"/>
                <a:gd name="T7" fmla="*/ 9 h 9"/>
                <a:gd name="T8" fmla="*/ 2 w 28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9">
                  <a:moveTo>
                    <a:pt x="2" y="0"/>
                  </a:moveTo>
                  <a:lnTo>
                    <a:pt x="0" y="2"/>
                  </a:lnTo>
                  <a:lnTo>
                    <a:pt x="28" y="9"/>
                  </a:lnTo>
                  <a:lnTo>
                    <a:pt x="28" y="9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39" name="Freeform 1449"/>
            <p:cNvSpPr/>
            <p:nvPr/>
          </p:nvSpPr>
          <p:spPr bwMode="auto">
            <a:xfrm>
              <a:off x="1397219" y="6221594"/>
              <a:ext cx="25091" cy="8065"/>
            </a:xfrm>
            <a:custGeom>
              <a:avLst/>
              <a:gdLst>
                <a:gd name="T0" fmla="*/ 2 w 28"/>
                <a:gd name="T1" fmla="*/ 0 h 9"/>
                <a:gd name="T2" fmla="*/ 0 w 28"/>
                <a:gd name="T3" fmla="*/ 2 h 9"/>
                <a:gd name="T4" fmla="*/ 28 w 28"/>
                <a:gd name="T5" fmla="*/ 9 h 9"/>
                <a:gd name="T6" fmla="*/ 28 w 28"/>
                <a:gd name="T7" fmla="*/ 9 h 9"/>
                <a:gd name="T8" fmla="*/ 2 w 28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9">
                  <a:moveTo>
                    <a:pt x="2" y="0"/>
                  </a:moveTo>
                  <a:lnTo>
                    <a:pt x="0" y="2"/>
                  </a:lnTo>
                  <a:lnTo>
                    <a:pt x="28" y="9"/>
                  </a:lnTo>
                  <a:lnTo>
                    <a:pt x="28" y="9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40" name="Freeform 1450"/>
            <p:cNvSpPr/>
            <p:nvPr/>
          </p:nvSpPr>
          <p:spPr bwMode="auto">
            <a:xfrm>
              <a:off x="1399011" y="6128400"/>
              <a:ext cx="93194" cy="101259"/>
            </a:xfrm>
            <a:custGeom>
              <a:avLst/>
              <a:gdLst>
                <a:gd name="T0" fmla="*/ 104 w 104"/>
                <a:gd name="T1" fmla="*/ 0 h 113"/>
                <a:gd name="T2" fmla="*/ 0 w 104"/>
                <a:gd name="T3" fmla="*/ 104 h 113"/>
                <a:gd name="T4" fmla="*/ 26 w 104"/>
                <a:gd name="T5" fmla="*/ 113 h 113"/>
                <a:gd name="T6" fmla="*/ 104 w 104"/>
                <a:gd name="T7" fmla="*/ 33 h 113"/>
                <a:gd name="T8" fmla="*/ 104 w 104"/>
                <a:gd name="T9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113">
                  <a:moveTo>
                    <a:pt x="104" y="0"/>
                  </a:moveTo>
                  <a:lnTo>
                    <a:pt x="0" y="104"/>
                  </a:lnTo>
                  <a:lnTo>
                    <a:pt x="26" y="113"/>
                  </a:lnTo>
                  <a:lnTo>
                    <a:pt x="104" y="33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41" name="Freeform 1451"/>
            <p:cNvSpPr/>
            <p:nvPr/>
          </p:nvSpPr>
          <p:spPr bwMode="auto">
            <a:xfrm>
              <a:off x="1399011" y="6128400"/>
              <a:ext cx="93194" cy="101259"/>
            </a:xfrm>
            <a:custGeom>
              <a:avLst/>
              <a:gdLst>
                <a:gd name="T0" fmla="*/ 104 w 104"/>
                <a:gd name="T1" fmla="*/ 0 h 113"/>
                <a:gd name="T2" fmla="*/ 0 w 104"/>
                <a:gd name="T3" fmla="*/ 104 h 113"/>
                <a:gd name="T4" fmla="*/ 26 w 104"/>
                <a:gd name="T5" fmla="*/ 113 h 113"/>
                <a:gd name="T6" fmla="*/ 104 w 104"/>
                <a:gd name="T7" fmla="*/ 33 h 113"/>
                <a:gd name="T8" fmla="*/ 104 w 104"/>
                <a:gd name="T9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113">
                  <a:moveTo>
                    <a:pt x="104" y="0"/>
                  </a:moveTo>
                  <a:lnTo>
                    <a:pt x="0" y="104"/>
                  </a:lnTo>
                  <a:lnTo>
                    <a:pt x="26" y="113"/>
                  </a:lnTo>
                  <a:lnTo>
                    <a:pt x="104" y="33"/>
                  </a:lnTo>
                  <a:lnTo>
                    <a:pt x="104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42" name="Freeform 1452"/>
            <p:cNvSpPr/>
            <p:nvPr/>
          </p:nvSpPr>
          <p:spPr bwMode="auto">
            <a:xfrm>
              <a:off x="1443816" y="6235932"/>
              <a:ext cx="25091" cy="8961"/>
            </a:xfrm>
            <a:custGeom>
              <a:avLst/>
              <a:gdLst>
                <a:gd name="T0" fmla="*/ 2 w 28"/>
                <a:gd name="T1" fmla="*/ 0 h 10"/>
                <a:gd name="T2" fmla="*/ 0 w 28"/>
                <a:gd name="T3" fmla="*/ 3 h 10"/>
                <a:gd name="T4" fmla="*/ 28 w 28"/>
                <a:gd name="T5" fmla="*/ 10 h 10"/>
                <a:gd name="T6" fmla="*/ 28 w 28"/>
                <a:gd name="T7" fmla="*/ 8 h 10"/>
                <a:gd name="T8" fmla="*/ 2 w 2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0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8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43" name="Freeform 1453"/>
            <p:cNvSpPr/>
            <p:nvPr/>
          </p:nvSpPr>
          <p:spPr bwMode="auto">
            <a:xfrm>
              <a:off x="1443816" y="6235932"/>
              <a:ext cx="25091" cy="8961"/>
            </a:xfrm>
            <a:custGeom>
              <a:avLst/>
              <a:gdLst>
                <a:gd name="T0" fmla="*/ 2 w 28"/>
                <a:gd name="T1" fmla="*/ 0 h 10"/>
                <a:gd name="T2" fmla="*/ 0 w 28"/>
                <a:gd name="T3" fmla="*/ 3 h 10"/>
                <a:gd name="T4" fmla="*/ 28 w 28"/>
                <a:gd name="T5" fmla="*/ 10 h 10"/>
                <a:gd name="T6" fmla="*/ 28 w 28"/>
                <a:gd name="T7" fmla="*/ 8 h 10"/>
                <a:gd name="T8" fmla="*/ 2 w 2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0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8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44" name="Freeform 1454"/>
            <p:cNvSpPr/>
            <p:nvPr/>
          </p:nvSpPr>
          <p:spPr bwMode="auto">
            <a:xfrm>
              <a:off x="1445608" y="6187543"/>
              <a:ext cx="46597" cy="55559"/>
            </a:xfrm>
            <a:custGeom>
              <a:avLst/>
              <a:gdLst>
                <a:gd name="T0" fmla="*/ 52 w 52"/>
                <a:gd name="T1" fmla="*/ 0 h 62"/>
                <a:gd name="T2" fmla="*/ 0 w 52"/>
                <a:gd name="T3" fmla="*/ 54 h 62"/>
                <a:gd name="T4" fmla="*/ 26 w 52"/>
                <a:gd name="T5" fmla="*/ 62 h 62"/>
                <a:gd name="T6" fmla="*/ 52 w 52"/>
                <a:gd name="T7" fmla="*/ 36 h 62"/>
                <a:gd name="T8" fmla="*/ 52 w 52"/>
                <a:gd name="T9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62">
                  <a:moveTo>
                    <a:pt x="52" y="0"/>
                  </a:moveTo>
                  <a:lnTo>
                    <a:pt x="0" y="54"/>
                  </a:lnTo>
                  <a:lnTo>
                    <a:pt x="26" y="62"/>
                  </a:lnTo>
                  <a:lnTo>
                    <a:pt x="52" y="36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45" name="Freeform 1455"/>
            <p:cNvSpPr/>
            <p:nvPr/>
          </p:nvSpPr>
          <p:spPr bwMode="auto">
            <a:xfrm>
              <a:off x="1445608" y="6187543"/>
              <a:ext cx="46597" cy="55559"/>
            </a:xfrm>
            <a:custGeom>
              <a:avLst/>
              <a:gdLst>
                <a:gd name="T0" fmla="*/ 52 w 52"/>
                <a:gd name="T1" fmla="*/ 0 h 62"/>
                <a:gd name="T2" fmla="*/ 0 w 52"/>
                <a:gd name="T3" fmla="*/ 54 h 62"/>
                <a:gd name="T4" fmla="*/ 26 w 52"/>
                <a:gd name="T5" fmla="*/ 62 h 62"/>
                <a:gd name="T6" fmla="*/ 52 w 52"/>
                <a:gd name="T7" fmla="*/ 36 h 62"/>
                <a:gd name="T8" fmla="*/ 52 w 52"/>
                <a:gd name="T9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62">
                  <a:moveTo>
                    <a:pt x="52" y="0"/>
                  </a:moveTo>
                  <a:lnTo>
                    <a:pt x="0" y="54"/>
                  </a:lnTo>
                  <a:lnTo>
                    <a:pt x="26" y="62"/>
                  </a:lnTo>
                  <a:lnTo>
                    <a:pt x="52" y="36"/>
                  </a:lnTo>
                  <a:lnTo>
                    <a:pt x="52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46" name="Freeform 1456"/>
            <p:cNvSpPr/>
            <p:nvPr/>
          </p:nvSpPr>
          <p:spPr bwMode="auto">
            <a:xfrm>
              <a:off x="1490414" y="6249374"/>
              <a:ext cx="1792" cy="3585"/>
            </a:xfrm>
            <a:custGeom>
              <a:avLst/>
              <a:gdLst>
                <a:gd name="T0" fmla="*/ 2 w 2"/>
                <a:gd name="T1" fmla="*/ 0 h 4"/>
                <a:gd name="T2" fmla="*/ 2 w 2"/>
                <a:gd name="T3" fmla="*/ 0 h 4"/>
                <a:gd name="T4" fmla="*/ 2 w 2"/>
                <a:gd name="T5" fmla="*/ 2 h 4"/>
                <a:gd name="T6" fmla="*/ 2 w 2"/>
                <a:gd name="T7" fmla="*/ 2 h 4"/>
                <a:gd name="T8" fmla="*/ 0 w 2"/>
                <a:gd name="T9" fmla="*/ 2 h 4"/>
                <a:gd name="T10" fmla="*/ 2 w 2"/>
                <a:gd name="T11" fmla="*/ 4 h 4"/>
                <a:gd name="T12" fmla="*/ 2 w 2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4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2" y="4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47" name="Freeform 1457"/>
            <p:cNvSpPr/>
            <p:nvPr/>
          </p:nvSpPr>
          <p:spPr bwMode="auto">
            <a:xfrm>
              <a:off x="1490414" y="6249374"/>
              <a:ext cx="1792" cy="3585"/>
            </a:xfrm>
            <a:custGeom>
              <a:avLst/>
              <a:gdLst>
                <a:gd name="T0" fmla="*/ 2 w 2"/>
                <a:gd name="T1" fmla="*/ 0 h 4"/>
                <a:gd name="T2" fmla="*/ 2 w 2"/>
                <a:gd name="T3" fmla="*/ 0 h 4"/>
                <a:gd name="T4" fmla="*/ 2 w 2"/>
                <a:gd name="T5" fmla="*/ 2 h 4"/>
                <a:gd name="T6" fmla="*/ 2 w 2"/>
                <a:gd name="T7" fmla="*/ 2 h 4"/>
                <a:gd name="T8" fmla="*/ 0 w 2"/>
                <a:gd name="T9" fmla="*/ 2 h 4"/>
                <a:gd name="T10" fmla="*/ 2 w 2"/>
                <a:gd name="T11" fmla="*/ 4 h 4"/>
                <a:gd name="T12" fmla="*/ 2 w 2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4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2" y="4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48" name="Rectangle 1458"/>
            <p:cNvSpPr>
              <a:spLocks noChangeArrowheads="1"/>
            </p:cNvSpPr>
            <p:nvPr/>
          </p:nvSpPr>
          <p:spPr bwMode="auto">
            <a:xfrm>
              <a:off x="1492205" y="6249374"/>
              <a:ext cx="896" cy="17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49" name="Freeform 1459"/>
            <p:cNvSpPr/>
            <p:nvPr/>
          </p:nvSpPr>
          <p:spPr bwMode="auto">
            <a:xfrm>
              <a:off x="1492205" y="6249374"/>
              <a:ext cx="0" cy="1792"/>
            </a:xfrm>
            <a:custGeom>
              <a:avLst/>
              <a:gdLst>
                <a:gd name="T0" fmla="*/ 0 h 2"/>
                <a:gd name="T1" fmla="*/ 2 h 2"/>
                <a:gd name="T2" fmla="*/ 2 h 2"/>
                <a:gd name="T3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50" name="Freeform 1460"/>
            <p:cNvSpPr/>
            <p:nvPr/>
          </p:nvSpPr>
          <p:spPr bwMode="auto">
            <a:xfrm>
              <a:off x="1492205" y="1943602"/>
              <a:ext cx="491961" cy="4309355"/>
            </a:xfrm>
            <a:custGeom>
              <a:avLst/>
              <a:gdLst>
                <a:gd name="T0" fmla="*/ 549 w 549"/>
                <a:gd name="T1" fmla="*/ 4637 h 4809"/>
                <a:gd name="T2" fmla="*/ 0 w 549"/>
                <a:gd name="T3" fmla="*/ 4809 h 4809"/>
                <a:gd name="T4" fmla="*/ 0 w 549"/>
                <a:gd name="T5" fmla="*/ 0 h 4809"/>
                <a:gd name="T6" fmla="*/ 549 w 549"/>
                <a:gd name="T7" fmla="*/ 173 h 4809"/>
                <a:gd name="T8" fmla="*/ 549 w 549"/>
                <a:gd name="T9" fmla="*/ 4637 h 48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4809">
                  <a:moveTo>
                    <a:pt x="549" y="4637"/>
                  </a:moveTo>
                  <a:lnTo>
                    <a:pt x="0" y="4809"/>
                  </a:lnTo>
                  <a:lnTo>
                    <a:pt x="0" y="0"/>
                  </a:lnTo>
                  <a:lnTo>
                    <a:pt x="549" y="173"/>
                  </a:lnTo>
                  <a:lnTo>
                    <a:pt x="549" y="463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</p:grpSp>
      <p:grpSp>
        <p:nvGrpSpPr>
          <p:cNvPr id="352" name="Group 4799"/>
          <p:cNvGrpSpPr/>
          <p:nvPr/>
        </p:nvGrpSpPr>
        <p:grpSpPr>
          <a:xfrm>
            <a:off x="1728876" y="3141648"/>
            <a:ext cx="594380" cy="1817453"/>
            <a:chOff x="2227905" y="2850457"/>
            <a:chExt cx="983025" cy="3714344"/>
          </a:xfr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sp>
          <p:nvSpPr>
            <p:cNvPr id="354" name="Freeform 905"/>
            <p:cNvSpPr/>
            <p:nvPr/>
          </p:nvSpPr>
          <p:spPr bwMode="auto">
            <a:xfrm>
              <a:off x="2229698" y="2850457"/>
              <a:ext cx="489272" cy="3712552"/>
            </a:xfrm>
            <a:custGeom>
              <a:avLst/>
              <a:gdLst>
                <a:gd name="T0" fmla="*/ 546 w 546"/>
                <a:gd name="T1" fmla="*/ 4143 h 4143"/>
                <a:gd name="T2" fmla="*/ 0 w 546"/>
                <a:gd name="T3" fmla="*/ 3970 h 4143"/>
                <a:gd name="T4" fmla="*/ 0 w 546"/>
                <a:gd name="T5" fmla="*/ 173 h 4143"/>
                <a:gd name="T6" fmla="*/ 546 w 546"/>
                <a:gd name="T7" fmla="*/ 0 h 4143"/>
                <a:gd name="T8" fmla="*/ 546 w 546"/>
                <a:gd name="T9" fmla="*/ 4143 h 4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4143">
                  <a:moveTo>
                    <a:pt x="546" y="4143"/>
                  </a:moveTo>
                  <a:lnTo>
                    <a:pt x="0" y="3970"/>
                  </a:lnTo>
                  <a:lnTo>
                    <a:pt x="0" y="173"/>
                  </a:lnTo>
                  <a:lnTo>
                    <a:pt x="546" y="0"/>
                  </a:lnTo>
                  <a:lnTo>
                    <a:pt x="546" y="4143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55" name="Freeform 906"/>
            <p:cNvSpPr/>
            <p:nvPr/>
          </p:nvSpPr>
          <p:spPr bwMode="auto">
            <a:xfrm>
              <a:off x="2229698" y="2850457"/>
              <a:ext cx="489272" cy="3712552"/>
            </a:xfrm>
            <a:custGeom>
              <a:avLst/>
              <a:gdLst>
                <a:gd name="T0" fmla="*/ 546 w 546"/>
                <a:gd name="T1" fmla="*/ 4143 h 4143"/>
                <a:gd name="T2" fmla="*/ 0 w 546"/>
                <a:gd name="T3" fmla="*/ 3970 h 4143"/>
                <a:gd name="T4" fmla="*/ 0 w 546"/>
                <a:gd name="T5" fmla="*/ 173 h 4143"/>
                <a:gd name="T6" fmla="*/ 546 w 546"/>
                <a:gd name="T7" fmla="*/ 0 h 4143"/>
                <a:gd name="T8" fmla="*/ 546 w 546"/>
                <a:gd name="T9" fmla="*/ 4143 h 4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4143">
                  <a:moveTo>
                    <a:pt x="546" y="4143"/>
                  </a:moveTo>
                  <a:lnTo>
                    <a:pt x="0" y="3970"/>
                  </a:lnTo>
                  <a:lnTo>
                    <a:pt x="0" y="173"/>
                  </a:lnTo>
                  <a:lnTo>
                    <a:pt x="546" y="0"/>
                  </a:lnTo>
                  <a:lnTo>
                    <a:pt x="546" y="414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56" name="Freeform 907"/>
            <p:cNvSpPr/>
            <p:nvPr/>
          </p:nvSpPr>
          <p:spPr bwMode="auto">
            <a:xfrm>
              <a:off x="2718969" y="2852249"/>
              <a:ext cx="491961" cy="3712552"/>
            </a:xfrm>
            <a:custGeom>
              <a:avLst/>
              <a:gdLst>
                <a:gd name="T0" fmla="*/ 549 w 549"/>
                <a:gd name="T1" fmla="*/ 3970 h 4143"/>
                <a:gd name="T2" fmla="*/ 0 w 549"/>
                <a:gd name="T3" fmla="*/ 4143 h 4143"/>
                <a:gd name="T4" fmla="*/ 0 w 549"/>
                <a:gd name="T5" fmla="*/ 0 h 4143"/>
                <a:gd name="T6" fmla="*/ 549 w 549"/>
                <a:gd name="T7" fmla="*/ 173 h 4143"/>
                <a:gd name="T8" fmla="*/ 549 w 549"/>
                <a:gd name="T9" fmla="*/ 3970 h 4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4143">
                  <a:moveTo>
                    <a:pt x="549" y="3970"/>
                  </a:moveTo>
                  <a:lnTo>
                    <a:pt x="0" y="4143"/>
                  </a:lnTo>
                  <a:lnTo>
                    <a:pt x="0" y="0"/>
                  </a:lnTo>
                  <a:lnTo>
                    <a:pt x="549" y="173"/>
                  </a:lnTo>
                  <a:lnTo>
                    <a:pt x="549" y="397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57" name="Freeform 1121"/>
            <p:cNvSpPr/>
            <p:nvPr/>
          </p:nvSpPr>
          <p:spPr bwMode="auto">
            <a:xfrm>
              <a:off x="2227905" y="2937379"/>
              <a:ext cx="489272" cy="3313786"/>
            </a:xfrm>
            <a:custGeom>
              <a:avLst/>
              <a:gdLst>
                <a:gd name="T0" fmla="*/ 546 w 546"/>
                <a:gd name="T1" fmla="*/ 3698 h 3698"/>
                <a:gd name="T2" fmla="*/ 0 w 546"/>
                <a:gd name="T3" fmla="*/ 3525 h 3698"/>
                <a:gd name="T4" fmla="*/ 0 w 546"/>
                <a:gd name="T5" fmla="*/ 173 h 3698"/>
                <a:gd name="T6" fmla="*/ 546 w 546"/>
                <a:gd name="T7" fmla="*/ 0 h 3698"/>
                <a:gd name="T8" fmla="*/ 546 w 546"/>
                <a:gd name="T9" fmla="*/ 3698 h 3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698">
                  <a:moveTo>
                    <a:pt x="546" y="3698"/>
                  </a:moveTo>
                  <a:lnTo>
                    <a:pt x="0" y="3525"/>
                  </a:lnTo>
                  <a:lnTo>
                    <a:pt x="0" y="173"/>
                  </a:lnTo>
                  <a:lnTo>
                    <a:pt x="546" y="0"/>
                  </a:lnTo>
                  <a:lnTo>
                    <a:pt x="546" y="369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58" name="Freeform 1122"/>
            <p:cNvSpPr/>
            <p:nvPr/>
          </p:nvSpPr>
          <p:spPr bwMode="auto">
            <a:xfrm>
              <a:off x="2227905" y="2937379"/>
              <a:ext cx="489272" cy="3313786"/>
            </a:xfrm>
            <a:custGeom>
              <a:avLst/>
              <a:gdLst>
                <a:gd name="T0" fmla="*/ 546 w 546"/>
                <a:gd name="T1" fmla="*/ 3698 h 3698"/>
                <a:gd name="T2" fmla="*/ 0 w 546"/>
                <a:gd name="T3" fmla="*/ 3525 h 3698"/>
                <a:gd name="T4" fmla="*/ 0 w 546"/>
                <a:gd name="T5" fmla="*/ 173 h 3698"/>
                <a:gd name="T6" fmla="*/ 546 w 546"/>
                <a:gd name="T7" fmla="*/ 0 h 3698"/>
                <a:gd name="T8" fmla="*/ 546 w 546"/>
                <a:gd name="T9" fmla="*/ 3698 h 3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698">
                  <a:moveTo>
                    <a:pt x="546" y="3698"/>
                  </a:moveTo>
                  <a:lnTo>
                    <a:pt x="0" y="3525"/>
                  </a:lnTo>
                  <a:lnTo>
                    <a:pt x="0" y="173"/>
                  </a:lnTo>
                  <a:lnTo>
                    <a:pt x="546" y="0"/>
                  </a:lnTo>
                  <a:lnTo>
                    <a:pt x="546" y="3698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59" name="Freeform 1123"/>
            <p:cNvSpPr/>
            <p:nvPr/>
          </p:nvSpPr>
          <p:spPr bwMode="auto">
            <a:xfrm>
              <a:off x="2227905" y="3081651"/>
              <a:ext cx="37636" cy="40325"/>
            </a:xfrm>
            <a:custGeom>
              <a:avLst/>
              <a:gdLst>
                <a:gd name="T0" fmla="*/ 42 w 42"/>
                <a:gd name="T1" fmla="*/ 0 h 45"/>
                <a:gd name="T2" fmla="*/ 0 w 42"/>
                <a:gd name="T3" fmla="*/ 14 h 45"/>
                <a:gd name="T4" fmla="*/ 0 w 42"/>
                <a:gd name="T5" fmla="*/ 45 h 45"/>
                <a:gd name="T6" fmla="*/ 42 w 42"/>
                <a:gd name="T7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2" h="45">
                  <a:moveTo>
                    <a:pt x="42" y="0"/>
                  </a:moveTo>
                  <a:lnTo>
                    <a:pt x="0" y="14"/>
                  </a:lnTo>
                  <a:lnTo>
                    <a:pt x="0" y="45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60" name="Freeform 1124"/>
            <p:cNvSpPr/>
            <p:nvPr/>
          </p:nvSpPr>
          <p:spPr bwMode="auto">
            <a:xfrm>
              <a:off x="2227905" y="3081651"/>
              <a:ext cx="37636" cy="40325"/>
            </a:xfrm>
            <a:custGeom>
              <a:avLst/>
              <a:gdLst>
                <a:gd name="T0" fmla="*/ 42 w 42"/>
                <a:gd name="T1" fmla="*/ 0 h 45"/>
                <a:gd name="T2" fmla="*/ 0 w 42"/>
                <a:gd name="T3" fmla="*/ 14 h 45"/>
                <a:gd name="T4" fmla="*/ 0 w 42"/>
                <a:gd name="T5" fmla="*/ 45 h 45"/>
                <a:gd name="T6" fmla="*/ 42 w 42"/>
                <a:gd name="T7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2" h="45">
                  <a:moveTo>
                    <a:pt x="42" y="0"/>
                  </a:moveTo>
                  <a:lnTo>
                    <a:pt x="0" y="14"/>
                  </a:lnTo>
                  <a:lnTo>
                    <a:pt x="0" y="45"/>
                  </a:lnTo>
                  <a:lnTo>
                    <a:pt x="42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61" name="Freeform 1125"/>
            <p:cNvSpPr/>
            <p:nvPr/>
          </p:nvSpPr>
          <p:spPr bwMode="auto">
            <a:xfrm>
              <a:off x="2227905" y="3053872"/>
              <a:ext cx="127247" cy="127247"/>
            </a:xfrm>
            <a:custGeom>
              <a:avLst/>
              <a:gdLst>
                <a:gd name="T0" fmla="*/ 142 w 142"/>
                <a:gd name="T1" fmla="*/ 0 h 142"/>
                <a:gd name="T2" fmla="*/ 92 w 142"/>
                <a:gd name="T3" fmla="*/ 17 h 142"/>
                <a:gd name="T4" fmla="*/ 0 w 142"/>
                <a:gd name="T5" fmla="*/ 109 h 142"/>
                <a:gd name="T6" fmla="*/ 0 w 142"/>
                <a:gd name="T7" fmla="*/ 142 h 142"/>
                <a:gd name="T8" fmla="*/ 142 w 142"/>
                <a:gd name="T9" fmla="*/ 0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2" h="142">
                  <a:moveTo>
                    <a:pt x="142" y="0"/>
                  </a:moveTo>
                  <a:lnTo>
                    <a:pt x="92" y="17"/>
                  </a:lnTo>
                  <a:lnTo>
                    <a:pt x="0" y="109"/>
                  </a:lnTo>
                  <a:lnTo>
                    <a:pt x="0" y="142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62" name="Freeform 1126"/>
            <p:cNvSpPr/>
            <p:nvPr/>
          </p:nvSpPr>
          <p:spPr bwMode="auto">
            <a:xfrm>
              <a:off x="2227905" y="3053872"/>
              <a:ext cx="127247" cy="127247"/>
            </a:xfrm>
            <a:custGeom>
              <a:avLst/>
              <a:gdLst>
                <a:gd name="T0" fmla="*/ 142 w 142"/>
                <a:gd name="T1" fmla="*/ 0 h 142"/>
                <a:gd name="T2" fmla="*/ 92 w 142"/>
                <a:gd name="T3" fmla="*/ 17 h 142"/>
                <a:gd name="T4" fmla="*/ 0 w 142"/>
                <a:gd name="T5" fmla="*/ 109 h 142"/>
                <a:gd name="T6" fmla="*/ 0 w 142"/>
                <a:gd name="T7" fmla="*/ 142 h 142"/>
                <a:gd name="T8" fmla="*/ 142 w 142"/>
                <a:gd name="T9" fmla="*/ 0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2" h="142">
                  <a:moveTo>
                    <a:pt x="142" y="0"/>
                  </a:moveTo>
                  <a:lnTo>
                    <a:pt x="92" y="17"/>
                  </a:lnTo>
                  <a:lnTo>
                    <a:pt x="0" y="109"/>
                  </a:lnTo>
                  <a:lnTo>
                    <a:pt x="0" y="142"/>
                  </a:lnTo>
                  <a:lnTo>
                    <a:pt x="142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63" name="Freeform 1127"/>
            <p:cNvSpPr/>
            <p:nvPr/>
          </p:nvSpPr>
          <p:spPr bwMode="auto">
            <a:xfrm>
              <a:off x="2227905" y="3026093"/>
              <a:ext cx="215961" cy="215961"/>
            </a:xfrm>
            <a:custGeom>
              <a:avLst/>
              <a:gdLst>
                <a:gd name="T0" fmla="*/ 241 w 241"/>
                <a:gd name="T1" fmla="*/ 0 h 241"/>
                <a:gd name="T2" fmla="*/ 191 w 241"/>
                <a:gd name="T3" fmla="*/ 14 h 241"/>
                <a:gd name="T4" fmla="*/ 0 w 241"/>
                <a:gd name="T5" fmla="*/ 206 h 241"/>
                <a:gd name="T6" fmla="*/ 0 w 241"/>
                <a:gd name="T7" fmla="*/ 241 h 241"/>
                <a:gd name="T8" fmla="*/ 241 w 241"/>
                <a:gd name="T9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1" h="241">
                  <a:moveTo>
                    <a:pt x="241" y="0"/>
                  </a:moveTo>
                  <a:lnTo>
                    <a:pt x="191" y="14"/>
                  </a:lnTo>
                  <a:lnTo>
                    <a:pt x="0" y="206"/>
                  </a:lnTo>
                  <a:lnTo>
                    <a:pt x="0" y="241"/>
                  </a:lnTo>
                  <a:lnTo>
                    <a:pt x="24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64" name="Freeform 1128"/>
            <p:cNvSpPr/>
            <p:nvPr/>
          </p:nvSpPr>
          <p:spPr bwMode="auto">
            <a:xfrm>
              <a:off x="2227905" y="3026093"/>
              <a:ext cx="215961" cy="215961"/>
            </a:xfrm>
            <a:custGeom>
              <a:avLst/>
              <a:gdLst>
                <a:gd name="T0" fmla="*/ 241 w 241"/>
                <a:gd name="T1" fmla="*/ 0 h 241"/>
                <a:gd name="T2" fmla="*/ 191 w 241"/>
                <a:gd name="T3" fmla="*/ 14 h 241"/>
                <a:gd name="T4" fmla="*/ 0 w 241"/>
                <a:gd name="T5" fmla="*/ 206 h 241"/>
                <a:gd name="T6" fmla="*/ 0 w 241"/>
                <a:gd name="T7" fmla="*/ 241 h 241"/>
                <a:gd name="T8" fmla="*/ 241 w 241"/>
                <a:gd name="T9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1" h="241">
                  <a:moveTo>
                    <a:pt x="241" y="0"/>
                  </a:moveTo>
                  <a:lnTo>
                    <a:pt x="191" y="14"/>
                  </a:lnTo>
                  <a:lnTo>
                    <a:pt x="0" y="206"/>
                  </a:lnTo>
                  <a:lnTo>
                    <a:pt x="0" y="241"/>
                  </a:lnTo>
                  <a:lnTo>
                    <a:pt x="241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65" name="Freeform 1129"/>
            <p:cNvSpPr/>
            <p:nvPr/>
          </p:nvSpPr>
          <p:spPr bwMode="auto">
            <a:xfrm>
              <a:off x="2227905" y="2996522"/>
              <a:ext cx="304675" cy="307363"/>
            </a:xfrm>
            <a:custGeom>
              <a:avLst/>
              <a:gdLst>
                <a:gd name="T0" fmla="*/ 340 w 340"/>
                <a:gd name="T1" fmla="*/ 0 h 343"/>
                <a:gd name="T2" fmla="*/ 291 w 340"/>
                <a:gd name="T3" fmla="*/ 17 h 343"/>
                <a:gd name="T4" fmla="*/ 0 w 340"/>
                <a:gd name="T5" fmla="*/ 308 h 343"/>
                <a:gd name="T6" fmla="*/ 0 w 340"/>
                <a:gd name="T7" fmla="*/ 343 h 343"/>
                <a:gd name="T8" fmla="*/ 340 w 340"/>
                <a:gd name="T9" fmla="*/ 0 h 3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0" h="343">
                  <a:moveTo>
                    <a:pt x="340" y="0"/>
                  </a:moveTo>
                  <a:lnTo>
                    <a:pt x="291" y="17"/>
                  </a:lnTo>
                  <a:lnTo>
                    <a:pt x="0" y="308"/>
                  </a:lnTo>
                  <a:lnTo>
                    <a:pt x="0" y="343"/>
                  </a:lnTo>
                  <a:lnTo>
                    <a:pt x="34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66" name="Freeform 1130"/>
            <p:cNvSpPr/>
            <p:nvPr/>
          </p:nvSpPr>
          <p:spPr bwMode="auto">
            <a:xfrm>
              <a:off x="2227905" y="2996522"/>
              <a:ext cx="304675" cy="307363"/>
            </a:xfrm>
            <a:custGeom>
              <a:avLst/>
              <a:gdLst>
                <a:gd name="T0" fmla="*/ 340 w 340"/>
                <a:gd name="T1" fmla="*/ 0 h 343"/>
                <a:gd name="T2" fmla="*/ 291 w 340"/>
                <a:gd name="T3" fmla="*/ 17 h 343"/>
                <a:gd name="T4" fmla="*/ 0 w 340"/>
                <a:gd name="T5" fmla="*/ 308 h 343"/>
                <a:gd name="T6" fmla="*/ 0 w 340"/>
                <a:gd name="T7" fmla="*/ 343 h 343"/>
                <a:gd name="T8" fmla="*/ 340 w 340"/>
                <a:gd name="T9" fmla="*/ 0 h 3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0" h="343">
                  <a:moveTo>
                    <a:pt x="340" y="0"/>
                  </a:moveTo>
                  <a:lnTo>
                    <a:pt x="291" y="17"/>
                  </a:lnTo>
                  <a:lnTo>
                    <a:pt x="0" y="308"/>
                  </a:lnTo>
                  <a:lnTo>
                    <a:pt x="0" y="343"/>
                  </a:lnTo>
                  <a:lnTo>
                    <a:pt x="340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67" name="Freeform 1131"/>
            <p:cNvSpPr/>
            <p:nvPr/>
          </p:nvSpPr>
          <p:spPr bwMode="auto">
            <a:xfrm>
              <a:off x="2227905" y="2968743"/>
              <a:ext cx="394285" cy="396973"/>
            </a:xfrm>
            <a:custGeom>
              <a:avLst/>
              <a:gdLst>
                <a:gd name="T0" fmla="*/ 440 w 440"/>
                <a:gd name="T1" fmla="*/ 0 h 443"/>
                <a:gd name="T2" fmla="*/ 390 w 440"/>
                <a:gd name="T3" fmla="*/ 17 h 443"/>
                <a:gd name="T4" fmla="*/ 0 w 440"/>
                <a:gd name="T5" fmla="*/ 407 h 443"/>
                <a:gd name="T6" fmla="*/ 0 w 440"/>
                <a:gd name="T7" fmla="*/ 443 h 443"/>
                <a:gd name="T8" fmla="*/ 440 w 440"/>
                <a:gd name="T9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443">
                  <a:moveTo>
                    <a:pt x="440" y="0"/>
                  </a:moveTo>
                  <a:lnTo>
                    <a:pt x="390" y="17"/>
                  </a:lnTo>
                  <a:lnTo>
                    <a:pt x="0" y="407"/>
                  </a:lnTo>
                  <a:lnTo>
                    <a:pt x="0" y="443"/>
                  </a:lnTo>
                  <a:lnTo>
                    <a:pt x="44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68" name="Freeform 1132"/>
            <p:cNvSpPr/>
            <p:nvPr/>
          </p:nvSpPr>
          <p:spPr bwMode="auto">
            <a:xfrm>
              <a:off x="2227905" y="2968743"/>
              <a:ext cx="394285" cy="396973"/>
            </a:xfrm>
            <a:custGeom>
              <a:avLst/>
              <a:gdLst>
                <a:gd name="T0" fmla="*/ 440 w 440"/>
                <a:gd name="T1" fmla="*/ 0 h 443"/>
                <a:gd name="T2" fmla="*/ 390 w 440"/>
                <a:gd name="T3" fmla="*/ 17 h 443"/>
                <a:gd name="T4" fmla="*/ 0 w 440"/>
                <a:gd name="T5" fmla="*/ 407 h 443"/>
                <a:gd name="T6" fmla="*/ 0 w 440"/>
                <a:gd name="T7" fmla="*/ 443 h 443"/>
                <a:gd name="T8" fmla="*/ 440 w 440"/>
                <a:gd name="T9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443">
                  <a:moveTo>
                    <a:pt x="440" y="0"/>
                  </a:moveTo>
                  <a:lnTo>
                    <a:pt x="390" y="17"/>
                  </a:lnTo>
                  <a:lnTo>
                    <a:pt x="0" y="407"/>
                  </a:lnTo>
                  <a:lnTo>
                    <a:pt x="0" y="443"/>
                  </a:lnTo>
                  <a:lnTo>
                    <a:pt x="440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69" name="Freeform 1133"/>
            <p:cNvSpPr/>
            <p:nvPr/>
          </p:nvSpPr>
          <p:spPr bwMode="auto">
            <a:xfrm>
              <a:off x="2227905" y="2941860"/>
              <a:ext cx="482999" cy="484791"/>
            </a:xfrm>
            <a:custGeom>
              <a:avLst/>
              <a:gdLst>
                <a:gd name="T0" fmla="*/ 539 w 539"/>
                <a:gd name="T1" fmla="*/ 0 h 541"/>
                <a:gd name="T2" fmla="*/ 489 w 539"/>
                <a:gd name="T3" fmla="*/ 16 h 541"/>
                <a:gd name="T4" fmla="*/ 0 w 539"/>
                <a:gd name="T5" fmla="*/ 506 h 541"/>
                <a:gd name="T6" fmla="*/ 0 w 539"/>
                <a:gd name="T7" fmla="*/ 541 h 541"/>
                <a:gd name="T8" fmla="*/ 539 w 539"/>
                <a:gd name="T9" fmla="*/ 0 h 5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9" h="541">
                  <a:moveTo>
                    <a:pt x="539" y="0"/>
                  </a:moveTo>
                  <a:lnTo>
                    <a:pt x="489" y="16"/>
                  </a:lnTo>
                  <a:lnTo>
                    <a:pt x="0" y="506"/>
                  </a:lnTo>
                  <a:lnTo>
                    <a:pt x="0" y="541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70" name="Freeform 1134"/>
            <p:cNvSpPr/>
            <p:nvPr/>
          </p:nvSpPr>
          <p:spPr bwMode="auto">
            <a:xfrm>
              <a:off x="2227905" y="2941860"/>
              <a:ext cx="482999" cy="484791"/>
            </a:xfrm>
            <a:custGeom>
              <a:avLst/>
              <a:gdLst>
                <a:gd name="T0" fmla="*/ 539 w 539"/>
                <a:gd name="T1" fmla="*/ 0 h 541"/>
                <a:gd name="T2" fmla="*/ 489 w 539"/>
                <a:gd name="T3" fmla="*/ 16 h 541"/>
                <a:gd name="T4" fmla="*/ 0 w 539"/>
                <a:gd name="T5" fmla="*/ 506 h 541"/>
                <a:gd name="T6" fmla="*/ 0 w 539"/>
                <a:gd name="T7" fmla="*/ 541 h 541"/>
                <a:gd name="T8" fmla="*/ 539 w 539"/>
                <a:gd name="T9" fmla="*/ 0 h 5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9" h="541">
                  <a:moveTo>
                    <a:pt x="539" y="0"/>
                  </a:moveTo>
                  <a:lnTo>
                    <a:pt x="489" y="16"/>
                  </a:lnTo>
                  <a:lnTo>
                    <a:pt x="0" y="506"/>
                  </a:lnTo>
                  <a:lnTo>
                    <a:pt x="0" y="541"/>
                  </a:lnTo>
                  <a:lnTo>
                    <a:pt x="539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71" name="Freeform 1135"/>
            <p:cNvSpPr/>
            <p:nvPr/>
          </p:nvSpPr>
          <p:spPr bwMode="auto">
            <a:xfrm>
              <a:off x="2227905" y="2965158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8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72" name="Freeform 1136"/>
            <p:cNvSpPr/>
            <p:nvPr/>
          </p:nvSpPr>
          <p:spPr bwMode="auto">
            <a:xfrm>
              <a:off x="2227905" y="2965158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8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73" name="Freeform 1137"/>
            <p:cNvSpPr/>
            <p:nvPr/>
          </p:nvSpPr>
          <p:spPr bwMode="auto">
            <a:xfrm>
              <a:off x="2227905" y="3026093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74" name="Freeform 1138"/>
            <p:cNvSpPr/>
            <p:nvPr/>
          </p:nvSpPr>
          <p:spPr bwMode="auto">
            <a:xfrm>
              <a:off x="2227905" y="3026093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75" name="Freeform 1139"/>
            <p:cNvSpPr/>
            <p:nvPr/>
          </p:nvSpPr>
          <p:spPr bwMode="auto">
            <a:xfrm>
              <a:off x="2227905" y="3087924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3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76" name="Freeform 1140"/>
            <p:cNvSpPr/>
            <p:nvPr/>
          </p:nvSpPr>
          <p:spPr bwMode="auto">
            <a:xfrm>
              <a:off x="2227905" y="3087924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3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77" name="Freeform 1141"/>
            <p:cNvSpPr/>
            <p:nvPr/>
          </p:nvSpPr>
          <p:spPr bwMode="auto">
            <a:xfrm>
              <a:off x="2227905" y="3147067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78" name="Freeform 1142"/>
            <p:cNvSpPr/>
            <p:nvPr/>
          </p:nvSpPr>
          <p:spPr bwMode="auto">
            <a:xfrm>
              <a:off x="2227905" y="3147067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79" name="Freeform 1143"/>
            <p:cNvSpPr/>
            <p:nvPr/>
          </p:nvSpPr>
          <p:spPr bwMode="auto">
            <a:xfrm>
              <a:off x="2227905" y="320889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80" name="Freeform 1144"/>
            <p:cNvSpPr/>
            <p:nvPr/>
          </p:nvSpPr>
          <p:spPr bwMode="auto">
            <a:xfrm>
              <a:off x="2227905" y="320889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81" name="Freeform 1145"/>
            <p:cNvSpPr/>
            <p:nvPr/>
          </p:nvSpPr>
          <p:spPr bwMode="auto">
            <a:xfrm>
              <a:off x="2227905" y="3269833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82" name="Freeform 1146"/>
            <p:cNvSpPr/>
            <p:nvPr/>
          </p:nvSpPr>
          <p:spPr bwMode="auto">
            <a:xfrm>
              <a:off x="2227905" y="3269833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83" name="Freeform 1147"/>
            <p:cNvSpPr/>
            <p:nvPr/>
          </p:nvSpPr>
          <p:spPr bwMode="auto">
            <a:xfrm>
              <a:off x="2227905" y="3331664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84" name="Freeform 1148"/>
            <p:cNvSpPr/>
            <p:nvPr/>
          </p:nvSpPr>
          <p:spPr bwMode="auto">
            <a:xfrm>
              <a:off x="2227905" y="3331664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85" name="Freeform 1149"/>
            <p:cNvSpPr/>
            <p:nvPr/>
          </p:nvSpPr>
          <p:spPr bwMode="auto">
            <a:xfrm>
              <a:off x="2227905" y="3392599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7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86" name="Freeform 1150"/>
            <p:cNvSpPr/>
            <p:nvPr/>
          </p:nvSpPr>
          <p:spPr bwMode="auto">
            <a:xfrm>
              <a:off x="2227905" y="3392599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7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87" name="Freeform 1151"/>
            <p:cNvSpPr/>
            <p:nvPr/>
          </p:nvSpPr>
          <p:spPr bwMode="auto">
            <a:xfrm>
              <a:off x="2227905" y="345263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88" name="Freeform 1152"/>
            <p:cNvSpPr/>
            <p:nvPr/>
          </p:nvSpPr>
          <p:spPr bwMode="auto">
            <a:xfrm>
              <a:off x="2227905" y="345263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89" name="Freeform 1153"/>
            <p:cNvSpPr/>
            <p:nvPr/>
          </p:nvSpPr>
          <p:spPr bwMode="auto">
            <a:xfrm>
              <a:off x="2227905" y="3513573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90" name="Freeform 1154"/>
            <p:cNvSpPr/>
            <p:nvPr/>
          </p:nvSpPr>
          <p:spPr bwMode="auto">
            <a:xfrm>
              <a:off x="2227905" y="3513573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91" name="Freeform 1155"/>
            <p:cNvSpPr/>
            <p:nvPr/>
          </p:nvSpPr>
          <p:spPr bwMode="auto">
            <a:xfrm>
              <a:off x="2227905" y="3575404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92" name="Freeform 1156"/>
            <p:cNvSpPr/>
            <p:nvPr/>
          </p:nvSpPr>
          <p:spPr bwMode="auto">
            <a:xfrm>
              <a:off x="2227905" y="3575404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93" name="Freeform 1157"/>
            <p:cNvSpPr/>
            <p:nvPr/>
          </p:nvSpPr>
          <p:spPr bwMode="auto">
            <a:xfrm>
              <a:off x="2227905" y="3636339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94" name="Freeform 1158"/>
            <p:cNvSpPr/>
            <p:nvPr/>
          </p:nvSpPr>
          <p:spPr bwMode="auto">
            <a:xfrm>
              <a:off x="2227905" y="3636339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95" name="Freeform 1159"/>
            <p:cNvSpPr/>
            <p:nvPr/>
          </p:nvSpPr>
          <p:spPr bwMode="auto">
            <a:xfrm>
              <a:off x="2227905" y="3695481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96" name="Freeform 1160"/>
            <p:cNvSpPr/>
            <p:nvPr/>
          </p:nvSpPr>
          <p:spPr bwMode="auto">
            <a:xfrm>
              <a:off x="2227905" y="3695481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97" name="Freeform 1161"/>
            <p:cNvSpPr/>
            <p:nvPr/>
          </p:nvSpPr>
          <p:spPr bwMode="auto">
            <a:xfrm>
              <a:off x="2227905" y="375731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98" name="Freeform 1162"/>
            <p:cNvSpPr/>
            <p:nvPr/>
          </p:nvSpPr>
          <p:spPr bwMode="auto">
            <a:xfrm>
              <a:off x="2227905" y="375731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99" name="Freeform 1163"/>
            <p:cNvSpPr/>
            <p:nvPr/>
          </p:nvSpPr>
          <p:spPr bwMode="auto">
            <a:xfrm>
              <a:off x="2227905" y="3819144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8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00" name="Freeform 1164"/>
            <p:cNvSpPr/>
            <p:nvPr/>
          </p:nvSpPr>
          <p:spPr bwMode="auto">
            <a:xfrm>
              <a:off x="2227905" y="3819144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8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01" name="Freeform 1165"/>
            <p:cNvSpPr/>
            <p:nvPr/>
          </p:nvSpPr>
          <p:spPr bwMode="auto">
            <a:xfrm>
              <a:off x="2227905" y="3880078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02" name="Freeform 1166"/>
            <p:cNvSpPr/>
            <p:nvPr/>
          </p:nvSpPr>
          <p:spPr bwMode="auto">
            <a:xfrm>
              <a:off x="2227905" y="3880078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03" name="Freeform 1167"/>
            <p:cNvSpPr/>
            <p:nvPr/>
          </p:nvSpPr>
          <p:spPr bwMode="auto">
            <a:xfrm>
              <a:off x="2227905" y="3941910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3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04" name="Freeform 1168"/>
            <p:cNvSpPr/>
            <p:nvPr/>
          </p:nvSpPr>
          <p:spPr bwMode="auto">
            <a:xfrm>
              <a:off x="2227905" y="3941910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3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05" name="Freeform 1169"/>
            <p:cNvSpPr/>
            <p:nvPr/>
          </p:nvSpPr>
          <p:spPr bwMode="auto">
            <a:xfrm>
              <a:off x="2227905" y="400105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06" name="Freeform 1170"/>
            <p:cNvSpPr/>
            <p:nvPr/>
          </p:nvSpPr>
          <p:spPr bwMode="auto">
            <a:xfrm>
              <a:off x="2227905" y="400105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07" name="Freeform 1171"/>
            <p:cNvSpPr/>
            <p:nvPr/>
          </p:nvSpPr>
          <p:spPr bwMode="auto">
            <a:xfrm>
              <a:off x="2227905" y="4061987"/>
              <a:ext cx="489272" cy="524220"/>
            </a:xfrm>
            <a:custGeom>
              <a:avLst/>
              <a:gdLst>
                <a:gd name="T0" fmla="*/ 546 w 546"/>
                <a:gd name="T1" fmla="*/ 0 h 585"/>
                <a:gd name="T2" fmla="*/ 0 w 546"/>
                <a:gd name="T3" fmla="*/ 549 h 585"/>
                <a:gd name="T4" fmla="*/ 0 w 546"/>
                <a:gd name="T5" fmla="*/ 585 h 585"/>
                <a:gd name="T6" fmla="*/ 546 w 546"/>
                <a:gd name="T7" fmla="*/ 36 h 585"/>
                <a:gd name="T8" fmla="*/ 546 w 546"/>
                <a:gd name="T9" fmla="*/ 0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5">
                  <a:moveTo>
                    <a:pt x="546" y="0"/>
                  </a:moveTo>
                  <a:lnTo>
                    <a:pt x="0" y="549"/>
                  </a:lnTo>
                  <a:lnTo>
                    <a:pt x="0" y="585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08" name="Freeform 1172"/>
            <p:cNvSpPr/>
            <p:nvPr/>
          </p:nvSpPr>
          <p:spPr bwMode="auto">
            <a:xfrm>
              <a:off x="2227905" y="4061987"/>
              <a:ext cx="489272" cy="524220"/>
            </a:xfrm>
            <a:custGeom>
              <a:avLst/>
              <a:gdLst>
                <a:gd name="T0" fmla="*/ 546 w 546"/>
                <a:gd name="T1" fmla="*/ 0 h 585"/>
                <a:gd name="T2" fmla="*/ 0 w 546"/>
                <a:gd name="T3" fmla="*/ 549 h 585"/>
                <a:gd name="T4" fmla="*/ 0 w 546"/>
                <a:gd name="T5" fmla="*/ 585 h 585"/>
                <a:gd name="T6" fmla="*/ 546 w 546"/>
                <a:gd name="T7" fmla="*/ 36 h 585"/>
                <a:gd name="T8" fmla="*/ 546 w 546"/>
                <a:gd name="T9" fmla="*/ 0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5">
                  <a:moveTo>
                    <a:pt x="546" y="0"/>
                  </a:moveTo>
                  <a:lnTo>
                    <a:pt x="0" y="549"/>
                  </a:lnTo>
                  <a:lnTo>
                    <a:pt x="0" y="585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09" name="Freeform 1173"/>
            <p:cNvSpPr/>
            <p:nvPr/>
          </p:nvSpPr>
          <p:spPr bwMode="auto">
            <a:xfrm>
              <a:off x="2227905" y="4123818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10" name="Freeform 1174"/>
            <p:cNvSpPr/>
            <p:nvPr/>
          </p:nvSpPr>
          <p:spPr bwMode="auto">
            <a:xfrm>
              <a:off x="2227905" y="4123818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11" name="Freeform 1175"/>
            <p:cNvSpPr/>
            <p:nvPr/>
          </p:nvSpPr>
          <p:spPr bwMode="auto">
            <a:xfrm>
              <a:off x="2227905" y="4185649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12" name="Freeform 1176"/>
            <p:cNvSpPr/>
            <p:nvPr/>
          </p:nvSpPr>
          <p:spPr bwMode="auto">
            <a:xfrm>
              <a:off x="2227905" y="4185649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13" name="Freeform 1177"/>
            <p:cNvSpPr/>
            <p:nvPr/>
          </p:nvSpPr>
          <p:spPr bwMode="auto">
            <a:xfrm>
              <a:off x="2227905" y="424658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14" name="Freeform 1178"/>
            <p:cNvSpPr/>
            <p:nvPr/>
          </p:nvSpPr>
          <p:spPr bwMode="auto">
            <a:xfrm>
              <a:off x="2227905" y="424658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15" name="Freeform 1179"/>
            <p:cNvSpPr/>
            <p:nvPr/>
          </p:nvSpPr>
          <p:spPr bwMode="auto">
            <a:xfrm>
              <a:off x="2227905" y="4305727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16" name="Freeform 1180"/>
            <p:cNvSpPr/>
            <p:nvPr/>
          </p:nvSpPr>
          <p:spPr bwMode="auto">
            <a:xfrm>
              <a:off x="2227905" y="4305727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17" name="Freeform 1181"/>
            <p:cNvSpPr/>
            <p:nvPr/>
          </p:nvSpPr>
          <p:spPr bwMode="auto">
            <a:xfrm>
              <a:off x="2227905" y="436755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18" name="Freeform 1182"/>
            <p:cNvSpPr/>
            <p:nvPr/>
          </p:nvSpPr>
          <p:spPr bwMode="auto">
            <a:xfrm>
              <a:off x="2227905" y="436755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19" name="Freeform 1183"/>
            <p:cNvSpPr/>
            <p:nvPr/>
          </p:nvSpPr>
          <p:spPr bwMode="auto">
            <a:xfrm>
              <a:off x="2227905" y="4429389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20" name="Freeform 1184"/>
            <p:cNvSpPr/>
            <p:nvPr/>
          </p:nvSpPr>
          <p:spPr bwMode="auto">
            <a:xfrm>
              <a:off x="2227905" y="4429389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21" name="Freeform 1185"/>
            <p:cNvSpPr/>
            <p:nvPr/>
          </p:nvSpPr>
          <p:spPr bwMode="auto">
            <a:xfrm>
              <a:off x="2227905" y="449032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22" name="Freeform 1186"/>
            <p:cNvSpPr/>
            <p:nvPr/>
          </p:nvSpPr>
          <p:spPr bwMode="auto">
            <a:xfrm>
              <a:off x="2227905" y="449032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23" name="Freeform 1187"/>
            <p:cNvSpPr/>
            <p:nvPr/>
          </p:nvSpPr>
          <p:spPr bwMode="auto">
            <a:xfrm>
              <a:off x="2227905" y="4549467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24" name="Freeform 1188"/>
            <p:cNvSpPr/>
            <p:nvPr/>
          </p:nvSpPr>
          <p:spPr bwMode="auto">
            <a:xfrm>
              <a:off x="2227905" y="4549467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25" name="Freeform 1189"/>
            <p:cNvSpPr/>
            <p:nvPr/>
          </p:nvSpPr>
          <p:spPr bwMode="auto">
            <a:xfrm>
              <a:off x="2227905" y="461129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26" name="Freeform 1190"/>
            <p:cNvSpPr/>
            <p:nvPr/>
          </p:nvSpPr>
          <p:spPr bwMode="auto">
            <a:xfrm>
              <a:off x="2227905" y="461129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27" name="Freeform 1191"/>
            <p:cNvSpPr/>
            <p:nvPr/>
          </p:nvSpPr>
          <p:spPr bwMode="auto">
            <a:xfrm>
              <a:off x="2227905" y="4672233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28" name="Freeform 1192"/>
            <p:cNvSpPr/>
            <p:nvPr/>
          </p:nvSpPr>
          <p:spPr bwMode="auto">
            <a:xfrm>
              <a:off x="2227905" y="4672233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29" name="Freeform 1193"/>
            <p:cNvSpPr/>
            <p:nvPr/>
          </p:nvSpPr>
          <p:spPr bwMode="auto">
            <a:xfrm>
              <a:off x="2227905" y="473406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30" name="Freeform 1194"/>
            <p:cNvSpPr/>
            <p:nvPr/>
          </p:nvSpPr>
          <p:spPr bwMode="auto">
            <a:xfrm>
              <a:off x="2227905" y="473406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31" name="Freeform 1195"/>
            <p:cNvSpPr/>
            <p:nvPr/>
          </p:nvSpPr>
          <p:spPr bwMode="auto">
            <a:xfrm>
              <a:off x="2227905" y="4795895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3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32" name="Freeform 1196"/>
            <p:cNvSpPr/>
            <p:nvPr/>
          </p:nvSpPr>
          <p:spPr bwMode="auto">
            <a:xfrm>
              <a:off x="2227905" y="4795895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3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33" name="Freeform 1197"/>
            <p:cNvSpPr/>
            <p:nvPr/>
          </p:nvSpPr>
          <p:spPr bwMode="auto">
            <a:xfrm>
              <a:off x="2227905" y="485503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34" name="Freeform 1198"/>
            <p:cNvSpPr/>
            <p:nvPr/>
          </p:nvSpPr>
          <p:spPr bwMode="auto">
            <a:xfrm>
              <a:off x="2227905" y="485503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35" name="Freeform 1199"/>
            <p:cNvSpPr/>
            <p:nvPr/>
          </p:nvSpPr>
          <p:spPr bwMode="auto">
            <a:xfrm>
              <a:off x="2227905" y="4915973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36" name="Freeform 1200"/>
            <p:cNvSpPr/>
            <p:nvPr/>
          </p:nvSpPr>
          <p:spPr bwMode="auto">
            <a:xfrm>
              <a:off x="2227905" y="4915973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37" name="Freeform 1201"/>
            <p:cNvSpPr/>
            <p:nvPr/>
          </p:nvSpPr>
          <p:spPr bwMode="auto">
            <a:xfrm>
              <a:off x="2227905" y="497780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5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38" name="Freeform 1202"/>
            <p:cNvSpPr/>
            <p:nvPr/>
          </p:nvSpPr>
          <p:spPr bwMode="auto">
            <a:xfrm>
              <a:off x="2227905" y="497780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5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39" name="Freeform 1203"/>
            <p:cNvSpPr/>
            <p:nvPr/>
          </p:nvSpPr>
          <p:spPr bwMode="auto">
            <a:xfrm>
              <a:off x="2227905" y="5039635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40" name="Freeform 1204"/>
            <p:cNvSpPr/>
            <p:nvPr/>
          </p:nvSpPr>
          <p:spPr bwMode="auto">
            <a:xfrm>
              <a:off x="2227905" y="5039635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41" name="Freeform 1205"/>
            <p:cNvSpPr/>
            <p:nvPr/>
          </p:nvSpPr>
          <p:spPr bwMode="auto">
            <a:xfrm>
              <a:off x="2227905" y="5100570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42" name="Freeform 1206"/>
            <p:cNvSpPr/>
            <p:nvPr/>
          </p:nvSpPr>
          <p:spPr bwMode="auto">
            <a:xfrm>
              <a:off x="2227905" y="5100570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43" name="Freeform 1207"/>
            <p:cNvSpPr/>
            <p:nvPr/>
          </p:nvSpPr>
          <p:spPr bwMode="auto">
            <a:xfrm>
              <a:off x="2227905" y="515971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44" name="Freeform 1208"/>
            <p:cNvSpPr/>
            <p:nvPr/>
          </p:nvSpPr>
          <p:spPr bwMode="auto">
            <a:xfrm>
              <a:off x="2227905" y="515971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45" name="Freeform 1209"/>
            <p:cNvSpPr/>
            <p:nvPr/>
          </p:nvSpPr>
          <p:spPr bwMode="auto">
            <a:xfrm>
              <a:off x="2227905" y="5221543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46" name="Freeform 1210"/>
            <p:cNvSpPr/>
            <p:nvPr/>
          </p:nvSpPr>
          <p:spPr bwMode="auto">
            <a:xfrm>
              <a:off x="2227905" y="5221543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47" name="Freeform 1211"/>
            <p:cNvSpPr/>
            <p:nvPr/>
          </p:nvSpPr>
          <p:spPr bwMode="auto">
            <a:xfrm>
              <a:off x="2227905" y="5282478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48" name="Freeform 1212"/>
            <p:cNvSpPr/>
            <p:nvPr/>
          </p:nvSpPr>
          <p:spPr bwMode="auto">
            <a:xfrm>
              <a:off x="2227905" y="5282478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49" name="Freeform 1213"/>
            <p:cNvSpPr/>
            <p:nvPr/>
          </p:nvSpPr>
          <p:spPr bwMode="auto">
            <a:xfrm>
              <a:off x="2227905" y="5344309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5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50" name="Freeform 1214"/>
            <p:cNvSpPr/>
            <p:nvPr/>
          </p:nvSpPr>
          <p:spPr bwMode="auto">
            <a:xfrm>
              <a:off x="2227905" y="5344309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5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51" name="Freeform 1215"/>
            <p:cNvSpPr/>
            <p:nvPr/>
          </p:nvSpPr>
          <p:spPr bwMode="auto">
            <a:xfrm>
              <a:off x="2227905" y="5406140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3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52" name="Freeform 1216"/>
            <p:cNvSpPr/>
            <p:nvPr/>
          </p:nvSpPr>
          <p:spPr bwMode="auto">
            <a:xfrm>
              <a:off x="2227905" y="5406140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3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53" name="Freeform 1217"/>
            <p:cNvSpPr/>
            <p:nvPr/>
          </p:nvSpPr>
          <p:spPr bwMode="auto">
            <a:xfrm>
              <a:off x="2227905" y="5465283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54" name="Freeform 1218"/>
            <p:cNvSpPr/>
            <p:nvPr/>
          </p:nvSpPr>
          <p:spPr bwMode="auto">
            <a:xfrm>
              <a:off x="2227905" y="5465283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55" name="Freeform 1219"/>
            <p:cNvSpPr/>
            <p:nvPr/>
          </p:nvSpPr>
          <p:spPr bwMode="auto">
            <a:xfrm>
              <a:off x="2227905" y="5526218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56" name="Freeform 1220"/>
            <p:cNvSpPr/>
            <p:nvPr/>
          </p:nvSpPr>
          <p:spPr bwMode="auto">
            <a:xfrm>
              <a:off x="2227905" y="5526218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57" name="Freeform 1225"/>
            <p:cNvSpPr/>
            <p:nvPr/>
          </p:nvSpPr>
          <p:spPr bwMode="auto">
            <a:xfrm>
              <a:off x="2227905" y="5588049"/>
              <a:ext cx="489272" cy="512570"/>
            </a:xfrm>
            <a:custGeom>
              <a:avLst/>
              <a:gdLst>
                <a:gd name="T0" fmla="*/ 546 w 546"/>
                <a:gd name="T1" fmla="*/ 0 h 572"/>
                <a:gd name="T2" fmla="*/ 0 w 546"/>
                <a:gd name="T3" fmla="*/ 546 h 572"/>
                <a:gd name="T4" fmla="*/ 0 w 546"/>
                <a:gd name="T5" fmla="*/ 567 h 572"/>
                <a:gd name="T6" fmla="*/ 2 w 546"/>
                <a:gd name="T7" fmla="*/ 567 h 572"/>
                <a:gd name="T8" fmla="*/ 9 w 546"/>
                <a:gd name="T9" fmla="*/ 572 h 572"/>
                <a:gd name="T10" fmla="*/ 546 w 546"/>
                <a:gd name="T11" fmla="*/ 35 h 572"/>
                <a:gd name="T12" fmla="*/ 546 w 546"/>
                <a:gd name="T13" fmla="*/ 0 h 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6" h="572">
                  <a:moveTo>
                    <a:pt x="546" y="0"/>
                  </a:moveTo>
                  <a:lnTo>
                    <a:pt x="0" y="546"/>
                  </a:lnTo>
                  <a:lnTo>
                    <a:pt x="0" y="567"/>
                  </a:lnTo>
                  <a:lnTo>
                    <a:pt x="2" y="567"/>
                  </a:lnTo>
                  <a:lnTo>
                    <a:pt x="9" y="572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58" name="Freeform 1226"/>
            <p:cNvSpPr/>
            <p:nvPr/>
          </p:nvSpPr>
          <p:spPr bwMode="auto">
            <a:xfrm>
              <a:off x="2227905" y="5588049"/>
              <a:ext cx="489272" cy="512570"/>
            </a:xfrm>
            <a:custGeom>
              <a:avLst/>
              <a:gdLst>
                <a:gd name="T0" fmla="*/ 546 w 546"/>
                <a:gd name="T1" fmla="*/ 0 h 572"/>
                <a:gd name="T2" fmla="*/ 0 w 546"/>
                <a:gd name="T3" fmla="*/ 546 h 572"/>
                <a:gd name="T4" fmla="*/ 0 w 546"/>
                <a:gd name="T5" fmla="*/ 567 h 572"/>
                <a:gd name="T6" fmla="*/ 2 w 546"/>
                <a:gd name="T7" fmla="*/ 567 h 572"/>
                <a:gd name="T8" fmla="*/ 9 w 546"/>
                <a:gd name="T9" fmla="*/ 572 h 572"/>
                <a:gd name="T10" fmla="*/ 546 w 546"/>
                <a:gd name="T11" fmla="*/ 35 h 572"/>
                <a:gd name="T12" fmla="*/ 546 w 546"/>
                <a:gd name="T13" fmla="*/ 0 h 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6" h="572">
                  <a:moveTo>
                    <a:pt x="546" y="0"/>
                  </a:moveTo>
                  <a:lnTo>
                    <a:pt x="0" y="546"/>
                  </a:lnTo>
                  <a:lnTo>
                    <a:pt x="0" y="567"/>
                  </a:lnTo>
                  <a:lnTo>
                    <a:pt x="2" y="567"/>
                  </a:lnTo>
                  <a:lnTo>
                    <a:pt x="9" y="572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59" name="Freeform 1227"/>
            <p:cNvSpPr/>
            <p:nvPr/>
          </p:nvSpPr>
          <p:spPr bwMode="auto">
            <a:xfrm>
              <a:off x="2257476" y="6106892"/>
              <a:ext cx="25091" cy="8961"/>
            </a:xfrm>
            <a:custGeom>
              <a:avLst/>
              <a:gdLst>
                <a:gd name="T0" fmla="*/ 2 w 28"/>
                <a:gd name="T1" fmla="*/ 0 h 10"/>
                <a:gd name="T2" fmla="*/ 0 w 28"/>
                <a:gd name="T3" fmla="*/ 3 h 10"/>
                <a:gd name="T4" fmla="*/ 28 w 28"/>
                <a:gd name="T5" fmla="*/ 10 h 10"/>
                <a:gd name="T6" fmla="*/ 28 w 28"/>
                <a:gd name="T7" fmla="*/ 7 h 10"/>
                <a:gd name="T8" fmla="*/ 2 w 2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0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60" name="Freeform 1228"/>
            <p:cNvSpPr/>
            <p:nvPr/>
          </p:nvSpPr>
          <p:spPr bwMode="auto">
            <a:xfrm>
              <a:off x="2257476" y="6106892"/>
              <a:ext cx="25091" cy="8961"/>
            </a:xfrm>
            <a:custGeom>
              <a:avLst/>
              <a:gdLst>
                <a:gd name="T0" fmla="*/ 2 w 28"/>
                <a:gd name="T1" fmla="*/ 0 h 10"/>
                <a:gd name="T2" fmla="*/ 0 w 28"/>
                <a:gd name="T3" fmla="*/ 3 h 10"/>
                <a:gd name="T4" fmla="*/ 28 w 28"/>
                <a:gd name="T5" fmla="*/ 10 h 10"/>
                <a:gd name="T6" fmla="*/ 28 w 28"/>
                <a:gd name="T7" fmla="*/ 7 h 10"/>
                <a:gd name="T8" fmla="*/ 2 w 2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0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61" name="Freeform 1229"/>
            <p:cNvSpPr/>
            <p:nvPr/>
          </p:nvSpPr>
          <p:spPr bwMode="auto">
            <a:xfrm>
              <a:off x="2259269" y="5649880"/>
              <a:ext cx="457908" cy="463285"/>
            </a:xfrm>
            <a:custGeom>
              <a:avLst/>
              <a:gdLst>
                <a:gd name="T0" fmla="*/ 511 w 511"/>
                <a:gd name="T1" fmla="*/ 0 h 517"/>
                <a:gd name="T2" fmla="*/ 0 w 511"/>
                <a:gd name="T3" fmla="*/ 510 h 517"/>
                <a:gd name="T4" fmla="*/ 26 w 511"/>
                <a:gd name="T5" fmla="*/ 517 h 517"/>
                <a:gd name="T6" fmla="*/ 511 w 511"/>
                <a:gd name="T7" fmla="*/ 33 h 517"/>
                <a:gd name="T8" fmla="*/ 511 w 511"/>
                <a:gd name="T9" fmla="*/ 0 h 5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1" h="517">
                  <a:moveTo>
                    <a:pt x="511" y="0"/>
                  </a:moveTo>
                  <a:lnTo>
                    <a:pt x="0" y="510"/>
                  </a:lnTo>
                  <a:lnTo>
                    <a:pt x="26" y="517"/>
                  </a:lnTo>
                  <a:lnTo>
                    <a:pt x="511" y="33"/>
                  </a:lnTo>
                  <a:lnTo>
                    <a:pt x="51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62" name="Freeform 1230"/>
            <p:cNvSpPr/>
            <p:nvPr/>
          </p:nvSpPr>
          <p:spPr bwMode="auto">
            <a:xfrm>
              <a:off x="2259269" y="5649880"/>
              <a:ext cx="457908" cy="463285"/>
            </a:xfrm>
            <a:custGeom>
              <a:avLst/>
              <a:gdLst>
                <a:gd name="T0" fmla="*/ 511 w 511"/>
                <a:gd name="T1" fmla="*/ 0 h 517"/>
                <a:gd name="T2" fmla="*/ 0 w 511"/>
                <a:gd name="T3" fmla="*/ 510 h 517"/>
                <a:gd name="T4" fmla="*/ 26 w 511"/>
                <a:gd name="T5" fmla="*/ 517 h 517"/>
                <a:gd name="T6" fmla="*/ 511 w 511"/>
                <a:gd name="T7" fmla="*/ 33 h 517"/>
                <a:gd name="T8" fmla="*/ 511 w 511"/>
                <a:gd name="T9" fmla="*/ 0 h 5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1" h="517">
                  <a:moveTo>
                    <a:pt x="511" y="0"/>
                  </a:moveTo>
                  <a:lnTo>
                    <a:pt x="0" y="510"/>
                  </a:lnTo>
                  <a:lnTo>
                    <a:pt x="26" y="517"/>
                  </a:lnTo>
                  <a:lnTo>
                    <a:pt x="511" y="33"/>
                  </a:lnTo>
                  <a:lnTo>
                    <a:pt x="511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63" name="Freeform 1231"/>
            <p:cNvSpPr/>
            <p:nvPr/>
          </p:nvSpPr>
          <p:spPr bwMode="auto">
            <a:xfrm>
              <a:off x="2304074" y="6122126"/>
              <a:ext cx="25091" cy="8065"/>
            </a:xfrm>
            <a:custGeom>
              <a:avLst/>
              <a:gdLst>
                <a:gd name="T0" fmla="*/ 2 w 28"/>
                <a:gd name="T1" fmla="*/ 0 h 9"/>
                <a:gd name="T2" fmla="*/ 0 w 28"/>
                <a:gd name="T3" fmla="*/ 0 h 9"/>
                <a:gd name="T4" fmla="*/ 26 w 28"/>
                <a:gd name="T5" fmla="*/ 9 h 9"/>
                <a:gd name="T6" fmla="*/ 28 w 28"/>
                <a:gd name="T7" fmla="*/ 7 h 9"/>
                <a:gd name="T8" fmla="*/ 2 w 28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9">
                  <a:moveTo>
                    <a:pt x="2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64" name="Freeform 1232"/>
            <p:cNvSpPr/>
            <p:nvPr/>
          </p:nvSpPr>
          <p:spPr bwMode="auto">
            <a:xfrm>
              <a:off x="2304074" y="6122126"/>
              <a:ext cx="25091" cy="8065"/>
            </a:xfrm>
            <a:custGeom>
              <a:avLst/>
              <a:gdLst>
                <a:gd name="T0" fmla="*/ 2 w 28"/>
                <a:gd name="T1" fmla="*/ 0 h 9"/>
                <a:gd name="T2" fmla="*/ 0 w 28"/>
                <a:gd name="T3" fmla="*/ 0 h 9"/>
                <a:gd name="T4" fmla="*/ 26 w 28"/>
                <a:gd name="T5" fmla="*/ 9 h 9"/>
                <a:gd name="T6" fmla="*/ 28 w 28"/>
                <a:gd name="T7" fmla="*/ 7 h 9"/>
                <a:gd name="T8" fmla="*/ 2 w 28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9">
                  <a:moveTo>
                    <a:pt x="2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65" name="Freeform 1233"/>
            <p:cNvSpPr/>
            <p:nvPr/>
          </p:nvSpPr>
          <p:spPr bwMode="auto">
            <a:xfrm>
              <a:off x="2305866" y="5709023"/>
              <a:ext cx="411311" cy="419376"/>
            </a:xfrm>
            <a:custGeom>
              <a:avLst/>
              <a:gdLst>
                <a:gd name="T0" fmla="*/ 459 w 459"/>
                <a:gd name="T1" fmla="*/ 0 h 468"/>
                <a:gd name="T2" fmla="*/ 0 w 459"/>
                <a:gd name="T3" fmla="*/ 461 h 468"/>
                <a:gd name="T4" fmla="*/ 26 w 459"/>
                <a:gd name="T5" fmla="*/ 468 h 468"/>
                <a:gd name="T6" fmla="*/ 459 w 459"/>
                <a:gd name="T7" fmla="*/ 35 h 468"/>
                <a:gd name="T8" fmla="*/ 459 w 459"/>
                <a:gd name="T9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9" h="468">
                  <a:moveTo>
                    <a:pt x="459" y="0"/>
                  </a:moveTo>
                  <a:lnTo>
                    <a:pt x="0" y="461"/>
                  </a:lnTo>
                  <a:lnTo>
                    <a:pt x="26" y="468"/>
                  </a:lnTo>
                  <a:lnTo>
                    <a:pt x="459" y="35"/>
                  </a:lnTo>
                  <a:lnTo>
                    <a:pt x="45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66" name="Freeform 1234"/>
            <p:cNvSpPr/>
            <p:nvPr/>
          </p:nvSpPr>
          <p:spPr bwMode="auto">
            <a:xfrm>
              <a:off x="2305866" y="5709023"/>
              <a:ext cx="411311" cy="419376"/>
            </a:xfrm>
            <a:custGeom>
              <a:avLst/>
              <a:gdLst>
                <a:gd name="T0" fmla="*/ 459 w 459"/>
                <a:gd name="T1" fmla="*/ 0 h 468"/>
                <a:gd name="T2" fmla="*/ 0 w 459"/>
                <a:gd name="T3" fmla="*/ 461 h 468"/>
                <a:gd name="T4" fmla="*/ 26 w 459"/>
                <a:gd name="T5" fmla="*/ 468 h 468"/>
                <a:gd name="T6" fmla="*/ 459 w 459"/>
                <a:gd name="T7" fmla="*/ 35 h 468"/>
                <a:gd name="T8" fmla="*/ 459 w 459"/>
                <a:gd name="T9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9" h="468">
                  <a:moveTo>
                    <a:pt x="459" y="0"/>
                  </a:moveTo>
                  <a:lnTo>
                    <a:pt x="0" y="461"/>
                  </a:lnTo>
                  <a:lnTo>
                    <a:pt x="26" y="468"/>
                  </a:lnTo>
                  <a:lnTo>
                    <a:pt x="459" y="35"/>
                  </a:lnTo>
                  <a:lnTo>
                    <a:pt x="459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67" name="Freeform 1235"/>
            <p:cNvSpPr/>
            <p:nvPr/>
          </p:nvSpPr>
          <p:spPr bwMode="auto">
            <a:xfrm>
              <a:off x="2350671" y="6136464"/>
              <a:ext cx="25091" cy="8961"/>
            </a:xfrm>
            <a:custGeom>
              <a:avLst/>
              <a:gdLst>
                <a:gd name="T0" fmla="*/ 2 w 28"/>
                <a:gd name="T1" fmla="*/ 0 h 10"/>
                <a:gd name="T2" fmla="*/ 0 w 28"/>
                <a:gd name="T3" fmla="*/ 0 h 10"/>
                <a:gd name="T4" fmla="*/ 26 w 28"/>
                <a:gd name="T5" fmla="*/ 10 h 10"/>
                <a:gd name="T6" fmla="*/ 28 w 28"/>
                <a:gd name="T7" fmla="*/ 7 h 10"/>
                <a:gd name="T8" fmla="*/ 2 w 2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0">
                  <a:moveTo>
                    <a:pt x="2" y="0"/>
                  </a:moveTo>
                  <a:lnTo>
                    <a:pt x="0" y="0"/>
                  </a:lnTo>
                  <a:lnTo>
                    <a:pt x="26" y="10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68" name="Freeform 1236"/>
            <p:cNvSpPr/>
            <p:nvPr/>
          </p:nvSpPr>
          <p:spPr bwMode="auto">
            <a:xfrm>
              <a:off x="2350671" y="6136464"/>
              <a:ext cx="25091" cy="8961"/>
            </a:xfrm>
            <a:custGeom>
              <a:avLst/>
              <a:gdLst>
                <a:gd name="T0" fmla="*/ 2 w 28"/>
                <a:gd name="T1" fmla="*/ 0 h 10"/>
                <a:gd name="T2" fmla="*/ 0 w 28"/>
                <a:gd name="T3" fmla="*/ 0 h 10"/>
                <a:gd name="T4" fmla="*/ 26 w 28"/>
                <a:gd name="T5" fmla="*/ 10 h 10"/>
                <a:gd name="T6" fmla="*/ 28 w 28"/>
                <a:gd name="T7" fmla="*/ 7 h 10"/>
                <a:gd name="T8" fmla="*/ 2 w 2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0">
                  <a:moveTo>
                    <a:pt x="2" y="0"/>
                  </a:moveTo>
                  <a:lnTo>
                    <a:pt x="0" y="0"/>
                  </a:lnTo>
                  <a:lnTo>
                    <a:pt x="26" y="10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69" name="Freeform 1238"/>
            <p:cNvSpPr/>
            <p:nvPr/>
          </p:nvSpPr>
          <p:spPr bwMode="auto">
            <a:xfrm>
              <a:off x="2352464" y="5769958"/>
              <a:ext cx="364714" cy="372778"/>
            </a:xfrm>
            <a:custGeom>
              <a:avLst/>
              <a:gdLst>
                <a:gd name="T0" fmla="*/ 407 w 407"/>
                <a:gd name="T1" fmla="*/ 0 h 416"/>
                <a:gd name="T2" fmla="*/ 0 w 407"/>
                <a:gd name="T3" fmla="*/ 409 h 416"/>
                <a:gd name="T4" fmla="*/ 26 w 407"/>
                <a:gd name="T5" fmla="*/ 416 h 416"/>
                <a:gd name="T6" fmla="*/ 407 w 407"/>
                <a:gd name="T7" fmla="*/ 36 h 416"/>
                <a:gd name="T8" fmla="*/ 407 w 407"/>
                <a:gd name="T9" fmla="*/ 0 h 4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7" h="416">
                  <a:moveTo>
                    <a:pt x="407" y="0"/>
                  </a:moveTo>
                  <a:lnTo>
                    <a:pt x="0" y="409"/>
                  </a:lnTo>
                  <a:lnTo>
                    <a:pt x="26" y="416"/>
                  </a:lnTo>
                  <a:lnTo>
                    <a:pt x="407" y="36"/>
                  </a:lnTo>
                  <a:lnTo>
                    <a:pt x="40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70" name="Freeform 1239"/>
            <p:cNvSpPr/>
            <p:nvPr/>
          </p:nvSpPr>
          <p:spPr bwMode="auto">
            <a:xfrm>
              <a:off x="2352464" y="5769958"/>
              <a:ext cx="364714" cy="372778"/>
            </a:xfrm>
            <a:custGeom>
              <a:avLst/>
              <a:gdLst>
                <a:gd name="T0" fmla="*/ 407 w 407"/>
                <a:gd name="T1" fmla="*/ 0 h 416"/>
                <a:gd name="T2" fmla="*/ 0 w 407"/>
                <a:gd name="T3" fmla="*/ 409 h 416"/>
                <a:gd name="T4" fmla="*/ 26 w 407"/>
                <a:gd name="T5" fmla="*/ 416 h 416"/>
                <a:gd name="T6" fmla="*/ 407 w 407"/>
                <a:gd name="T7" fmla="*/ 36 h 416"/>
                <a:gd name="T8" fmla="*/ 407 w 407"/>
                <a:gd name="T9" fmla="*/ 0 h 4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7" h="416">
                  <a:moveTo>
                    <a:pt x="407" y="0"/>
                  </a:moveTo>
                  <a:lnTo>
                    <a:pt x="0" y="409"/>
                  </a:lnTo>
                  <a:lnTo>
                    <a:pt x="26" y="416"/>
                  </a:lnTo>
                  <a:lnTo>
                    <a:pt x="407" y="36"/>
                  </a:lnTo>
                  <a:lnTo>
                    <a:pt x="407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71" name="Freeform 1240"/>
            <p:cNvSpPr/>
            <p:nvPr/>
          </p:nvSpPr>
          <p:spPr bwMode="auto">
            <a:xfrm>
              <a:off x="2397269" y="6151697"/>
              <a:ext cx="25091" cy="8065"/>
            </a:xfrm>
            <a:custGeom>
              <a:avLst/>
              <a:gdLst>
                <a:gd name="T0" fmla="*/ 0 w 28"/>
                <a:gd name="T1" fmla="*/ 0 h 9"/>
                <a:gd name="T2" fmla="*/ 0 w 28"/>
                <a:gd name="T3" fmla="*/ 0 h 9"/>
                <a:gd name="T4" fmla="*/ 26 w 28"/>
                <a:gd name="T5" fmla="*/ 9 h 9"/>
                <a:gd name="T6" fmla="*/ 28 w 28"/>
                <a:gd name="T7" fmla="*/ 7 h 9"/>
                <a:gd name="T8" fmla="*/ 0 w 28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9">
                  <a:moveTo>
                    <a:pt x="0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72" name="Freeform 1241"/>
            <p:cNvSpPr/>
            <p:nvPr/>
          </p:nvSpPr>
          <p:spPr bwMode="auto">
            <a:xfrm>
              <a:off x="2397269" y="6151697"/>
              <a:ext cx="25091" cy="8065"/>
            </a:xfrm>
            <a:custGeom>
              <a:avLst/>
              <a:gdLst>
                <a:gd name="T0" fmla="*/ 0 w 28"/>
                <a:gd name="T1" fmla="*/ 0 h 9"/>
                <a:gd name="T2" fmla="*/ 0 w 28"/>
                <a:gd name="T3" fmla="*/ 0 h 9"/>
                <a:gd name="T4" fmla="*/ 26 w 28"/>
                <a:gd name="T5" fmla="*/ 9 h 9"/>
                <a:gd name="T6" fmla="*/ 28 w 28"/>
                <a:gd name="T7" fmla="*/ 7 h 9"/>
                <a:gd name="T8" fmla="*/ 0 w 28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9">
                  <a:moveTo>
                    <a:pt x="0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73" name="Freeform 1242"/>
            <p:cNvSpPr/>
            <p:nvPr/>
          </p:nvSpPr>
          <p:spPr bwMode="auto">
            <a:xfrm>
              <a:off x="2397269" y="5831789"/>
              <a:ext cx="319909" cy="326181"/>
            </a:xfrm>
            <a:custGeom>
              <a:avLst/>
              <a:gdLst>
                <a:gd name="T0" fmla="*/ 357 w 357"/>
                <a:gd name="T1" fmla="*/ 0 h 364"/>
                <a:gd name="T2" fmla="*/ 0 w 357"/>
                <a:gd name="T3" fmla="*/ 357 h 364"/>
                <a:gd name="T4" fmla="*/ 28 w 357"/>
                <a:gd name="T5" fmla="*/ 364 h 364"/>
                <a:gd name="T6" fmla="*/ 357 w 357"/>
                <a:gd name="T7" fmla="*/ 35 h 364"/>
                <a:gd name="T8" fmla="*/ 357 w 357"/>
                <a:gd name="T9" fmla="*/ 0 h 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7" h="364">
                  <a:moveTo>
                    <a:pt x="357" y="0"/>
                  </a:moveTo>
                  <a:lnTo>
                    <a:pt x="0" y="357"/>
                  </a:lnTo>
                  <a:lnTo>
                    <a:pt x="28" y="364"/>
                  </a:lnTo>
                  <a:lnTo>
                    <a:pt x="357" y="35"/>
                  </a:lnTo>
                  <a:lnTo>
                    <a:pt x="35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74" name="Freeform 1243"/>
            <p:cNvSpPr/>
            <p:nvPr/>
          </p:nvSpPr>
          <p:spPr bwMode="auto">
            <a:xfrm>
              <a:off x="2397269" y="5831789"/>
              <a:ext cx="319909" cy="326181"/>
            </a:xfrm>
            <a:custGeom>
              <a:avLst/>
              <a:gdLst>
                <a:gd name="T0" fmla="*/ 357 w 357"/>
                <a:gd name="T1" fmla="*/ 0 h 364"/>
                <a:gd name="T2" fmla="*/ 0 w 357"/>
                <a:gd name="T3" fmla="*/ 357 h 364"/>
                <a:gd name="T4" fmla="*/ 28 w 357"/>
                <a:gd name="T5" fmla="*/ 364 h 364"/>
                <a:gd name="T6" fmla="*/ 357 w 357"/>
                <a:gd name="T7" fmla="*/ 35 h 364"/>
                <a:gd name="T8" fmla="*/ 357 w 357"/>
                <a:gd name="T9" fmla="*/ 0 h 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7" h="364">
                  <a:moveTo>
                    <a:pt x="357" y="0"/>
                  </a:moveTo>
                  <a:lnTo>
                    <a:pt x="0" y="357"/>
                  </a:lnTo>
                  <a:lnTo>
                    <a:pt x="28" y="364"/>
                  </a:lnTo>
                  <a:lnTo>
                    <a:pt x="357" y="35"/>
                  </a:lnTo>
                  <a:lnTo>
                    <a:pt x="357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75" name="Freeform 1244"/>
            <p:cNvSpPr/>
            <p:nvPr/>
          </p:nvSpPr>
          <p:spPr bwMode="auto">
            <a:xfrm>
              <a:off x="2443867" y="6164243"/>
              <a:ext cx="25091" cy="10753"/>
            </a:xfrm>
            <a:custGeom>
              <a:avLst/>
              <a:gdLst>
                <a:gd name="T0" fmla="*/ 0 w 28"/>
                <a:gd name="T1" fmla="*/ 0 h 12"/>
                <a:gd name="T2" fmla="*/ 0 w 28"/>
                <a:gd name="T3" fmla="*/ 2 h 12"/>
                <a:gd name="T4" fmla="*/ 26 w 28"/>
                <a:gd name="T5" fmla="*/ 12 h 12"/>
                <a:gd name="T6" fmla="*/ 28 w 28"/>
                <a:gd name="T7" fmla="*/ 10 h 12"/>
                <a:gd name="T8" fmla="*/ 0 w 28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2">
                  <a:moveTo>
                    <a:pt x="0" y="0"/>
                  </a:moveTo>
                  <a:lnTo>
                    <a:pt x="0" y="2"/>
                  </a:lnTo>
                  <a:lnTo>
                    <a:pt x="26" y="12"/>
                  </a:lnTo>
                  <a:lnTo>
                    <a:pt x="28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76" name="Freeform 1245"/>
            <p:cNvSpPr/>
            <p:nvPr/>
          </p:nvSpPr>
          <p:spPr bwMode="auto">
            <a:xfrm>
              <a:off x="2443867" y="6164243"/>
              <a:ext cx="25091" cy="10753"/>
            </a:xfrm>
            <a:custGeom>
              <a:avLst/>
              <a:gdLst>
                <a:gd name="T0" fmla="*/ 0 w 28"/>
                <a:gd name="T1" fmla="*/ 0 h 12"/>
                <a:gd name="T2" fmla="*/ 0 w 28"/>
                <a:gd name="T3" fmla="*/ 2 h 12"/>
                <a:gd name="T4" fmla="*/ 26 w 28"/>
                <a:gd name="T5" fmla="*/ 12 h 12"/>
                <a:gd name="T6" fmla="*/ 28 w 28"/>
                <a:gd name="T7" fmla="*/ 10 h 12"/>
                <a:gd name="T8" fmla="*/ 0 w 28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2">
                  <a:moveTo>
                    <a:pt x="0" y="0"/>
                  </a:moveTo>
                  <a:lnTo>
                    <a:pt x="0" y="2"/>
                  </a:lnTo>
                  <a:lnTo>
                    <a:pt x="26" y="12"/>
                  </a:lnTo>
                  <a:lnTo>
                    <a:pt x="28" y="10"/>
                  </a:ln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77" name="Freeform 1246"/>
            <p:cNvSpPr/>
            <p:nvPr/>
          </p:nvSpPr>
          <p:spPr bwMode="auto">
            <a:xfrm>
              <a:off x="2443867" y="5890932"/>
              <a:ext cx="273311" cy="282272"/>
            </a:xfrm>
            <a:custGeom>
              <a:avLst/>
              <a:gdLst>
                <a:gd name="T0" fmla="*/ 305 w 305"/>
                <a:gd name="T1" fmla="*/ 0 h 315"/>
                <a:gd name="T2" fmla="*/ 0 w 305"/>
                <a:gd name="T3" fmla="*/ 305 h 315"/>
                <a:gd name="T4" fmla="*/ 28 w 305"/>
                <a:gd name="T5" fmla="*/ 315 h 315"/>
                <a:gd name="T6" fmla="*/ 305 w 305"/>
                <a:gd name="T7" fmla="*/ 36 h 315"/>
                <a:gd name="T8" fmla="*/ 305 w 305"/>
                <a:gd name="T9" fmla="*/ 0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5" h="315">
                  <a:moveTo>
                    <a:pt x="305" y="0"/>
                  </a:moveTo>
                  <a:lnTo>
                    <a:pt x="0" y="305"/>
                  </a:lnTo>
                  <a:lnTo>
                    <a:pt x="28" y="315"/>
                  </a:lnTo>
                  <a:lnTo>
                    <a:pt x="305" y="36"/>
                  </a:lnTo>
                  <a:lnTo>
                    <a:pt x="3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78" name="Freeform 1247"/>
            <p:cNvSpPr/>
            <p:nvPr/>
          </p:nvSpPr>
          <p:spPr bwMode="auto">
            <a:xfrm>
              <a:off x="2443867" y="5890932"/>
              <a:ext cx="273311" cy="282272"/>
            </a:xfrm>
            <a:custGeom>
              <a:avLst/>
              <a:gdLst>
                <a:gd name="T0" fmla="*/ 305 w 305"/>
                <a:gd name="T1" fmla="*/ 0 h 315"/>
                <a:gd name="T2" fmla="*/ 0 w 305"/>
                <a:gd name="T3" fmla="*/ 305 h 315"/>
                <a:gd name="T4" fmla="*/ 28 w 305"/>
                <a:gd name="T5" fmla="*/ 315 h 315"/>
                <a:gd name="T6" fmla="*/ 305 w 305"/>
                <a:gd name="T7" fmla="*/ 36 h 315"/>
                <a:gd name="T8" fmla="*/ 305 w 305"/>
                <a:gd name="T9" fmla="*/ 0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5" h="315">
                  <a:moveTo>
                    <a:pt x="305" y="0"/>
                  </a:moveTo>
                  <a:lnTo>
                    <a:pt x="0" y="305"/>
                  </a:lnTo>
                  <a:lnTo>
                    <a:pt x="28" y="315"/>
                  </a:lnTo>
                  <a:lnTo>
                    <a:pt x="305" y="36"/>
                  </a:lnTo>
                  <a:lnTo>
                    <a:pt x="305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79" name="Freeform 1248"/>
            <p:cNvSpPr/>
            <p:nvPr/>
          </p:nvSpPr>
          <p:spPr bwMode="auto">
            <a:xfrm>
              <a:off x="2490464" y="6179477"/>
              <a:ext cx="23299" cy="8065"/>
            </a:xfrm>
            <a:custGeom>
              <a:avLst/>
              <a:gdLst>
                <a:gd name="T0" fmla="*/ 0 w 26"/>
                <a:gd name="T1" fmla="*/ 0 h 9"/>
                <a:gd name="T2" fmla="*/ 0 w 26"/>
                <a:gd name="T3" fmla="*/ 2 h 9"/>
                <a:gd name="T4" fmla="*/ 26 w 26"/>
                <a:gd name="T5" fmla="*/ 9 h 9"/>
                <a:gd name="T6" fmla="*/ 26 w 26"/>
                <a:gd name="T7" fmla="*/ 9 h 9"/>
                <a:gd name="T8" fmla="*/ 0 w 26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9">
                  <a:moveTo>
                    <a:pt x="0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80" name="Freeform 1249"/>
            <p:cNvSpPr/>
            <p:nvPr/>
          </p:nvSpPr>
          <p:spPr bwMode="auto">
            <a:xfrm>
              <a:off x="2490464" y="6179477"/>
              <a:ext cx="23299" cy="8065"/>
            </a:xfrm>
            <a:custGeom>
              <a:avLst/>
              <a:gdLst>
                <a:gd name="T0" fmla="*/ 0 w 26"/>
                <a:gd name="T1" fmla="*/ 0 h 9"/>
                <a:gd name="T2" fmla="*/ 0 w 26"/>
                <a:gd name="T3" fmla="*/ 2 h 9"/>
                <a:gd name="T4" fmla="*/ 26 w 26"/>
                <a:gd name="T5" fmla="*/ 9 h 9"/>
                <a:gd name="T6" fmla="*/ 26 w 26"/>
                <a:gd name="T7" fmla="*/ 9 h 9"/>
                <a:gd name="T8" fmla="*/ 0 w 26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9">
                  <a:moveTo>
                    <a:pt x="0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81" name="Freeform 1250"/>
            <p:cNvSpPr/>
            <p:nvPr/>
          </p:nvSpPr>
          <p:spPr bwMode="auto">
            <a:xfrm>
              <a:off x="2490464" y="5952763"/>
              <a:ext cx="226714" cy="234779"/>
            </a:xfrm>
            <a:custGeom>
              <a:avLst/>
              <a:gdLst>
                <a:gd name="T0" fmla="*/ 253 w 253"/>
                <a:gd name="T1" fmla="*/ 0 h 262"/>
                <a:gd name="T2" fmla="*/ 0 w 253"/>
                <a:gd name="T3" fmla="*/ 253 h 262"/>
                <a:gd name="T4" fmla="*/ 26 w 253"/>
                <a:gd name="T5" fmla="*/ 262 h 262"/>
                <a:gd name="T6" fmla="*/ 253 w 253"/>
                <a:gd name="T7" fmla="*/ 35 h 262"/>
                <a:gd name="T8" fmla="*/ 253 w 253"/>
                <a:gd name="T9" fmla="*/ 0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3" h="262">
                  <a:moveTo>
                    <a:pt x="253" y="0"/>
                  </a:moveTo>
                  <a:lnTo>
                    <a:pt x="0" y="253"/>
                  </a:lnTo>
                  <a:lnTo>
                    <a:pt x="26" y="262"/>
                  </a:lnTo>
                  <a:lnTo>
                    <a:pt x="253" y="35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82" name="Freeform 1251"/>
            <p:cNvSpPr/>
            <p:nvPr/>
          </p:nvSpPr>
          <p:spPr bwMode="auto">
            <a:xfrm>
              <a:off x="2490464" y="5952763"/>
              <a:ext cx="226714" cy="234779"/>
            </a:xfrm>
            <a:custGeom>
              <a:avLst/>
              <a:gdLst>
                <a:gd name="T0" fmla="*/ 253 w 253"/>
                <a:gd name="T1" fmla="*/ 0 h 262"/>
                <a:gd name="T2" fmla="*/ 0 w 253"/>
                <a:gd name="T3" fmla="*/ 253 h 262"/>
                <a:gd name="T4" fmla="*/ 26 w 253"/>
                <a:gd name="T5" fmla="*/ 262 h 262"/>
                <a:gd name="T6" fmla="*/ 253 w 253"/>
                <a:gd name="T7" fmla="*/ 35 h 262"/>
                <a:gd name="T8" fmla="*/ 253 w 253"/>
                <a:gd name="T9" fmla="*/ 0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3" h="262">
                  <a:moveTo>
                    <a:pt x="253" y="0"/>
                  </a:moveTo>
                  <a:lnTo>
                    <a:pt x="0" y="253"/>
                  </a:lnTo>
                  <a:lnTo>
                    <a:pt x="26" y="262"/>
                  </a:lnTo>
                  <a:lnTo>
                    <a:pt x="253" y="35"/>
                  </a:lnTo>
                  <a:lnTo>
                    <a:pt x="253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83" name="Freeform 1252"/>
            <p:cNvSpPr/>
            <p:nvPr/>
          </p:nvSpPr>
          <p:spPr bwMode="auto">
            <a:xfrm>
              <a:off x="2535269" y="6193814"/>
              <a:ext cx="25091" cy="8961"/>
            </a:xfrm>
            <a:custGeom>
              <a:avLst/>
              <a:gdLst>
                <a:gd name="T0" fmla="*/ 2 w 28"/>
                <a:gd name="T1" fmla="*/ 0 h 10"/>
                <a:gd name="T2" fmla="*/ 0 w 28"/>
                <a:gd name="T3" fmla="*/ 3 h 10"/>
                <a:gd name="T4" fmla="*/ 28 w 28"/>
                <a:gd name="T5" fmla="*/ 10 h 10"/>
                <a:gd name="T6" fmla="*/ 28 w 28"/>
                <a:gd name="T7" fmla="*/ 10 h 10"/>
                <a:gd name="T8" fmla="*/ 2 w 2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0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1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84" name="Freeform 1253"/>
            <p:cNvSpPr/>
            <p:nvPr/>
          </p:nvSpPr>
          <p:spPr bwMode="auto">
            <a:xfrm>
              <a:off x="2535269" y="6193814"/>
              <a:ext cx="25091" cy="8961"/>
            </a:xfrm>
            <a:custGeom>
              <a:avLst/>
              <a:gdLst>
                <a:gd name="T0" fmla="*/ 2 w 28"/>
                <a:gd name="T1" fmla="*/ 0 h 10"/>
                <a:gd name="T2" fmla="*/ 0 w 28"/>
                <a:gd name="T3" fmla="*/ 3 h 10"/>
                <a:gd name="T4" fmla="*/ 28 w 28"/>
                <a:gd name="T5" fmla="*/ 10 h 10"/>
                <a:gd name="T6" fmla="*/ 28 w 28"/>
                <a:gd name="T7" fmla="*/ 10 h 10"/>
                <a:gd name="T8" fmla="*/ 2 w 2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0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10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85" name="Freeform 1254"/>
            <p:cNvSpPr/>
            <p:nvPr/>
          </p:nvSpPr>
          <p:spPr bwMode="auto">
            <a:xfrm>
              <a:off x="2537061" y="6013698"/>
              <a:ext cx="180117" cy="189078"/>
            </a:xfrm>
            <a:custGeom>
              <a:avLst/>
              <a:gdLst>
                <a:gd name="T0" fmla="*/ 201 w 201"/>
                <a:gd name="T1" fmla="*/ 0 h 211"/>
                <a:gd name="T2" fmla="*/ 0 w 201"/>
                <a:gd name="T3" fmla="*/ 201 h 211"/>
                <a:gd name="T4" fmla="*/ 26 w 201"/>
                <a:gd name="T5" fmla="*/ 211 h 211"/>
                <a:gd name="T6" fmla="*/ 201 w 201"/>
                <a:gd name="T7" fmla="*/ 36 h 211"/>
                <a:gd name="T8" fmla="*/ 201 w 201"/>
                <a:gd name="T9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1" h="211">
                  <a:moveTo>
                    <a:pt x="201" y="0"/>
                  </a:moveTo>
                  <a:lnTo>
                    <a:pt x="0" y="201"/>
                  </a:lnTo>
                  <a:lnTo>
                    <a:pt x="26" y="211"/>
                  </a:lnTo>
                  <a:lnTo>
                    <a:pt x="201" y="36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86" name="Freeform 1255"/>
            <p:cNvSpPr/>
            <p:nvPr/>
          </p:nvSpPr>
          <p:spPr bwMode="auto">
            <a:xfrm>
              <a:off x="2537061" y="6013698"/>
              <a:ext cx="180117" cy="189078"/>
            </a:xfrm>
            <a:custGeom>
              <a:avLst/>
              <a:gdLst>
                <a:gd name="T0" fmla="*/ 201 w 201"/>
                <a:gd name="T1" fmla="*/ 0 h 211"/>
                <a:gd name="T2" fmla="*/ 0 w 201"/>
                <a:gd name="T3" fmla="*/ 201 h 211"/>
                <a:gd name="T4" fmla="*/ 26 w 201"/>
                <a:gd name="T5" fmla="*/ 211 h 211"/>
                <a:gd name="T6" fmla="*/ 201 w 201"/>
                <a:gd name="T7" fmla="*/ 36 h 211"/>
                <a:gd name="T8" fmla="*/ 201 w 201"/>
                <a:gd name="T9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1" h="211">
                  <a:moveTo>
                    <a:pt x="201" y="0"/>
                  </a:moveTo>
                  <a:lnTo>
                    <a:pt x="0" y="201"/>
                  </a:lnTo>
                  <a:lnTo>
                    <a:pt x="26" y="211"/>
                  </a:lnTo>
                  <a:lnTo>
                    <a:pt x="201" y="36"/>
                  </a:lnTo>
                  <a:lnTo>
                    <a:pt x="201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87" name="Freeform 1256"/>
            <p:cNvSpPr/>
            <p:nvPr/>
          </p:nvSpPr>
          <p:spPr bwMode="auto">
            <a:xfrm>
              <a:off x="2581866" y="6209048"/>
              <a:ext cx="25091" cy="8065"/>
            </a:xfrm>
            <a:custGeom>
              <a:avLst/>
              <a:gdLst>
                <a:gd name="T0" fmla="*/ 2 w 28"/>
                <a:gd name="T1" fmla="*/ 0 h 9"/>
                <a:gd name="T2" fmla="*/ 0 w 28"/>
                <a:gd name="T3" fmla="*/ 2 h 9"/>
                <a:gd name="T4" fmla="*/ 28 w 28"/>
                <a:gd name="T5" fmla="*/ 9 h 9"/>
                <a:gd name="T6" fmla="*/ 28 w 28"/>
                <a:gd name="T7" fmla="*/ 9 h 9"/>
                <a:gd name="T8" fmla="*/ 2 w 28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9">
                  <a:moveTo>
                    <a:pt x="2" y="0"/>
                  </a:moveTo>
                  <a:lnTo>
                    <a:pt x="0" y="2"/>
                  </a:lnTo>
                  <a:lnTo>
                    <a:pt x="28" y="9"/>
                  </a:lnTo>
                  <a:lnTo>
                    <a:pt x="28" y="9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88" name="Freeform 1257"/>
            <p:cNvSpPr/>
            <p:nvPr/>
          </p:nvSpPr>
          <p:spPr bwMode="auto">
            <a:xfrm>
              <a:off x="2581866" y="6209048"/>
              <a:ext cx="25091" cy="8065"/>
            </a:xfrm>
            <a:custGeom>
              <a:avLst/>
              <a:gdLst>
                <a:gd name="T0" fmla="*/ 2 w 28"/>
                <a:gd name="T1" fmla="*/ 0 h 9"/>
                <a:gd name="T2" fmla="*/ 0 w 28"/>
                <a:gd name="T3" fmla="*/ 2 h 9"/>
                <a:gd name="T4" fmla="*/ 28 w 28"/>
                <a:gd name="T5" fmla="*/ 9 h 9"/>
                <a:gd name="T6" fmla="*/ 28 w 28"/>
                <a:gd name="T7" fmla="*/ 9 h 9"/>
                <a:gd name="T8" fmla="*/ 2 w 28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9">
                  <a:moveTo>
                    <a:pt x="2" y="0"/>
                  </a:moveTo>
                  <a:lnTo>
                    <a:pt x="0" y="2"/>
                  </a:lnTo>
                  <a:lnTo>
                    <a:pt x="28" y="9"/>
                  </a:lnTo>
                  <a:lnTo>
                    <a:pt x="28" y="9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89" name="Freeform 1258"/>
            <p:cNvSpPr/>
            <p:nvPr/>
          </p:nvSpPr>
          <p:spPr bwMode="auto">
            <a:xfrm>
              <a:off x="2583659" y="6075529"/>
              <a:ext cx="133519" cy="141584"/>
            </a:xfrm>
            <a:custGeom>
              <a:avLst/>
              <a:gdLst>
                <a:gd name="T0" fmla="*/ 149 w 149"/>
                <a:gd name="T1" fmla="*/ 0 h 158"/>
                <a:gd name="T2" fmla="*/ 0 w 149"/>
                <a:gd name="T3" fmla="*/ 149 h 158"/>
                <a:gd name="T4" fmla="*/ 26 w 149"/>
                <a:gd name="T5" fmla="*/ 158 h 158"/>
                <a:gd name="T6" fmla="*/ 149 w 149"/>
                <a:gd name="T7" fmla="*/ 35 h 158"/>
                <a:gd name="T8" fmla="*/ 149 w 149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158">
                  <a:moveTo>
                    <a:pt x="149" y="0"/>
                  </a:moveTo>
                  <a:lnTo>
                    <a:pt x="0" y="149"/>
                  </a:lnTo>
                  <a:lnTo>
                    <a:pt x="26" y="158"/>
                  </a:lnTo>
                  <a:lnTo>
                    <a:pt x="149" y="35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90" name="Freeform 1259"/>
            <p:cNvSpPr/>
            <p:nvPr/>
          </p:nvSpPr>
          <p:spPr bwMode="auto">
            <a:xfrm>
              <a:off x="2583659" y="6075529"/>
              <a:ext cx="133519" cy="141584"/>
            </a:xfrm>
            <a:custGeom>
              <a:avLst/>
              <a:gdLst>
                <a:gd name="T0" fmla="*/ 149 w 149"/>
                <a:gd name="T1" fmla="*/ 0 h 158"/>
                <a:gd name="T2" fmla="*/ 0 w 149"/>
                <a:gd name="T3" fmla="*/ 149 h 158"/>
                <a:gd name="T4" fmla="*/ 26 w 149"/>
                <a:gd name="T5" fmla="*/ 158 h 158"/>
                <a:gd name="T6" fmla="*/ 149 w 149"/>
                <a:gd name="T7" fmla="*/ 35 h 158"/>
                <a:gd name="T8" fmla="*/ 149 w 149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158">
                  <a:moveTo>
                    <a:pt x="149" y="0"/>
                  </a:moveTo>
                  <a:lnTo>
                    <a:pt x="0" y="149"/>
                  </a:lnTo>
                  <a:lnTo>
                    <a:pt x="26" y="158"/>
                  </a:lnTo>
                  <a:lnTo>
                    <a:pt x="149" y="35"/>
                  </a:lnTo>
                  <a:lnTo>
                    <a:pt x="149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91" name="Freeform 1260"/>
            <p:cNvSpPr/>
            <p:nvPr/>
          </p:nvSpPr>
          <p:spPr bwMode="auto">
            <a:xfrm>
              <a:off x="2628464" y="6223386"/>
              <a:ext cx="25091" cy="8961"/>
            </a:xfrm>
            <a:custGeom>
              <a:avLst/>
              <a:gdLst>
                <a:gd name="T0" fmla="*/ 2 w 28"/>
                <a:gd name="T1" fmla="*/ 0 h 10"/>
                <a:gd name="T2" fmla="*/ 0 w 28"/>
                <a:gd name="T3" fmla="*/ 3 h 10"/>
                <a:gd name="T4" fmla="*/ 28 w 28"/>
                <a:gd name="T5" fmla="*/ 10 h 10"/>
                <a:gd name="T6" fmla="*/ 28 w 28"/>
                <a:gd name="T7" fmla="*/ 7 h 10"/>
                <a:gd name="T8" fmla="*/ 2 w 2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0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92" name="Freeform 1261"/>
            <p:cNvSpPr/>
            <p:nvPr/>
          </p:nvSpPr>
          <p:spPr bwMode="auto">
            <a:xfrm>
              <a:off x="2628464" y="6223386"/>
              <a:ext cx="25091" cy="8961"/>
            </a:xfrm>
            <a:custGeom>
              <a:avLst/>
              <a:gdLst>
                <a:gd name="T0" fmla="*/ 2 w 28"/>
                <a:gd name="T1" fmla="*/ 0 h 10"/>
                <a:gd name="T2" fmla="*/ 0 w 28"/>
                <a:gd name="T3" fmla="*/ 3 h 10"/>
                <a:gd name="T4" fmla="*/ 28 w 28"/>
                <a:gd name="T5" fmla="*/ 10 h 10"/>
                <a:gd name="T6" fmla="*/ 28 w 28"/>
                <a:gd name="T7" fmla="*/ 7 h 10"/>
                <a:gd name="T8" fmla="*/ 2 w 2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0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93" name="Freeform 1262"/>
            <p:cNvSpPr/>
            <p:nvPr/>
          </p:nvSpPr>
          <p:spPr bwMode="auto">
            <a:xfrm>
              <a:off x="2630256" y="6136464"/>
              <a:ext cx="86922" cy="93195"/>
            </a:xfrm>
            <a:custGeom>
              <a:avLst/>
              <a:gdLst>
                <a:gd name="T0" fmla="*/ 97 w 97"/>
                <a:gd name="T1" fmla="*/ 0 h 104"/>
                <a:gd name="T2" fmla="*/ 0 w 97"/>
                <a:gd name="T3" fmla="*/ 97 h 104"/>
                <a:gd name="T4" fmla="*/ 26 w 97"/>
                <a:gd name="T5" fmla="*/ 104 h 104"/>
                <a:gd name="T6" fmla="*/ 97 w 97"/>
                <a:gd name="T7" fmla="*/ 33 h 104"/>
                <a:gd name="T8" fmla="*/ 97 w 97"/>
                <a:gd name="T9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104">
                  <a:moveTo>
                    <a:pt x="97" y="0"/>
                  </a:moveTo>
                  <a:lnTo>
                    <a:pt x="0" y="97"/>
                  </a:lnTo>
                  <a:lnTo>
                    <a:pt x="26" y="104"/>
                  </a:lnTo>
                  <a:lnTo>
                    <a:pt x="97" y="33"/>
                  </a:lnTo>
                  <a:lnTo>
                    <a:pt x="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94" name="Freeform 1263"/>
            <p:cNvSpPr/>
            <p:nvPr/>
          </p:nvSpPr>
          <p:spPr bwMode="auto">
            <a:xfrm>
              <a:off x="2630256" y="6136464"/>
              <a:ext cx="86922" cy="93195"/>
            </a:xfrm>
            <a:custGeom>
              <a:avLst/>
              <a:gdLst>
                <a:gd name="T0" fmla="*/ 97 w 97"/>
                <a:gd name="T1" fmla="*/ 0 h 104"/>
                <a:gd name="T2" fmla="*/ 0 w 97"/>
                <a:gd name="T3" fmla="*/ 97 h 104"/>
                <a:gd name="T4" fmla="*/ 26 w 97"/>
                <a:gd name="T5" fmla="*/ 104 h 104"/>
                <a:gd name="T6" fmla="*/ 97 w 97"/>
                <a:gd name="T7" fmla="*/ 33 h 104"/>
                <a:gd name="T8" fmla="*/ 97 w 97"/>
                <a:gd name="T9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104">
                  <a:moveTo>
                    <a:pt x="97" y="0"/>
                  </a:moveTo>
                  <a:lnTo>
                    <a:pt x="0" y="97"/>
                  </a:lnTo>
                  <a:lnTo>
                    <a:pt x="26" y="104"/>
                  </a:lnTo>
                  <a:lnTo>
                    <a:pt x="97" y="33"/>
                  </a:lnTo>
                  <a:lnTo>
                    <a:pt x="97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95" name="Freeform 1264"/>
            <p:cNvSpPr/>
            <p:nvPr/>
          </p:nvSpPr>
          <p:spPr bwMode="auto">
            <a:xfrm>
              <a:off x="2675061" y="6238619"/>
              <a:ext cx="25091" cy="8065"/>
            </a:xfrm>
            <a:custGeom>
              <a:avLst/>
              <a:gdLst>
                <a:gd name="T0" fmla="*/ 2 w 28"/>
                <a:gd name="T1" fmla="*/ 0 h 9"/>
                <a:gd name="T2" fmla="*/ 0 w 28"/>
                <a:gd name="T3" fmla="*/ 0 h 9"/>
                <a:gd name="T4" fmla="*/ 26 w 28"/>
                <a:gd name="T5" fmla="*/ 9 h 9"/>
                <a:gd name="T6" fmla="*/ 28 w 28"/>
                <a:gd name="T7" fmla="*/ 7 h 9"/>
                <a:gd name="T8" fmla="*/ 2 w 28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9">
                  <a:moveTo>
                    <a:pt x="2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96" name="Freeform 1265"/>
            <p:cNvSpPr/>
            <p:nvPr/>
          </p:nvSpPr>
          <p:spPr bwMode="auto">
            <a:xfrm>
              <a:off x="2675061" y="6238619"/>
              <a:ext cx="25091" cy="8065"/>
            </a:xfrm>
            <a:custGeom>
              <a:avLst/>
              <a:gdLst>
                <a:gd name="T0" fmla="*/ 2 w 28"/>
                <a:gd name="T1" fmla="*/ 0 h 9"/>
                <a:gd name="T2" fmla="*/ 0 w 28"/>
                <a:gd name="T3" fmla="*/ 0 h 9"/>
                <a:gd name="T4" fmla="*/ 26 w 28"/>
                <a:gd name="T5" fmla="*/ 9 h 9"/>
                <a:gd name="T6" fmla="*/ 28 w 28"/>
                <a:gd name="T7" fmla="*/ 7 h 9"/>
                <a:gd name="T8" fmla="*/ 2 w 28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9">
                  <a:moveTo>
                    <a:pt x="2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97" name="Freeform 1266"/>
            <p:cNvSpPr/>
            <p:nvPr/>
          </p:nvSpPr>
          <p:spPr bwMode="auto">
            <a:xfrm>
              <a:off x="2676853" y="6196503"/>
              <a:ext cx="40325" cy="48390"/>
            </a:xfrm>
            <a:custGeom>
              <a:avLst/>
              <a:gdLst>
                <a:gd name="T0" fmla="*/ 45 w 45"/>
                <a:gd name="T1" fmla="*/ 0 h 54"/>
                <a:gd name="T2" fmla="*/ 0 w 45"/>
                <a:gd name="T3" fmla="*/ 47 h 54"/>
                <a:gd name="T4" fmla="*/ 26 w 45"/>
                <a:gd name="T5" fmla="*/ 54 h 54"/>
                <a:gd name="T6" fmla="*/ 45 w 45"/>
                <a:gd name="T7" fmla="*/ 35 h 54"/>
                <a:gd name="T8" fmla="*/ 45 w 45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54">
                  <a:moveTo>
                    <a:pt x="45" y="0"/>
                  </a:moveTo>
                  <a:lnTo>
                    <a:pt x="0" y="47"/>
                  </a:lnTo>
                  <a:lnTo>
                    <a:pt x="26" y="54"/>
                  </a:lnTo>
                  <a:lnTo>
                    <a:pt x="45" y="35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98" name="Freeform 1267"/>
            <p:cNvSpPr/>
            <p:nvPr/>
          </p:nvSpPr>
          <p:spPr bwMode="auto">
            <a:xfrm>
              <a:off x="2676853" y="6196503"/>
              <a:ext cx="40325" cy="48390"/>
            </a:xfrm>
            <a:custGeom>
              <a:avLst/>
              <a:gdLst>
                <a:gd name="T0" fmla="*/ 45 w 45"/>
                <a:gd name="T1" fmla="*/ 0 h 54"/>
                <a:gd name="T2" fmla="*/ 0 w 45"/>
                <a:gd name="T3" fmla="*/ 47 h 54"/>
                <a:gd name="T4" fmla="*/ 26 w 45"/>
                <a:gd name="T5" fmla="*/ 54 h 54"/>
                <a:gd name="T6" fmla="*/ 45 w 45"/>
                <a:gd name="T7" fmla="*/ 35 h 54"/>
                <a:gd name="T8" fmla="*/ 45 w 45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54">
                  <a:moveTo>
                    <a:pt x="45" y="0"/>
                  </a:moveTo>
                  <a:lnTo>
                    <a:pt x="0" y="47"/>
                  </a:lnTo>
                  <a:lnTo>
                    <a:pt x="26" y="54"/>
                  </a:lnTo>
                  <a:lnTo>
                    <a:pt x="45" y="35"/>
                  </a:lnTo>
                  <a:lnTo>
                    <a:pt x="45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99" name="Freeform 1268"/>
            <p:cNvSpPr/>
            <p:nvPr/>
          </p:nvSpPr>
          <p:spPr bwMode="auto">
            <a:xfrm>
              <a:off x="2717178" y="2939171"/>
              <a:ext cx="491960" cy="3313786"/>
            </a:xfrm>
            <a:custGeom>
              <a:avLst/>
              <a:gdLst>
                <a:gd name="T0" fmla="*/ 549 w 549"/>
                <a:gd name="T1" fmla="*/ 3526 h 3698"/>
                <a:gd name="T2" fmla="*/ 0 w 549"/>
                <a:gd name="T3" fmla="*/ 3698 h 3698"/>
                <a:gd name="T4" fmla="*/ 0 w 549"/>
                <a:gd name="T5" fmla="*/ 0 h 3698"/>
                <a:gd name="T6" fmla="*/ 549 w 549"/>
                <a:gd name="T7" fmla="*/ 173 h 3698"/>
                <a:gd name="T8" fmla="*/ 549 w 549"/>
                <a:gd name="T9" fmla="*/ 3526 h 3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3698">
                  <a:moveTo>
                    <a:pt x="549" y="3526"/>
                  </a:moveTo>
                  <a:lnTo>
                    <a:pt x="0" y="3698"/>
                  </a:lnTo>
                  <a:lnTo>
                    <a:pt x="0" y="0"/>
                  </a:lnTo>
                  <a:lnTo>
                    <a:pt x="549" y="173"/>
                  </a:lnTo>
                  <a:lnTo>
                    <a:pt x="549" y="3526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</p:grpSp>
      <p:sp>
        <p:nvSpPr>
          <p:cNvPr id="500" name="文本框 499"/>
          <p:cNvSpPr txBox="1"/>
          <p:nvPr/>
        </p:nvSpPr>
        <p:spPr>
          <a:xfrm>
            <a:off x="946861" y="1865305"/>
            <a:ext cx="2950126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2018-2019</a:t>
            </a:r>
            <a:r>
              <a:rPr lang="zh-CN" altLang="en-US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年产品销售量对比</a:t>
            </a:r>
          </a:p>
        </p:txBody>
      </p:sp>
      <p:sp>
        <p:nvSpPr>
          <p:cNvPr id="501" name="文本框 500"/>
          <p:cNvSpPr txBox="1"/>
          <p:nvPr/>
        </p:nvSpPr>
        <p:spPr>
          <a:xfrm>
            <a:off x="1482051" y="5067812"/>
            <a:ext cx="1008384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2018</a:t>
            </a:r>
            <a:r>
              <a:rPr lang="zh-CN" altLang="en-US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年</a:t>
            </a:r>
          </a:p>
        </p:txBody>
      </p:sp>
      <p:sp>
        <p:nvSpPr>
          <p:cNvPr id="502" name="文本框 501"/>
          <p:cNvSpPr txBox="1"/>
          <p:nvPr/>
        </p:nvSpPr>
        <p:spPr>
          <a:xfrm>
            <a:off x="2520565" y="5067812"/>
            <a:ext cx="1008384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2019</a:t>
            </a:r>
            <a:r>
              <a:rPr lang="zh-CN" altLang="en-US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年</a:t>
            </a:r>
          </a:p>
        </p:txBody>
      </p:sp>
      <p:sp>
        <p:nvSpPr>
          <p:cNvPr id="503" name="文本框 502"/>
          <p:cNvSpPr txBox="1"/>
          <p:nvPr/>
        </p:nvSpPr>
        <p:spPr>
          <a:xfrm>
            <a:off x="2482465" y="2247473"/>
            <a:ext cx="10083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138152</a:t>
            </a:r>
            <a:endParaRPr lang="zh-CN" altLang="en-US" sz="1600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504" name="文本框 503"/>
          <p:cNvSpPr txBox="1"/>
          <p:nvPr/>
        </p:nvSpPr>
        <p:spPr>
          <a:xfrm>
            <a:off x="1492067" y="2729870"/>
            <a:ext cx="10083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114591</a:t>
            </a:r>
            <a:endParaRPr lang="zh-CN" altLang="en-US" sz="1600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505" name="矩形 504"/>
          <p:cNvSpPr/>
          <p:nvPr/>
        </p:nvSpPr>
        <p:spPr>
          <a:xfrm>
            <a:off x="1116897" y="5418072"/>
            <a:ext cx="4108420" cy="6339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专业完美财务分析报告，正文字体</a:t>
            </a:r>
            <a:r>
              <a:rPr lang="en-US" altLang="zh-CN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12-24</a:t>
            </a: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号，标题字体为</a:t>
            </a:r>
            <a:r>
              <a:rPr lang="en-US" altLang="zh-CN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28-48</a:t>
            </a: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号，字体间距为</a:t>
            </a:r>
            <a:r>
              <a:rPr lang="en-US" altLang="zh-CN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1.2-1.5</a:t>
            </a: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，字体用思源黑体</a:t>
            </a:r>
            <a:r>
              <a:rPr lang="en-US" altLang="zh-CN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CN Normal</a:t>
            </a: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，主要要概括要简洁，用数据说话</a:t>
            </a:r>
          </a:p>
        </p:txBody>
      </p:sp>
      <p:grpSp>
        <p:nvGrpSpPr>
          <p:cNvPr id="703" name="Group 4798"/>
          <p:cNvGrpSpPr/>
          <p:nvPr/>
        </p:nvGrpSpPr>
        <p:grpSpPr>
          <a:xfrm>
            <a:off x="9956784" y="2654301"/>
            <a:ext cx="745548" cy="2303715"/>
            <a:chOff x="1002934" y="1856680"/>
            <a:chExt cx="1233036" cy="4708121"/>
          </a:xfr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sp>
          <p:nvSpPr>
            <p:cNvPr id="704" name="Freeform 908"/>
            <p:cNvSpPr/>
            <p:nvPr/>
          </p:nvSpPr>
          <p:spPr bwMode="auto">
            <a:xfrm>
              <a:off x="1004727" y="1856680"/>
              <a:ext cx="490168" cy="4706328"/>
            </a:xfrm>
            <a:custGeom>
              <a:avLst/>
              <a:gdLst>
                <a:gd name="T0" fmla="*/ 547 w 547"/>
                <a:gd name="T1" fmla="*/ 5252 h 5252"/>
                <a:gd name="T2" fmla="*/ 0 w 547"/>
                <a:gd name="T3" fmla="*/ 5079 h 5252"/>
                <a:gd name="T4" fmla="*/ 0 w 547"/>
                <a:gd name="T5" fmla="*/ 173 h 5252"/>
                <a:gd name="T6" fmla="*/ 547 w 547"/>
                <a:gd name="T7" fmla="*/ 0 h 5252"/>
                <a:gd name="T8" fmla="*/ 547 w 547"/>
                <a:gd name="T9" fmla="*/ 5252 h 5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7" h="5252">
                  <a:moveTo>
                    <a:pt x="547" y="5252"/>
                  </a:moveTo>
                  <a:lnTo>
                    <a:pt x="0" y="5079"/>
                  </a:lnTo>
                  <a:lnTo>
                    <a:pt x="0" y="173"/>
                  </a:lnTo>
                  <a:lnTo>
                    <a:pt x="547" y="0"/>
                  </a:lnTo>
                  <a:lnTo>
                    <a:pt x="547" y="525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05" name="Freeform 909"/>
            <p:cNvSpPr/>
            <p:nvPr/>
          </p:nvSpPr>
          <p:spPr bwMode="auto">
            <a:xfrm>
              <a:off x="1004726" y="1856680"/>
              <a:ext cx="490168" cy="4706329"/>
            </a:xfrm>
            <a:custGeom>
              <a:avLst/>
              <a:gdLst>
                <a:gd name="T0" fmla="*/ 547 w 547"/>
                <a:gd name="T1" fmla="*/ 5252 h 5252"/>
                <a:gd name="T2" fmla="*/ 0 w 547"/>
                <a:gd name="T3" fmla="*/ 5079 h 5252"/>
                <a:gd name="T4" fmla="*/ 0 w 547"/>
                <a:gd name="T5" fmla="*/ 173 h 5252"/>
                <a:gd name="T6" fmla="*/ 547 w 547"/>
                <a:gd name="T7" fmla="*/ 0 h 5252"/>
                <a:gd name="T8" fmla="*/ 547 w 547"/>
                <a:gd name="T9" fmla="*/ 5252 h 5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7" h="5252">
                  <a:moveTo>
                    <a:pt x="547" y="5252"/>
                  </a:moveTo>
                  <a:lnTo>
                    <a:pt x="0" y="5079"/>
                  </a:lnTo>
                  <a:lnTo>
                    <a:pt x="0" y="173"/>
                  </a:lnTo>
                  <a:lnTo>
                    <a:pt x="547" y="0"/>
                  </a:lnTo>
                  <a:lnTo>
                    <a:pt x="547" y="525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06" name="Freeform 910"/>
            <p:cNvSpPr/>
            <p:nvPr/>
          </p:nvSpPr>
          <p:spPr bwMode="auto">
            <a:xfrm>
              <a:off x="1494894" y="1858472"/>
              <a:ext cx="491064" cy="4706329"/>
            </a:xfrm>
            <a:custGeom>
              <a:avLst/>
              <a:gdLst>
                <a:gd name="T0" fmla="*/ 548 w 548"/>
                <a:gd name="T1" fmla="*/ 5079 h 5252"/>
                <a:gd name="T2" fmla="*/ 0 w 548"/>
                <a:gd name="T3" fmla="*/ 5252 h 5252"/>
                <a:gd name="T4" fmla="*/ 0 w 548"/>
                <a:gd name="T5" fmla="*/ 0 h 5252"/>
                <a:gd name="T6" fmla="*/ 548 w 548"/>
                <a:gd name="T7" fmla="*/ 171 h 5252"/>
                <a:gd name="T8" fmla="*/ 548 w 548"/>
                <a:gd name="T9" fmla="*/ 5079 h 5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8" h="5252">
                  <a:moveTo>
                    <a:pt x="548" y="5079"/>
                  </a:moveTo>
                  <a:lnTo>
                    <a:pt x="0" y="5252"/>
                  </a:lnTo>
                  <a:lnTo>
                    <a:pt x="0" y="0"/>
                  </a:lnTo>
                  <a:lnTo>
                    <a:pt x="548" y="171"/>
                  </a:lnTo>
                  <a:lnTo>
                    <a:pt x="548" y="507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07" name="Freeform 911"/>
            <p:cNvSpPr/>
            <p:nvPr/>
          </p:nvSpPr>
          <p:spPr bwMode="auto">
            <a:xfrm>
              <a:off x="1494894" y="1858472"/>
              <a:ext cx="491064" cy="4706329"/>
            </a:xfrm>
            <a:custGeom>
              <a:avLst/>
              <a:gdLst>
                <a:gd name="T0" fmla="*/ 548 w 548"/>
                <a:gd name="T1" fmla="*/ 5079 h 5252"/>
                <a:gd name="T2" fmla="*/ 0 w 548"/>
                <a:gd name="T3" fmla="*/ 5252 h 5252"/>
                <a:gd name="T4" fmla="*/ 0 w 548"/>
                <a:gd name="T5" fmla="*/ 0 h 5252"/>
                <a:gd name="T6" fmla="*/ 548 w 548"/>
                <a:gd name="T7" fmla="*/ 171 h 5252"/>
                <a:gd name="T8" fmla="*/ 548 w 548"/>
                <a:gd name="T9" fmla="*/ 5079 h 5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8" h="5252">
                  <a:moveTo>
                    <a:pt x="548" y="5079"/>
                  </a:moveTo>
                  <a:lnTo>
                    <a:pt x="0" y="5252"/>
                  </a:lnTo>
                  <a:lnTo>
                    <a:pt x="0" y="0"/>
                  </a:lnTo>
                  <a:lnTo>
                    <a:pt x="548" y="171"/>
                  </a:lnTo>
                  <a:lnTo>
                    <a:pt x="548" y="507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08" name="Rectangle 1221"/>
            <p:cNvSpPr>
              <a:spLocks noChangeArrowheads="1"/>
            </p:cNvSpPr>
            <p:nvPr/>
          </p:nvSpPr>
          <p:spPr bwMode="auto">
            <a:xfrm>
              <a:off x="2227905" y="6096139"/>
              <a:ext cx="1792" cy="26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09" name="Rectangle 1222"/>
            <p:cNvSpPr>
              <a:spLocks noChangeArrowheads="1"/>
            </p:cNvSpPr>
            <p:nvPr/>
          </p:nvSpPr>
          <p:spPr bwMode="auto">
            <a:xfrm>
              <a:off x="2227905" y="6096139"/>
              <a:ext cx="1792" cy="26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10" name="Freeform 1223"/>
            <p:cNvSpPr/>
            <p:nvPr/>
          </p:nvSpPr>
          <p:spPr bwMode="auto">
            <a:xfrm>
              <a:off x="2229697" y="6096139"/>
              <a:ext cx="6273" cy="4481"/>
            </a:xfrm>
            <a:custGeom>
              <a:avLst/>
              <a:gdLst>
                <a:gd name="T0" fmla="*/ 0 w 7"/>
                <a:gd name="T1" fmla="*/ 0 h 5"/>
                <a:gd name="T2" fmla="*/ 0 w 7"/>
                <a:gd name="T3" fmla="*/ 3 h 5"/>
                <a:gd name="T4" fmla="*/ 7 w 7"/>
                <a:gd name="T5" fmla="*/ 5 h 5"/>
                <a:gd name="T6" fmla="*/ 7 w 7"/>
                <a:gd name="T7" fmla="*/ 5 h 5"/>
                <a:gd name="T8" fmla="*/ 0 w 7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5">
                  <a:moveTo>
                    <a:pt x="0" y="0"/>
                  </a:moveTo>
                  <a:lnTo>
                    <a:pt x="0" y="3"/>
                  </a:lnTo>
                  <a:lnTo>
                    <a:pt x="7" y="5"/>
                  </a:lnTo>
                  <a:lnTo>
                    <a:pt x="7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11" name="Freeform 1224"/>
            <p:cNvSpPr/>
            <p:nvPr/>
          </p:nvSpPr>
          <p:spPr bwMode="auto">
            <a:xfrm>
              <a:off x="2229697" y="6096139"/>
              <a:ext cx="6273" cy="4481"/>
            </a:xfrm>
            <a:custGeom>
              <a:avLst/>
              <a:gdLst>
                <a:gd name="T0" fmla="*/ 0 w 7"/>
                <a:gd name="T1" fmla="*/ 0 h 5"/>
                <a:gd name="T2" fmla="*/ 0 w 7"/>
                <a:gd name="T3" fmla="*/ 3 h 5"/>
                <a:gd name="T4" fmla="*/ 7 w 7"/>
                <a:gd name="T5" fmla="*/ 5 h 5"/>
                <a:gd name="T6" fmla="*/ 7 w 7"/>
                <a:gd name="T7" fmla="*/ 5 h 5"/>
                <a:gd name="T8" fmla="*/ 0 w 7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5">
                  <a:moveTo>
                    <a:pt x="0" y="0"/>
                  </a:moveTo>
                  <a:lnTo>
                    <a:pt x="0" y="3"/>
                  </a:lnTo>
                  <a:lnTo>
                    <a:pt x="7" y="5"/>
                  </a:lnTo>
                  <a:lnTo>
                    <a:pt x="7" y="5"/>
                  </a:ln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12" name="Freeform 1277"/>
            <p:cNvSpPr/>
            <p:nvPr/>
          </p:nvSpPr>
          <p:spPr bwMode="auto">
            <a:xfrm>
              <a:off x="1002934" y="1943602"/>
              <a:ext cx="489272" cy="4307563"/>
            </a:xfrm>
            <a:custGeom>
              <a:avLst/>
              <a:gdLst>
                <a:gd name="T0" fmla="*/ 546 w 546"/>
                <a:gd name="T1" fmla="*/ 4807 h 4807"/>
                <a:gd name="T2" fmla="*/ 0 w 546"/>
                <a:gd name="T3" fmla="*/ 4634 h 4807"/>
                <a:gd name="T4" fmla="*/ 0 w 546"/>
                <a:gd name="T5" fmla="*/ 170 h 4807"/>
                <a:gd name="T6" fmla="*/ 546 w 546"/>
                <a:gd name="T7" fmla="*/ 0 h 4807"/>
                <a:gd name="T8" fmla="*/ 546 w 546"/>
                <a:gd name="T9" fmla="*/ 4807 h 48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4807">
                  <a:moveTo>
                    <a:pt x="546" y="4807"/>
                  </a:moveTo>
                  <a:lnTo>
                    <a:pt x="0" y="4634"/>
                  </a:lnTo>
                  <a:lnTo>
                    <a:pt x="0" y="170"/>
                  </a:lnTo>
                  <a:lnTo>
                    <a:pt x="546" y="0"/>
                  </a:lnTo>
                  <a:lnTo>
                    <a:pt x="546" y="480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13" name="Freeform 1278"/>
            <p:cNvSpPr/>
            <p:nvPr/>
          </p:nvSpPr>
          <p:spPr bwMode="auto">
            <a:xfrm>
              <a:off x="1002934" y="1943602"/>
              <a:ext cx="489272" cy="4307563"/>
            </a:xfrm>
            <a:custGeom>
              <a:avLst/>
              <a:gdLst>
                <a:gd name="T0" fmla="*/ 546 w 546"/>
                <a:gd name="T1" fmla="*/ 4807 h 4807"/>
                <a:gd name="T2" fmla="*/ 0 w 546"/>
                <a:gd name="T3" fmla="*/ 4634 h 4807"/>
                <a:gd name="T4" fmla="*/ 0 w 546"/>
                <a:gd name="T5" fmla="*/ 170 h 4807"/>
                <a:gd name="T6" fmla="*/ 546 w 546"/>
                <a:gd name="T7" fmla="*/ 0 h 4807"/>
                <a:gd name="T8" fmla="*/ 546 w 546"/>
                <a:gd name="T9" fmla="*/ 4807 h 48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4807">
                  <a:moveTo>
                    <a:pt x="546" y="4807"/>
                  </a:moveTo>
                  <a:lnTo>
                    <a:pt x="0" y="4634"/>
                  </a:lnTo>
                  <a:lnTo>
                    <a:pt x="0" y="170"/>
                  </a:lnTo>
                  <a:lnTo>
                    <a:pt x="546" y="0"/>
                  </a:lnTo>
                  <a:lnTo>
                    <a:pt x="546" y="4807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14" name="Freeform 1279"/>
            <p:cNvSpPr/>
            <p:nvPr/>
          </p:nvSpPr>
          <p:spPr bwMode="auto">
            <a:xfrm>
              <a:off x="1002934" y="2081602"/>
              <a:ext cx="54662" cy="54662"/>
            </a:xfrm>
            <a:custGeom>
              <a:avLst/>
              <a:gdLst>
                <a:gd name="T0" fmla="*/ 61 w 61"/>
                <a:gd name="T1" fmla="*/ 0 h 61"/>
                <a:gd name="T2" fmla="*/ 9 w 61"/>
                <a:gd name="T3" fmla="*/ 16 h 61"/>
                <a:gd name="T4" fmla="*/ 0 w 61"/>
                <a:gd name="T5" fmla="*/ 26 h 61"/>
                <a:gd name="T6" fmla="*/ 0 w 61"/>
                <a:gd name="T7" fmla="*/ 61 h 61"/>
                <a:gd name="T8" fmla="*/ 61 w 61"/>
                <a:gd name="T9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61">
                  <a:moveTo>
                    <a:pt x="61" y="0"/>
                  </a:moveTo>
                  <a:lnTo>
                    <a:pt x="9" y="16"/>
                  </a:lnTo>
                  <a:lnTo>
                    <a:pt x="0" y="26"/>
                  </a:lnTo>
                  <a:lnTo>
                    <a:pt x="0" y="61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15" name="Freeform 1280"/>
            <p:cNvSpPr/>
            <p:nvPr/>
          </p:nvSpPr>
          <p:spPr bwMode="auto">
            <a:xfrm>
              <a:off x="1002934" y="2081602"/>
              <a:ext cx="54662" cy="54662"/>
            </a:xfrm>
            <a:custGeom>
              <a:avLst/>
              <a:gdLst>
                <a:gd name="T0" fmla="*/ 61 w 61"/>
                <a:gd name="T1" fmla="*/ 0 h 61"/>
                <a:gd name="T2" fmla="*/ 9 w 61"/>
                <a:gd name="T3" fmla="*/ 16 h 61"/>
                <a:gd name="T4" fmla="*/ 0 w 61"/>
                <a:gd name="T5" fmla="*/ 26 h 61"/>
                <a:gd name="T6" fmla="*/ 0 w 61"/>
                <a:gd name="T7" fmla="*/ 61 h 61"/>
                <a:gd name="T8" fmla="*/ 61 w 61"/>
                <a:gd name="T9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61">
                  <a:moveTo>
                    <a:pt x="61" y="0"/>
                  </a:moveTo>
                  <a:lnTo>
                    <a:pt x="9" y="16"/>
                  </a:lnTo>
                  <a:lnTo>
                    <a:pt x="0" y="26"/>
                  </a:lnTo>
                  <a:lnTo>
                    <a:pt x="0" y="61"/>
                  </a:lnTo>
                  <a:lnTo>
                    <a:pt x="61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16" name="Freeform 1281"/>
            <p:cNvSpPr/>
            <p:nvPr/>
          </p:nvSpPr>
          <p:spPr bwMode="auto">
            <a:xfrm>
              <a:off x="1002934" y="2053823"/>
              <a:ext cx="144272" cy="144272"/>
            </a:xfrm>
            <a:custGeom>
              <a:avLst/>
              <a:gdLst>
                <a:gd name="T0" fmla="*/ 161 w 161"/>
                <a:gd name="T1" fmla="*/ 0 h 161"/>
                <a:gd name="T2" fmla="*/ 109 w 161"/>
                <a:gd name="T3" fmla="*/ 16 h 161"/>
                <a:gd name="T4" fmla="*/ 0 w 161"/>
                <a:gd name="T5" fmla="*/ 125 h 161"/>
                <a:gd name="T6" fmla="*/ 0 w 161"/>
                <a:gd name="T7" fmla="*/ 161 h 161"/>
                <a:gd name="T8" fmla="*/ 161 w 161"/>
                <a:gd name="T9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1" h="161">
                  <a:moveTo>
                    <a:pt x="161" y="0"/>
                  </a:moveTo>
                  <a:lnTo>
                    <a:pt x="109" y="16"/>
                  </a:lnTo>
                  <a:lnTo>
                    <a:pt x="0" y="125"/>
                  </a:lnTo>
                  <a:lnTo>
                    <a:pt x="0" y="161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17" name="Freeform 1282"/>
            <p:cNvSpPr/>
            <p:nvPr/>
          </p:nvSpPr>
          <p:spPr bwMode="auto">
            <a:xfrm>
              <a:off x="1002934" y="2053823"/>
              <a:ext cx="144272" cy="144272"/>
            </a:xfrm>
            <a:custGeom>
              <a:avLst/>
              <a:gdLst>
                <a:gd name="T0" fmla="*/ 161 w 161"/>
                <a:gd name="T1" fmla="*/ 0 h 161"/>
                <a:gd name="T2" fmla="*/ 109 w 161"/>
                <a:gd name="T3" fmla="*/ 16 h 161"/>
                <a:gd name="T4" fmla="*/ 0 w 161"/>
                <a:gd name="T5" fmla="*/ 125 h 161"/>
                <a:gd name="T6" fmla="*/ 0 w 161"/>
                <a:gd name="T7" fmla="*/ 161 h 161"/>
                <a:gd name="T8" fmla="*/ 161 w 161"/>
                <a:gd name="T9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1" h="161">
                  <a:moveTo>
                    <a:pt x="161" y="0"/>
                  </a:moveTo>
                  <a:lnTo>
                    <a:pt x="109" y="16"/>
                  </a:lnTo>
                  <a:lnTo>
                    <a:pt x="0" y="125"/>
                  </a:lnTo>
                  <a:lnTo>
                    <a:pt x="0" y="161"/>
                  </a:lnTo>
                  <a:lnTo>
                    <a:pt x="161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18" name="Freeform 1283"/>
            <p:cNvSpPr/>
            <p:nvPr/>
          </p:nvSpPr>
          <p:spPr bwMode="auto">
            <a:xfrm>
              <a:off x="1002934" y="2026043"/>
              <a:ext cx="232987" cy="232987"/>
            </a:xfrm>
            <a:custGeom>
              <a:avLst/>
              <a:gdLst>
                <a:gd name="T0" fmla="*/ 260 w 260"/>
                <a:gd name="T1" fmla="*/ 0 h 260"/>
                <a:gd name="T2" fmla="*/ 208 w 260"/>
                <a:gd name="T3" fmla="*/ 14 h 260"/>
                <a:gd name="T4" fmla="*/ 0 w 260"/>
                <a:gd name="T5" fmla="*/ 225 h 260"/>
                <a:gd name="T6" fmla="*/ 0 w 260"/>
                <a:gd name="T7" fmla="*/ 260 h 260"/>
                <a:gd name="T8" fmla="*/ 260 w 260"/>
                <a:gd name="T9" fmla="*/ 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0" h="260">
                  <a:moveTo>
                    <a:pt x="260" y="0"/>
                  </a:moveTo>
                  <a:lnTo>
                    <a:pt x="208" y="14"/>
                  </a:lnTo>
                  <a:lnTo>
                    <a:pt x="0" y="225"/>
                  </a:lnTo>
                  <a:lnTo>
                    <a:pt x="0" y="260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19" name="Freeform 1284"/>
            <p:cNvSpPr/>
            <p:nvPr/>
          </p:nvSpPr>
          <p:spPr bwMode="auto">
            <a:xfrm>
              <a:off x="1002934" y="2026043"/>
              <a:ext cx="232987" cy="232987"/>
            </a:xfrm>
            <a:custGeom>
              <a:avLst/>
              <a:gdLst>
                <a:gd name="T0" fmla="*/ 260 w 260"/>
                <a:gd name="T1" fmla="*/ 0 h 260"/>
                <a:gd name="T2" fmla="*/ 208 w 260"/>
                <a:gd name="T3" fmla="*/ 14 h 260"/>
                <a:gd name="T4" fmla="*/ 0 w 260"/>
                <a:gd name="T5" fmla="*/ 225 h 260"/>
                <a:gd name="T6" fmla="*/ 0 w 260"/>
                <a:gd name="T7" fmla="*/ 260 h 260"/>
                <a:gd name="T8" fmla="*/ 260 w 260"/>
                <a:gd name="T9" fmla="*/ 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0" h="260">
                  <a:moveTo>
                    <a:pt x="260" y="0"/>
                  </a:moveTo>
                  <a:lnTo>
                    <a:pt x="208" y="14"/>
                  </a:lnTo>
                  <a:lnTo>
                    <a:pt x="0" y="225"/>
                  </a:lnTo>
                  <a:lnTo>
                    <a:pt x="0" y="260"/>
                  </a:lnTo>
                  <a:lnTo>
                    <a:pt x="26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20" name="Freeform 1285"/>
            <p:cNvSpPr/>
            <p:nvPr/>
          </p:nvSpPr>
          <p:spPr bwMode="auto">
            <a:xfrm>
              <a:off x="1002934" y="1996472"/>
              <a:ext cx="321701" cy="324389"/>
            </a:xfrm>
            <a:custGeom>
              <a:avLst/>
              <a:gdLst>
                <a:gd name="T0" fmla="*/ 359 w 359"/>
                <a:gd name="T1" fmla="*/ 0 h 362"/>
                <a:gd name="T2" fmla="*/ 307 w 359"/>
                <a:gd name="T3" fmla="*/ 17 h 362"/>
                <a:gd name="T4" fmla="*/ 0 w 359"/>
                <a:gd name="T5" fmla="*/ 326 h 362"/>
                <a:gd name="T6" fmla="*/ 0 w 359"/>
                <a:gd name="T7" fmla="*/ 362 h 362"/>
                <a:gd name="T8" fmla="*/ 359 w 359"/>
                <a:gd name="T9" fmla="*/ 0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9" h="362">
                  <a:moveTo>
                    <a:pt x="359" y="0"/>
                  </a:moveTo>
                  <a:lnTo>
                    <a:pt x="307" y="17"/>
                  </a:lnTo>
                  <a:lnTo>
                    <a:pt x="0" y="326"/>
                  </a:lnTo>
                  <a:lnTo>
                    <a:pt x="0" y="362"/>
                  </a:lnTo>
                  <a:lnTo>
                    <a:pt x="3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21" name="Freeform 1286"/>
            <p:cNvSpPr/>
            <p:nvPr/>
          </p:nvSpPr>
          <p:spPr bwMode="auto">
            <a:xfrm>
              <a:off x="1002934" y="1996472"/>
              <a:ext cx="321701" cy="324389"/>
            </a:xfrm>
            <a:custGeom>
              <a:avLst/>
              <a:gdLst>
                <a:gd name="T0" fmla="*/ 359 w 359"/>
                <a:gd name="T1" fmla="*/ 0 h 362"/>
                <a:gd name="T2" fmla="*/ 307 w 359"/>
                <a:gd name="T3" fmla="*/ 17 h 362"/>
                <a:gd name="T4" fmla="*/ 0 w 359"/>
                <a:gd name="T5" fmla="*/ 326 h 362"/>
                <a:gd name="T6" fmla="*/ 0 w 359"/>
                <a:gd name="T7" fmla="*/ 362 h 362"/>
                <a:gd name="T8" fmla="*/ 359 w 359"/>
                <a:gd name="T9" fmla="*/ 0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9" h="362">
                  <a:moveTo>
                    <a:pt x="359" y="0"/>
                  </a:moveTo>
                  <a:lnTo>
                    <a:pt x="307" y="17"/>
                  </a:lnTo>
                  <a:lnTo>
                    <a:pt x="0" y="326"/>
                  </a:lnTo>
                  <a:lnTo>
                    <a:pt x="0" y="362"/>
                  </a:lnTo>
                  <a:lnTo>
                    <a:pt x="359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22" name="Freeform 1287"/>
            <p:cNvSpPr/>
            <p:nvPr/>
          </p:nvSpPr>
          <p:spPr bwMode="auto">
            <a:xfrm>
              <a:off x="1002934" y="1968693"/>
              <a:ext cx="411311" cy="411311"/>
            </a:xfrm>
            <a:custGeom>
              <a:avLst/>
              <a:gdLst>
                <a:gd name="T0" fmla="*/ 459 w 459"/>
                <a:gd name="T1" fmla="*/ 0 h 459"/>
                <a:gd name="T2" fmla="*/ 407 w 459"/>
                <a:gd name="T3" fmla="*/ 17 h 459"/>
                <a:gd name="T4" fmla="*/ 0 w 459"/>
                <a:gd name="T5" fmla="*/ 424 h 459"/>
                <a:gd name="T6" fmla="*/ 0 w 459"/>
                <a:gd name="T7" fmla="*/ 459 h 459"/>
                <a:gd name="T8" fmla="*/ 459 w 459"/>
                <a:gd name="T9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9" h="459">
                  <a:moveTo>
                    <a:pt x="459" y="0"/>
                  </a:moveTo>
                  <a:lnTo>
                    <a:pt x="407" y="17"/>
                  </a:lnTo>
                  <a:lnTo>
                    <a:pt x="0" y="424"/>
                  </a:lnTo>
                  <a:lnTo>
                    <a:pt x="0" y="459"/>
                  </a:lnTo>
                  <a:lnTo>
                    <a:pt x="4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23" name="Freeform 1288"/>
            <p:cNvSpPr/>
            <p:nvPr/>
          </p:nvSpPr>
          <p:spPr bwMode="auto">
            <a:xfrm>
              <a:off x="1002934" y="1968693"/>
              <a:ext cx="411311" cy="411311"/>
            </a:xfrm>
            <a:custGeom>
              <a:avLst/>
              <a:gdLst>
                <a:gd name="T0" fmla="*/ 459 w 459"/>
                <a:gd name="T1" fmla="*/ 0 h 459"/>
                <a:gd name="T2" fmla="*/ 407 w 459"/>
                <a:gd name="T3" fmla="*/ 17 h 459"/>
                <a:gd name="T4" fmla="*/ 0 w 459"/>
                <a:gd name="T5" fmla="*/ 424 h 459"/>
                <a:gd name="T6" fmla="*/ 0 w 459"/>
                <a:gd name="T7" fmla="*/ 459 h 459"/>
                <a:gd name="T8" fmla="*/ 459 w 459"/>
                <a:gd name="T9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9" h="459">
                  <a:moveTo>
                    <a:pt x="459" y="0"/>
                  </a:moveTo>
                  <a:lnTo>
                    <a:pt x="407" y="17"/>
                  </a:lnTo>
                  <a:lnTo>
                    <a:pt x="0" y="424"/>
                  </a:lnTo>
                  <a:lnTo>
                    <a:pt x="0" y="459"/>
                  </a:lnTo>
                  <a:lnTo>
                    <a:pt x="459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24" name="Freeform 1289"/>
            <p:cNvSpPr/>
            <p:nvPr/>
          </p:nvSpPr>
          <p:spPr bwMode="auto">
            <a:xfrm>
              <a:off x="1002934" y="1943602"/>
              <a:ext cx="489272" cy="498233"/>
            </a:xfrm>
            <a:custGeom>
              <a:avLst/>
              <a:gdLst>
                <a:gd name="T0" fmla="*/ 546 w 546"/>
                <a:gd name="T1" fmla="*/ 0 h 556"/>
                <a:gd name="T2" fmla="*/ 506 w 546"/>
                <a:gd name="T3" fmla="*/ 14 h 556"/>
                <a:gd name="T4" fmla="*/ 0 w 546"/>
                <a:gd name="T5" fmla="*/ 520 h 556"/>
                <a:gd name="T6" fmla="*/ 0 w 546"/>
                <a:gd name="T7" fmla="*/ 556 h 556"/>
                <a:gd name="T8" fmla="*/ 546 w 546"/>
                <a:gd name="T9" fmla="*/ 7 h 556"/>
                <a:gd name="T10" fmla="*/ 546 w 546"/>
                <a:gd name="T11" fmla="*/ 0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6" h="556">
                  <a:moveTo>
                    <a:pt x="546" y="0"/>
                  </a:moveTo>
                  <a:lnTo>
                    <a:pt x="506" y="14"/>
                  </a:lnTo>
                  <a:lnTo>
                    <a:pt x="0" y="520"/>
                  </a:lnTo>
                  <a:lnTo>
                    <a:pt x="0" y="556"/>
                  </a:lnTo>
                  <a:lnTo>
                    <a:pt x="546" y="7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25" name="Freeform 1290"/>
            <p:cNvSpPr/>
            <p:nvPr/>
          </p:nvSpPr>
          <p:spPr bwMode="auto">
            <a:xfrm>
              <a:off x="1002934" y="1943602"/>
              <a:ext cx="489272" cy="498233"/>
            </a:xfrm>
            <a:custGeom>
              <a:avLst/>
              <a:gdLst>
                <a:gd name="T0" fmla="*/ 546 w 546"/>
                <a:gd name="T1" fmla="*/ 0 h 556"/>
                <a:gd name="T2" fmla="*/ 506 w 546"/>
                <a:gd name="T3" fmla="*/ 14 h 556"/>
                <a:gd name="T4" fmla="*/ 0 w 546"/>
                <a:gd name="T5" fmla="*/ 520 h 556"/>
                <a:gd name="T6" fmla="*/ 0 w 546"/>
                <a:gd name="T7" fmla="*/ 556 h 556"/>
                <a:gd name="T8" fmla="*/ 546 w 546"/>
                <a:gd name="T9" fmla="*/ 7 h 556"/>
                <a:gd name="T10" fmla="*/ 546 w 546"/>
                <a:gd name="T11" fmla="*/ 0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6" h="556">
                  <a:moveTo>
                    <a:pt x="546" y="0"/>
                  </a:moveTo>
                  <a:lnTo>
                    <a:pt x="506" y="14"/>
                  </a:lnTo>
                  <a:lnTo>
                    <a:pt x="0" y="520"/>
                  </a:lnTo>
                  <a:lnTo>
                    <a:pt x="0" y="556"/>
                  </a:lnTo>
                  <a:lnTo>
                    <a:pt x="546" y="7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26" name="Freeform 1291"/>
            <p:cNvSpPr/>
            <p:nvPr/>
          </p:nvSpPr>
          <p:spPr bwMode="auto">
            <a:xfrm>
              <a:off x="1002934" y="1979446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27" name="Freeform 1292"/>
            <p:cNvSpPr/>
            <p:nvPr/>
          </p:nvSpPr>
          <p:spPr bwMode="auto">
            <a:xfrm>
              <a:off x="1002934" y="1979446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28" name="Freeform 1293"/>
            <p:cNvSpPr/>
            <p:nvPr/>
          </p:nvSpPr>
          <p:spPr bwMode="auto">
            <a:xfrm>
              <a:off x="1002934" y="2041277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29" name="Freeform 1294"/>
            <p:cNvSpPr/>
            <p:nvPr/>
          </p:nvSpPr>
          <p:spPr bwMode="auto">
            <a:xfrm>
              <a:off x="1002934" y="2041277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30" name="Freeform 1295"/>
            <p:cNvSpPr/>
            <p:nvPr/>
          </p:nvSpPr>
          <p:spPr bwMode="auto">
            <a:xfrm>
              <a:off x="1002934" y="2102212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31" name="Freeform 1296"/>
            <p:cNvSpPr/>
            <p:nvPr/>
          </p:nvSpPr>
          <p:spPr bwMode="auto">
            <a:xfrm>
              <a:off x="1002934" y="2102212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32" name="Freeform 1297"/>
            <p:cNvSpPr/>
            <p:nvPr/>
          </p:nvSpPr>
          <p:spPr bwMode="auto">
            <a:xfrm>
              <a:off x="1002934" y="2164043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5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33" name="Freeform 1298"/>
            <p:cNvSpPr/>
            <p:nvPr/>
          </p:nvSpPr>
          <p:spPr bwMode="auto">
            <a:xfrm>
              <a:off x="1002934" y="2164043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5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34" name="Freeform 1300"/>
            <p:cNvSpPr/>
            <p:nvPr/>
          </p:nvSpPr>
          <p:spPr bwMode="auto">
            <a:xfrm>
              <a:off x="1002934" y="2224978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7 h 582"/>
                <a:gd name="T4" fmla="*/ 0 w 546"/>
                <a:gd name="T5" fmla="*/ 582 h 582"/>
                <a:gd name="T6" fmla="*/ 546 w 546"/>
                <a:gd name="T7" fmla="*/ 34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4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35" name="Freeform 1301"/>
            <p:cNvSpPr/>
            <p:nvPr/>
          </p:nvSpPr>
          <p:spPr bwMode="auto">
            <a:xfrm>
              <a:off x="1002934" y="2285017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36" name="Freeform 1302"/>
            <p:cNvSpPr/>
            <p:nvPr/>
          </p:nvSpPr>
          <p:spPr bwMode="auto">
            <a:xfrm>
              <a:off x="1002934" y="2285017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37" name="Freeform 1303"/>
            <p:cNvSpPr/>
            <p:nvPr/>
          </p:nvSpPr>
          <p:spPr bwMode="auto">
            <a:xfrm>
              <a:off x="1002934" y="234595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38" name="Freeform 1304"/>
            <p:cNvSpPr/>
            <p:nvPr/>
          </p:nvSpPr>
          <p:spPr bwMode="auto">
            <a:xfrm>
              <a:off x="1002934" y="234595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39" name="Freeform 1305"/>
            <p:cNvSpPr/>
            <p:nvPr/>
          </p:nvSpPr>
          <p:spPr bwMode="auto">
            <a:xfrm>
              <a:off x="1002934" y="2407783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8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40" name="Freeform 1306"/>
            <p:cNvSpPr/>
            <p:nvPr/>
          </p:nvSpPr>
          <p:spPr bwMode="auto">
            <a:xfrm>
              <a:off x="1002934" y="2407783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8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41" name="Freeform 1307"/>
            <p:cNvSpPr/>
            <p:nvPr/>
          </p:nvSpPr>
          <p:spPr bwMode="auto">
            <a:xfrm>
              <a:off x="1002934" y="2468718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7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42" name="Freeform 1308"/>
            <p:cNvSpPr/>
            <p:nvPr/>
          </p:nvSpPr>
          <p:spPr bwMode="auto">
            <a:xfrm>
              <a:off x="1002934" y="2468718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7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43" name="Freeform 1309"/>
            <p:cNvSpPr/>
            <p:nvPr/>
          </p:nvSpPr>
          <p:spPr bwMode="auto">
            <a:xfrm>
              <a:off x="1002934" y="2530549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44" name="Freeform 1310"/>
            <p:cNvSpPr/>
            <p:nvPr/>
          </p:nvSpPr>
          <p:spPr bwMode="auto">
            <a:xfrm>
              <a:off x="1002934" y="2530549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45" name="Freeform 1311"/>
            <p:cNvSpPr/>
            <p:nvPr/>
          </p:nvSpPr>
          <p:spPr bwMode="auto">
            <a:xfrm>
              <a:off x="1002934" y="258969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46" name="Freeform 1312"/>
            <p:cNvSpPr/>
            <p:nvPr/>
          </p:nvSpPr>
          <p:spPr bwMode="auto">
            <a:xfrm>
              <a:off x="1002934" y="258969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47" name="Freeform 1313"/>
            <p:cNvSpPr/>
            <p:nvPr/>
          </p:nvSpPr>
          <p:spPr bwMode="auto">
            <a:xfrm>
              <a:off x="1002934" y="2651523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48" name="Freeform 1314"/>
            <p:cNvSpPr/>
            <p:nvPr/>
          </p:nvSpPr>
          <p:spPr bwMode="auto">
            <a:xfrm>
              <a:off x="1002934" y="2651523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49" name="Freeform 1315"/>
            <p:cNvSpPr/>
            <p:nvPr/>
          </p:nvSpPr>
          <p:spPr bwMode="auto">
            <a:xfrm>
              <a:off x="1002934" y="2712458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50" name="Freeform 1316"/>
            <p:cNvSpPr/>
            <p:nvPr/>
          </p:nvSpPr>
          <p:spPr bwMode="auto">
            <a:xfrm>
              <a:off x="1002934" y="2712458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51" name="Freeform 1317"/>
            <p:cNvSpPr/>
            <p:nvPr/>
          </p:nvSpPr>
          <p:spPr bwMode="auto">
            <a:xfrm>
              <a:off x="1002934" y="2774289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5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52" name="Freeform 1318"/>
            <p:cNvSpPr/>
            <p:nvPr/>
          </p:nvSpPr>
          <p:spPr bwMode="auto">
            <a:xfrm>
              <a:off x="1002934" y="2774289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5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53" name="Freeform 1319"/>
            <p:cNvSpPr/>
            <p:nvPr/>
          </p:nvSpPr>
          <p:spPr bwMode="auto">
            <a:xfrm>
              <a:off x="1002934" y="283522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7 h 582"/>
                <a:gd name="T4" fmla="*/ 0 w 546"/>
                <a:gd name="T5" fmla="*/ 582 h 582"/>
                <a:gd name="T6" fmla="*/ 546 w 546"/>
                <a:gd name="T7" fmla="*/ 34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4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54" name="Freeform 1320"/>
            <p:cNvSpPr/>
            <p:nvPr/>
          </p:nvSpPr>
          <p:spPr bwMode="auto">
            <a:xfrm>
              <a:off x="1002934" y="283522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7 h 582"/>
                <a:gd name="T4" fmla="*/ 0 w 546"/>
                <a:gd name="T5" fmla="*/ 582 h 582"/>
                <a:gd name="T6" fmla="*/ 546 w 546"/>
                <a:gd name="T7" fmla="*/ 34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4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55" name="Freeform 1321"/>
            <p:cNvSpPr/>
            <p:nvPr/>
          </p:nvSpPr>
          <p:spPr bwMode="auto">
            <a:xfrm>
              <a:off x="1002934" y="289526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56" name="Freeform 1322"/>
            <p:cNvSpPr/>
            <p:nvPr/>
          </p:nvSpPr>
          <p:spPr bwMode="auto">
            <a:xfrm>
              <a:off x="1002934" y="289526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57" name="Freeform 1323"/>
            <p:cNvSpPr/>
            <p:nvPr/>
          </p:nvSpPr>
          <p:spPr bwMode="auto">
            <a:xfrm>
              <a:off x="1002934" y="2956197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58" name="Freeform 1324"/>
            <p:cNvSpPr/>
            <p:nvPr/>
          </p:nvSpPr>
          <p:spPr bwMode="auto">
            <a:xfrm>
              <a:off x="1002934" y="2956197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59" name="Freeform 1325"/>
            <p:cNvSpPr/>
            <p:nvPr/>
          </p:nvSpPr>
          <p:spPr bwMode="auto">
            <a:xfrm>
              <a:off x="1002934" y="3018028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60" name="Freeform 1326"/>
            <p:cNvSpPr/>
            <p:nvPr/>
          </p:nvSpPr>
          <p:spPr bwMode="auto">
            <a:xfrm>
              <a:off x="1002934" y="3018028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61" name="Freeform 1327"/>
            <p:cNvSpPr/>
            <p:nvPr/>
          </p:nvSpPr>
          <p:spPr bwMode="auto">
            <a:xfrm>
              <a:off x="1002934" y="3078963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7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62" name="Freeform 1328"/>
            <p:cNvSpPr/>
            <p:nvPr/>
          </p:nvSpPr>
          <p:spPr bwMode="auto">
            <a:xfrm>
              <a:off x="1002934" y="3078963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7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63" name="Freeform 1329"/>
            <p:cNvSpPr/>
            <p:nvPr/>
          </p:nvSpPr>
          <p:spPr bwMode="auto">
            <a:xfrm>
              <a:off x="1002934" y="313900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64" name="Freeform 1330"/>
            <p:cNvSpPr/>
            <p:nvPr/>
          </p:nvSpPr>
          <p:spPr bwMode="auto">
            <a:xfrm>
              <a:off x="1002934" y="313900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65" name="Freeform 1331"/>
            <p:cNvSpPr/>
            <p:nvPr/>
          </p:nvSpPr>
          <p:spPr bwMode="auto">
            <a:xfrm>
              <a:off x="1002934" y="3199937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66" name="Freeform 1332"/>
            <p:cNvSpPr/>
            <p:nvPr/>
          </p:nvSpPr>
          <p:spPr bwMode="auto">
            <a:xfrm>
              <a:off x="1002934" y="3199937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67" name="Freeform 1333"/>
            <p:cNvSpPr/>
            <p:nvPr/>
          </p:nvSpPr>
          <p:spPr bwMode="auto">
            <a:xfrm>
              <a:off x="1002934" y="3261768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8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68" name="Freeform 1334"/>
            <p:cNvSpPr/>
            <p:nvPr/>
          </p:nvSpPr>
          <p:spPr bwMode="auto">
            <a:xfrm>
              <a:off x="1002934" y="3261768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8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69" name="Freeform 1335"/>
            <p:cNvSpPr/>
            <p:nvPr/>
          </p:nvSpPr>
          <p:spPr bwMode="auto">
            <a:xfrm>
              <a:off x="1002934" y="3322703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70" name="Freeform 1336"/>
            <p:cNvSpPr/>
            <p:nvPr/>
          </p:nvSpPr>
          <p:spPr bwMode="auto">
            <a:xfrm>
              <a:off x="1002934" y="3322703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71" name="Freeform 1337"/>
            <p:cNvSpPr/>
            <p:nvPr/>
          </p:nvSpPr>
          <p:spPr bwMode="auto">
            <a:xfrm>
              <a:off x="1002934" y="338453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72" name="Freeform 1338"/>
            <p:cNvSpPr/>
            <p:nvPr/>
          </p:nvSpPr>
          <p:spPr bwMode="auto">
            <a:xfrm>
              <a:off x="1002934" y="338453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73" name="Freeform 1339"/>
            <p:cNvSpPr/>
            <p:nvPr/>
          </p:nvSpPr>
          <p:spPr bwMode="auto">
            <a:xfrm>
              <a:off x="1002934" y="3443677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74" name="Freeform 1340"/>
            <p:cNvSpPr/>
            <p:nvPr/>
          </p:nvSpPr>
          <p:spPr bwMode="auto">
            <a:xfrm>
              <a:off x="1002934" y="3443677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75" name="Freeform 1341"/>
            <p:cNvSpPr/>
            <p:nvPr/>
          </p:nvSpPr>
          <p:spPr bwMode="auto">
            <a:xfrm>
              <a:off x="1002934" y="350550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76" name="Freeform 1342"/>
            <p:cNvSpPr/>
            <p:nvPr/>
          </p:nvSpPr>
          <p:spPr bwMode="auto">
            <a:xfrm>
              <a:off x="1002934" y="350550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77" name="Freeform 1343"/>
            <p:cNvSpPr/>
            <p:nvPr/>
          </p:nvSpPr>
          <p:spPr bwMode="auto">
            <a:xfrm>
              <a:off x="1002934" y="3566443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78" name="Freeform 1344"/>
            <p:cNvSpPr/>
            <p:nvPr/>
          </p:nvSpPr>
          <p:spPr bwMode="auto">
            <a:xfrm>
              <a:off x="1002934" y="3566443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79" name="Freeform 1345"/>
            <p:cNvSpPr/>
            <p:nvPr/>
          </p:nvSpPr>
          <p:spPr bwMode="auto">
            <a:xfrm>
              <a:off x="1002934" y="3628274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80" name="Freeform 1346"/>
            <p:cNvSpPr/>
            <p:nvPr/>
          </p:nvSpPr>
          <p:spPr bwMode="auto">
            <a:xfrm>
              <a:off x="1002934" y="3628274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81" name="Freeform 1347"/>
            <p:cNvSpPr/>
            <p:nvPr/>
          </p:nvSpPr>
          <p:spPr bwMode="auto">
            <a:xfrm>
              <a:off x="1002934" y="3689209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7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82" name="Freeform 1348"/>
            <p:cNvSpPr/>
            <p:nvPr/>
          </p:nvSpPr>
          <p:spPr bwMode="auto">
            <a:xfrm>
              <a:off x="1002934" y="3689209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7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83" name="Freeform 1349"/>
            <p:cNvSpPr/>
            <p:nvPr/>
          </p:nvSpPr>
          <p:spPr bwMode="auto">
            <a:xfrm>
              <a:off x="1002934" y="374924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84" name="Freeform 1350"/>
            <p:cNvSpPr/>
            <p:nvPr/>
          </p:nvSpPr>
          <p:spPr bwMode="auto">
            <a:xfrm>
              <a:off x="1002934" y="374924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85" name="Freeform 1351"/>
            <p:cNvSpPr/>
            <p:nvPr/>
          </p:nvSpPr>
          <p:spPr bwMode="auto">
            <a:xfrm>
              <a:off x="1002934" y="3810183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86" name="Freeform 1352"/>
            <p:cNvSpPr/>
            <p:nvPr/>
          </p:nvSpPr>
          <p:spPr bwMode="auto">
            <a:xfrm>
              <a:off x="1002934" y="3810183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87" name="Freeform 1353"/>
            <p:cNvSpPr/>
            <p:nvPr/>
          </p:nvSpPr>
          <p:spPr bwMode="auto">
            <a:xfrm>
              <a:off x="1002934" y="3872014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88" name="Freeform 1354"/>
            <p:cNvSpPr/>
            <p:nvPr/>
          </p:nvSpPr>
          <p:spPr bwMode="auto">
            <a:xfrm>
              <a:off x="1002934" y="3872014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89" name="Freeform 1355"/>
            <p:cNvSpPr/>
            <p:nvPr/>
          </p:nvSpPr>
          <p:spPr bwMode="auto">
            <a:xfrm>
              <a:off x="1002934" y="3932949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90" name="Freeform 1356"/>
            <p:cNvSpPr/>
            <p:nvPr/>
          </p:nvSpPr>
          <p:spPr bwMode="auto">
            <a:xfrm>
              <a:off x="1002934" y="3932949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91" name="Freeform 1357"/>
            <p:cNvSpPr/>
            <p:nvPr/>
          </p:nvSpPr>
          <p:spPr bwMode="auto">
            <a:xfrm>
              <a:off x="1002934" y="3992091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92" name="Freeform 1358"/>
            <p:cNvSpPr/>
            <p:nvPr/>
          </p:nvSpPr>
          <p:spPr bwMode="auto">
            <a:xfrm>
              <a:off x="1002934" y="3992091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93" name="Freeform 1359"/>
            <p:cNvSpPr/>
            <p:nvPr/>
          </p:nvSpPr>
          <p:spPr bwMode="auto">
            <a:xfrm>
              <a:off x="1002934" y="405392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94" name="Freeform 1360"/>
            <p:cNvSpPr/>
            <p:nvPr/>
          </p:nvSpPr>
          <p:spPr bwMode="auto">
            <a:xfrm>
              <a:off x="1002934" y="405392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95" name="Freeform 1361"/>
            <p:cNvSpPr/>
            <p:nvPr/>
          </p:nvSpPr>
          <p:spPr bwMode="auto">
            <a:xfrm>
              <a:off x="1002934" y="4115753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8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96" name="Freeform 1362"/>
            <p:cNvSpPr/>
            <p:nvPr/>
          </p:nvSpPr>
          <p:spPr bwMode="auto">
            <a:xfrm>
              <a:off x="1002934" y="4115753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8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97" name="Freeform 1363"/>
            <p:cNvSpPr/>
            <p:nvPr/>
          </p:nvSpPr>
          <p:spPr bwMode="auto">
            <a:xfrm>
              <a:off x="1002934" y="4176688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98" name="Freeform 1364"/>
            <p:cNvSpPr/>
            <p:nvPr/>
          </p:nvSpPr>
          <p:spPr bwMode="auto">
            <a:xfrm>
              <a:off x="1002934" y="4176688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99" name="Freeform 1365"/>
            <p:cNvSpPr/>
            <p:nvPr/>
          </p:nvSpPr>
          <p:spPr bwMode="auto">
            <a:xfrm>
              <a:off x="1002934" y="4238519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3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00" name="Freeform 1366"/>
            <p:cNvSpPr/>
            <p:nvPr/>
          </p:nvSpPr>
          <p:spPr bwMode="auto">
            <a:xfrm>
              <a:off x="1002934" y="4238519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3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01" name="Freeform 1367"/>
            <p:cNvSpPr/>
            <p:nvPr/>
          </p:nvSpPr>
          <p:spPr bwMode="auto">
            <a:xfrm>
              <a:off x="1002934" y="429766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02" name="Freeform 1368"/>
            <p:cNvSpPr/>
            <p:nvPr/>
          </p:nvSpPr>
          <p:spPr bwMode="auto">
            <a:xfrm>
              <a:off x="1002934" y="429766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03" name="Freeform 1369"/>
            <p:cNvSpPr/>
            <p:nvPr/>
          </p:nvSpPr>
          <p:spPr bwMode="auto">
            <a:xfrm>
              <a:off x="1002934" y="4359493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04" name="Freeform 1370"/>
            <p:cNvSpPr/>
            <p:nvPr/>
          </p:nvSpPr>
          <p:spPr bwMode="auto">
            <a:xfrm>
              <a:off x="1002934" y="4359493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05" name="Freeform 1371"/>
            <p:cNvSpPr/>
            <p:nvPr/>
          </p:nvSpPr>
          <p:spPr bwMode="auto">
            <a:xfrm>
              <a:off x="1002934" y="4420428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06" name="Freeform 1372"/>
            <p:cNvSpPr/>
            <p:nvPr/>
          </p:nvSpPr>
          <p:spPr bwMode="auto">
            <a:xfrm>
              <a:off x="1002934" y="4420428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07" name="Freeform 1373"/>
            <p:cNvSpPr/>
            <p:nvPr/>
          </p:nvSpPr>
          <p:spPr bwMode="auto">
            <a:xfrm>
              <a:off x="1002934" y="4482259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08" name="Freeform 1374"/>
            <p:cNvSpPr/>
            <p:nvPr/>
          </p:nvSpPr>
          <p:spPr bwMode="auto">
            <a:xfrm>
              <a:off x="1002934" y="4482259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09" name="Freeform 1375"/>
            <p:cNvSpPr/>
            <p:nvPr/>
          </p:nvSpPr>
          <p:spPr bwMode="auto">
            <a:xfrm>
              <a:off x="1002934" y="454319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10" name="Freeform 1376"/>
            <p:cNvSpPr/>
            <p:nvPr/>
          </p:nvSpPr>
          <p:spPr bwMode="auto">
            <a:xfrm>
              <a:off x="1002934" y="454319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11" name="Freeform 1377"/>
            <p:cNvSpPr/>
            <p:nvPr/>
          </p:nvSpPr>
          <p:spPr bwMode="auto">
            <a:xfrm>
              <a:off x="1002934" y="4602337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12" name="Freeform 1378"/>
            <p:cNvSpPr/>
            <p:nvPr/>
          </p:nvSpPr>
          <p:spPr bwMode="auto">
            <a:xfrm>
              <a:off x="1002934" y="4602337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13" name="Freeform 1379"/>
            <p:cNvSpPr/>
            <p:nvPr/>
          </p:nvSpPr>
          <p:spPr bwMode="auto">
            <a:xfrm>
              <a:off x="1002934" y="466416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14" name="Freeform 1380"/>
            <p:cNvSpPr/>
            <p:nvPr/>
          </p:nvSpPr>
          <p:spPr bwMode="auto">
            <a:xfrm>
              <a:off x="1002934" y="466416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15" name="Freeform 1381"/>
            <p:cNvSpPr/>
            <p:nvPr/>
          </p:nvSpPr>
          <p:spPr bwMode="auto">
            <a:xfrm>
              <a:off x="1002934" y="4725999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16" name="Freeform 1382"/>
            <p:cNvSpPr/>
            <p:nvPr/>
          </p:nvSpPr>
          <p:spPr bwMode="auto">
            <a:xfrm>
              <a:off x="1002934" y="4725999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17" name="Freeform 1383"/>
            <p:cNvSpPr/>
            <p:nvPr/>
          </p:nvSpPr>
          <p:spPr bwMode="auto">
            <a:xfrm>
              <a:off x="1002934" y="478693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18" name="Freeform 1384"/>
            <p:cNvSpPr/>
            <p:nvPr/>
          </p:nvSpPr>
          <p:spPr bwMode="auto">
            <a:xfrm>
              <a:off x="1002934" y="478693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19" name="Freeform 1385"/>
            <p:cNvSpPr/>
            <p:nvPr/>
          </p:nvSpPr>
          <p:spPr bwMode="auto">
            <a:xfrm>
              <a:off x="1002934" y="4846077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20" name="Freeform 1386"/>
            <p:cNvSpPr/>
            <p:nvPr/>
          </p:nvSpPr>
          <p:spPr bwMode="auto">
            <a:xfrm>
              <a:off x="1002934" y="4846077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21" name="Freeform 1387"/>
            <p:cNvSpPr/>
            <p:nvPr/>
          </p:nvSpPr>
          <p:spPr bwMode="auto">
            <a:xfrm>
              <a:off x="1002934" y="490790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22" name="Freeform 1388"/>
            <p:cNvSpPr/>
            <p:nvPr/>
          </p:nvSpPr>
          <p:spPr bwMode="auto">
            <a:xfrm>
              <a:off x="1002934" y="490790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23" name="Freeform 1389"/>
            <p:cNvSpPr/>
            <p:nvPr/>
          </p:nvSpPr>
          <p:spPr bwMode="auto">
            <a:xfrm>
              <a:off x="1002934" y="4969739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8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24" name="Freeform 1390"/>
            <p:cNvSpPr/>
            <p:nvPr/>
          </p:nvSpPr>
          <p:spPr bwMode="auto">
            <a:xfrm>
              <a:off x="1002934" y="4969739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8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25" name="Freeform 1391"/>
            <p:cNvSpPr/>
            <p:nvPr/>
          </p:nvSpPr>
          <p:spPr bwMode="auto">
            <a:xfrm>
              <a:off x="1002934" y="503067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26" name="Freeform 1392"/>
            <p:cNvSpPr/>
            <p:nvPr/>
          </p:nvSpPr>
          <p:spPr bwMode="auto">
            <a:xfrm>
              <a:off x="1002934" y="503067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27" name="Freeform 1393"/>
            <p:cNvSpPr/>
            <p:nvPr/>
          </p:nvSpPr>
          <p:spPr bwMode="auto">
            <a:xfrm>
              <a:off x="1002934" y="5092505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3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28" name="Freeform 1394"/>
            <p:cNvSpPr/>
            <p:nvPr/>
          </p:nvSpPr>
          <p:spPr bwMode="auto">
            <a:xfrm>
              <a:off x="1002934" y="5092505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3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29" name="Freeform 1395"/>
            <p:cNvSpPr/>
            <p:nvPr/>
          </p:nvSpPr>
          <p:spPr bwMode="auto">
            <a:xfrm>
              <a:off x="1002934" y="515164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30" name="Freeform 1396"/>
            <p:cNvSpPr/>
            <p:nvPr/>
          </p:nvSpPr>
          <p:spPr bwMode="auto">
            <a:xfrm>
              <a:off x="1002934" y="515164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31" name="Freeform 1397"/>
            <p:cNvSpPr/>
            <p:nvPr/>
          </p:nvSpPr>
          <p:spPr bwMode="auto">
            <a:xfrm>
              <a:off x="1002934" y="521258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32" name="Freeform 1398"/>
            <p:cNvSpPr/>
            <p:nvPr/>
          </p:nvSpPr>
          <p:spPr bwMode="auto">
            <a:xfrm>
              <a:off x="1002934" y="521258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33" name="Freeform 1399"/>
            <p:cNvSpPr/>
            <p:nvPr/>
          </p:nvSpPr>
          <p:spPr bwMode="auto">
            <a:xfrm>
              <a:off x="1002934" y="527441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5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34" name="Freeform 1400"/>
            <p:cNvSpPr/>
            <p:nvPr/>
          </p:nvSpPr>
          <p:spPr bwMode="auto">
            <a:xfrm>
              <a:off x="1002934" y="527441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5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35" name="Freeform 1401"/>
            <p:cNvSpPr/>
            <p:nvPr/>
          </p:nvSpPr>
          <p:spPr bwMode="auto">
            <a:xfrm>
              <a:off x="1002934" y="5336245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36" name="Freeform 1402"/>
            <p:cNvSpPr/>
            <p:nvPr/>
          </p:nvSpPr>
          <p:spPr bwMode="auto">
            <a:xfrm>
              <a:off x="1002934" y="5336245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37" name="Freeform 1403"/>
            <p:cNvSpPr/>
            <p:nvPr/>
          </p:nvSpPr>
          <p:spPr bwMode="auto">
            <a:xfrm>
              <a:off x="1002934" y="5397179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38" name="Freeform 1404"/>
            <p:cNvSpPr/>
            <p:nvPr/>
          </p:nvSpPr>
          <p:spPr bwMode="auto">
            <a:xfrm>
              <a:off x="1002934" y="5397179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39" name="Freeform 1405"/>
            <p:cNvSpPr/>
            <p:nvPr/>
          </p:nvSpPr>
          <p:spPr bwMode="auto">
            <a:xfrm>
              <a:off x="1002934" y="545632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40" name="Freeform 1406"/>
            <p:cNvSpPr/>
            <p:nvPr/>
          </p:nvSpPr>
          <p:spPr bwMode="auto">
            <a:xfrm>
              <a:off x="1002934" y="545632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41" name="Freeform 1407"/>
            <p:cNvSpPr/>
            <p:nvPr/>
          </p:nvSpPr>
          <p:spPr bwMode="auto">
            <a:xfrm>
              <a:off x="1002934" y="5518153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42" name="Freeform 1408"/>
            <p:cNvSpPr/>
            <p:nvPr/>
          </p:nvSpPr>
          <p:spPr bwMode="auto">
            <a:xfrm>
              <a:off x="1002934" y="5518153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43" name="Freeform 1409"/>
            <p:cNvSpPr/>
            <p:nvPr/>
          </p:nvSpPr>
          <p:spPr bwMode="auto">
            <a:xfrm>
              <a:off x="1002934" y="6096139"/>
              <a:ext cx="1792" cy="2688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3 h 3"/>
                <a:gd name="T4" fmla="*/ 2 w 2"/>
                <a:gd name="T5" fmla="*/ 3 h 3"/>
                <a:gd name="T6" fmla="*/ 2 w 2"/>
                <a:gd name="T7" fmla="*/ 3 h 3"/>
                <a:gd name="T8" fmla="*/ 2 w 2"/>
                <a:gd name="T9" fmla="*/ 0 h 3"/>
                <a:gd name="T10" fmla="*/ 0 w 2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44" name="Freeform 1410"/>
            <p:cNvSpPr/>
            <p:nvPr/>
          </p:nvSpPr>
          <p:spPr bwMode="auto">
            <a:xfrm>
              <a:off x="1002934" y="6096139"/>
              <a:ext cx="1792" cy="2688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3 h 3"/>
                <a:gd name="T4" fmla="*/ 2 w 2"/>
                <a:gd name="T5" fmla="*/ 3 h 3"/>
                <a:gd name="T6" fmla="*/ 2 w 2"/>
                <a:gd name="T7" fmla="*/ 3 h 3"/>
                <a:gd name="T8" fmla="*/ 2 w 2"/>
                <a:gd name="T9" fmla="*/ 0 h 3"/>
                <a:gd name="T10" fmla="*/ 0 w 2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0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45" name="Rectangle 1411"/>
            <p:cNvSpPr>
              <a:spLocks noChangeArrowheads="1"/>
            </p:cNvSpPr>
            <p:nvPr/>
          </p:nvSpPr>
          <p:spPr bwMode="auto">
            <a:xfrm>
              <a:off x="1004726" y="6096139"/>
              <a:ext cx="896" cy="26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46" name="Freeform 1412"/>
            <p:cNvSpPr/>
            <p:nvPr/>
          </p:nvSpPr>
          <p:spPr bwMode="auto">
            <a:xfrm>
              <a:off x="1004726" y="6096139"/>
              <a:ext cx="0" cy="2688"/>
            </a:xfrm>
            <a:custGeom>
              <a:avLst/>
              <a:gdLst>
                <a:gd name="T0" fmla="*/ 0 h 3"/>
                <a:gd name="T1" fmla="*/ 3 h 3"/>
                <a:gd name="T2" fmla="*/ 3 h 3"/>
                <a:gd name="T3" fmla="*/ 0 h 3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3">
                  <a:moveTo>
                    <a:pt x="0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47" name="Freeform 1413"/>
            <p:cNvSpPr/>
            <p:nvPr/>
          </p:nvSpPr>
          <p:spPr bwMode="auto">
            <a:xfrm>
              <a:off x="1002934" y="5579088"/>
              <a:ext cx="489272" cy="519739"/>
            </a:xfrm>
            <a:custGeom>
              <a:avLst/>
              <a:gdLst>
                <a:gd name="T0" fmla="*/ 546 w 546"/>
                <a:gd name="T1" fmla="*/ 0 h 580"/>
                <a:gd name="T2" fmla="*/ 0 w 546"/>
                <a:gd name="T3" fmla="*/ 549 h 580"/>
                <a:gd name="T4" fmla="*/ 0 w 546"/>
                <a:gd name="T5" fmla="*/ 577 h 580"/>
                <a:gd name="T6" fmla="*/ 2 w 546"/>
                <a:gd name="T7" fmla="*/ 577 h 580"/>
                <a:gd name="T8" fmla="*/ 2 w 546"/>
                <a:gd name="T9" fmla="*/ 580 h 580"/>
                <a:gd name="T10" fmla="*/ 546 w 546"/>
                <a:gd name="T11" fmla="*/ 34 h 580"/>
                <a:gd name="T12" fmla="*/ 546 w 546"/>
                <a:gd name="T13" fmla="*/ 0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6" h="580">
                  <a:moveTo>
                    <a:pt x="546" y="0"/>
                  </a:moveTo>
                  <a:lnTo>
                    <a:pt x="0" y="549"/>
                  </a:lnTo>
                  <a:lnTo>
                    <a:pt x="0" y="577"/>
                  </a:lnTo>
                  <a:lnTo>
                    <a:pt x="2" y="577"/>
                  </a:lnTo>
                  <a:lnTo>
                    <a:pt x="2" y="580"/>
                  </a:lnTo>
                  <a:lnTo>
                    <a:pt x="546" y="34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48" name="Freeform 1414"/>
            <p:cNvSpPr/>
            <p:nvPr/>
          </p:nvSpPr>
          <p:spPr bwMode="auto">
            <a:xfrm>
              <a:off x="1002934" y="5579088"/>
              <a:ext cx="489272" cy="519739"/>
            </a:xfrm>
            <a:custGeom>
              <a:avLst/>
              <a:gdLst>
                <a:gd name="T0" fmla="*/ 546 w 546"/>
                <a:gd name="T1" fmla="*/ 0 h 580"/>
                <a:gd name="T2" fmla="*/ 0 w 546"/>
                <a:gd name="T3" fmla="*/ 549 h 580"/>
                <a:gd name="T4" fmla="*/ 0 w 546"/>
                <a:gd name="T5" fmla="*/ 577 h 580"/>
                <a:gd name="T6" fmla="*/ 2 w 546"/>
                <a:gd name="T7" fmla="*/ 577 h 580"/>
                <a:gd name="T8" fmla="*/ 2 w 546"/>
                <a:gd name="T9" fmla="*/ 580 h 580"/>
                <a:gd name="T10" fmla="*/ 546 w 546"/>
                <a:gd name="T11" fmla="*/ 34 h 580"/>
                <a:gd name="T12" fmla="*/ 546 w 546"/>
                <a:gd name="T13" fmla="*/ 0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6" h="580">
                  <a:moveTo>
                    <a:pt x="546" y="0"/>
                  </a:moveTo>
                  <a:lnTo>
                    <a:pt x="0" y="549"/>
                  </a:lnTo>
                  <a:lnTo>
                    <a:pt x="0" y="577"/>
                  </a:lnTo>
                  <a:lnTo>
                    <a:pt x="2" y="577"/>
                  </a:lnTo>
                  <a:lnTo>
                    <a:pt x="2" y="580"/>
                  </a:lnTo>
                  <a:lnTo>
                    <a:pt x="546" y="34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49" name="Freeform 1415"/>
            <p:cNvSpPr/>
            <p:nvPr/>
          </p:nvSpPr>
          <p:spPr bwMode="auto">
            <a:xfrm>
              <a:off x="1026233" y="6105100"/>
              <a:ext cx="25091" cy="8065"/>
            </a:xfrm>
            <a:custGeom>
              <a:avLst/>
              <a:gdLst>
                <a:gd name="T0" fmla="*/ 2 w 28"/>
                <a:gd name="T1" fmla="*/ 0 h 9"/>
                <a:gd name="T2" fmla="*/ 0 w 28"/>
                <a:gd name="T3" fmla="*/ 2 h 9"/>
                <a:gd name="T4" fmla="*/ 26 w 28"/>
                <a:gd name="T5" fmla="*/ 9 h 9"/>
                <a:gd name="T6" fmla="*/ 28 w 28"/>
                <a:gd name="T7" fmla="*/ 7 h 9"/>
                <a:gd name="T8" fmla="*/ 2 w 28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9">
                  <a:moveTo>
                    <a:pt x="2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50" name="Freeform 1416"/>
            <p:cNvSpPr/>
            <p:nvPr/>
          </p:nvSpPr>
          <p:spPr bwMode="auto">
            <a:xfrm>
              <a:off x="1026233" y="6105100"/>
              <a:ext cx="25091" cy="8065"/>
            </a:xfrm>
            <a:custGeom>
              <a:avLst/>
              <a:gdLst>
                <a:gd name="T0" fmla="*/ 2 w 28"/>
                <a:gd name="T1" fmla="*/ 0 h 9"/>
                <a:gd name="T2" fmla="*/ 0 w 28"/>
                <a:gd name="T3" fmla="*/ 2 h 9"/>
                <a:gd name="T4" fmla="*/ 26 w 28"/>
                <a:gd name="T5" fmla="*/ 9 h 9"/>
                <a:gd name="T6" fmla="*/ 28 w 28"/>
                <a:gd name="T7" fmla="*/ 7 h 9"/>
                <a:gd name="T8" fmla="*/ 2 w 28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9">
                  <a:moveTo>
                    <a:pt x="2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51" name="Freeform 1417"/>
            <p:cNvSpPr/>
            <p:nvPr/>
          </p:nvSpPr>
          <p:spPr bwMode="auto">
            <a:xfrm>
              <a:off x="1028025" y="5639127"/>
              <a:ext cx="464181" cy="472246"/>
            </a:xfrm>
            <a:custGeom>
              <a:avLst/>
              <a:gdLst>
                <a:gd name="T0" fmla="*/ 518 w 518"/>
                <a:gd name="T1" fmla="*/ 0 h 527"/>
                <a:gd name="T2" fmla="*/ 0 w 518"/>
                <a:gd name="T3" fmla="*/ 520 h 527"/>
                <a:gd name="T4" fmla="*/ 26 w 518"/>
                <a:gd name="T5" fmla="*/ 527 h 527"/>
                <a:gd name="T6" fmla="*/ 518 w 518"/>
                <a:gd name="T7" fmla="*/ 35 h 527"/>
                <a:gd name="T8" fmla="*/ 518 w 518"/>
                <a:gd name="T9" fmla="*/ 0 h 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8" h="527">
                  <a:moveTo>
                    <a:pt x="518" y="0"/>
                  </a:moveTo>
                  <a:lnTo>
                    <a:pt x="0" y="520"/>
                  </a:lnTo>
                  <a:lnTo>
                    <a:pt x="26" y="527"/>
                  </a:lnTo>
                  <a:lnTo>
                    <a:pt x="518" y="35"/>
                  </a:lnTo>
                  <a:lnTo>
                    <a:pt x="5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52" name="Freeform 1418"/>
            <p:cNvSpPr/>
            <p:nvPr/>
          </p:nvSpPr>
          <p:spPr bwMode="auto">
            <a:xfrm>
              <a:off x="1028025" y="5639127"/>
              <a:ext cx="464181" cy="472246"/>
            </a:xfrm>
            <a:custGeom>
              <a:avLst/>
              <a:gdLst>
                <a:gd name="T0" fmla="*/ 518 w 518"/>
                <a:gd name="T1" fmla="*/ 0 h 527"/>
                <a:gd name="T2" fmla="*/ 0 w 518"/>
                <a:gd name="T3" fmla="*/ 520 h 527"/>
                <a:gd name="T4" fmla="*/ 26 w 518"/>
                <a:gd name="T5" fmla="*/ 527 h 527"/>
                <a:gd name="T6" fmla="*/ 518 w 518"/>
                <a:gd name="T7" fmla="*/ 35 h 527"/>
                <a:gd name="T8" fmla="*/ 518 w 518"/>
                <a:gd name="T9" fmla="*/ 0 h 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8" h="527">
                  <a:moveTo>
                    <a:pt x="518" y="0"/>
                  </a:moveTo>
                  <a:lnTo>
                    <a:pt x="0" y="520"/>
                  </a:lnTo>
                  <a:lnTo>
                    <a:pt x="26" y="527"/>
                  </a:lnTo>
                  <a:lnTo>
                    <a:pt x="518" y="35"/>
                  </a:lnTo>
                  <a:lnTo>
                    <a:pt x="518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53" name="Freeform 1419"/>
            <p:cNvSpPr/>
            <p:nvPr/>
          </p:nvSpPr>
          <p:spPr bwMode="auto">
            <a:xfrm>
              <a:off x="1072830" y="6119438"/>
              <a:ext cx="25091" cy="8961"/>
            </a:xfrm>
            <a:custGeom>
              <a:avLst/>
              <a:gdLst>
                <a:gd name="T0" fmla="*/ 2 w 28"/>
                <a:gd name="T1" fmla="*/ 0 h 10"/>
                <a:gd name="T2" fmla="*/ 0 w 28"/>
                <a:gd name="T3" fmla="*/ 0 h 10"/>
                <a:gd name="T4" fmla="*/ 26 w 28"/>
                <a:gd name="T5" fmla="*/ 10 h 10"/>
                <a:gd name="T6" fmla="*/ 28 w 28"/>
                <a:gd name="T7" fmla="*/ 8 h 10"/>
                <a:gd name="T8" fmla="*/ 2 w 2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0">
                  <a:moveTo>
                    <a:pt x="2" y="0"/>
                  </a:moveTo>
                  <a:lnTo>
                    <a:pt x="0" y="0"/>
                  </a:lnTo>
                  <a:lnTo>
                    <a:pt x="26" y="10"/>
                  </a:lnTo>
                  <a:lnTo>
                    <a:pt x="28" y="8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54" name="Freeform 1420"/>
            <p:cNvSpPr/>
            <p:nvPr/>
          </p:nvSpPr>
          <p:spPr bwMode="auto">
            <a:xfrm>
              <a:off x="1072830" y="6119438"/>
              <a:ext cx="25091" cy="8961"/>
            </a:xfrm>
            <a:custGeom>
              <a:avLst/>
              <a:gdLst>
                <a:gd name="T0" fmla="*/ 2 w 28"/>
                <a:gd name="T1" fmla="*/ 0 h 10"/>
                <a:gd name="T2" fmla="*/ 0 w 28"/>
                <a:gd name="T3" fmla="*/ 0 h 10"/>
                <a:gd name="T4" fmla="*/ 26 w 28"/>
                <a:gd name="T5" fmla="*/ 10 h 10"/>
                <a:gd name="T6" fmla="*/ 28 w 28"/>
                <a:gd name="T7" fmla="*/ 8 h 10"/>
                <a:gd name="T8" fmla="*/ 2 w 2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0">
                  <a:moveTo>
                    <a:pt x="2" y="0"/>
                  </a:moveTo>
                  <a:lnTo>
                    <a:pt x="0" y="0"/>
                  </a:lnTo>
                  <a:lnTo>
                    <a:pt x="26" y="10"/>
                  </a:lnTo>
                  <a:lnTo>
                    <a:pt x="28" y="8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55" name="Freeform 1421"/>
            <p:cNvSpPr/>
            <p:nvPr/>
          </p:nvSpPr>
          <p:spPr bwMode="auto">
            <a:xfrm>
              <a:off x="1074622" y="5700062"/>
              <a:ext cx="417584" cy="426545"/>
            </a:xfrm>
            <a:custGeom>
              <a:avLst/>
              <a:gdLst>
                <a:gd name="T0" fmla="*/ 466 w 466"/>
                <a:gd name="T1" fmla="*/ 0 h 476"/>
                <a:gd name="T2" fmla="*/ 0 w 466"/>
                <a:gd name="T3" fmla="*/ 468 h 476"/>
                <a:gd name="T4" fmla="*/ 26 w 466"/>
                <a:gd name="T5" fmla="*/ 476 h 476"/>
                <a:gd name="T6" fmla="*/ 466 w 466"/>
                <a:gd name="T7" fmla="*/ 36 h 476"/>
                <a:gd name="T8" fmla="*/ 466 w 466"/>
                <a:gd name="T9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6" h="476">
                  <a:moveTo>
                    <a:pt x="466" y="0"/>
                  </a:moveTo>
                  <a:lnTo>
                    <a:pt x="0" y="468"/>
                  </a:lnTo>
                  <a:lnTo>
                    <a:pt x="26" y="476"/>
                  </a:lnTo>
                  <a:lnTo>
                    <a:pt x="466" y="36"/>
                  </a:lnTo>
                  <a:lnTo>
                    <a:pt x="4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56" name="Freeform 1422"/>
            <p:cNvSpPr/>
            <p:nvPr/>
          </p:nvSpPr>
          <p:spPr bwMode="auto">
            <a:xfrm>
              <a:off x="1074622" y="5700062"/>
              <a:ext cx="417584" cy="426545"/>
            </a:xfrm>
            <a:custGeom>
              <a:avLst/>
              <a:gdLst>
                <a:gd name="T0" fmla="*/ 466 w 466"/>
                <a:gd name="T1" fmla="*/ 0 h 476"/>
                <a:gd name="T2" fmla="*/ 0 w 466"/>
                <a:gd name="T3" fmla="*/ 468 h 476"/>
                <a:gd name="T4" fmla="*/ 26 w 466"/>
                <a:gd name="T5" fmla="*/ 476 h 476"/>
                <a:gd name="T6" fmla="*/ 466 w 466"/>
                <a:gd name="T7" fmla="*/ 36 h 476"/>
                <a:gd name="T8" fmla="*/ 466 w 466"/>
                <a:gd name="T9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6" h="476">
                  <a:moveTo>
                    <a:pt x="466" y="0"/>
                  </a:moveTo>
                  <a:lnTo>
                    <a:pt x="0" y="468"/>
                  </a:lnTo>
                  <a:lnTo>
                    <a:pt x="26" y="476"/>
                  </a:lnTo>
                  <a:lnTo>
                    <a:pt x="466" y="36"/>
                  </a:lnTo>
                  <a:lnTo>
                    <a:pt x="46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57" name="Freeform 1423"/>
            <p:cNvSpPr/>
            <p:nvPr/>
          </p:nvSpPr>
          <p:spPr bwMode="auto">
            <a:xfrm>
              <a:off x="1119427" y="6134672"/>
              <a:ext cx="25091" cy="8065"/>
            </a:xfrm>
            <a:custGeom>
              <a:avLst/>
              <a:gdLst>
                <a:gd name="T0" fmla="*/ 2 w 28"/>
                <a:gd name="T1" fmla="*/ 0 h 9"/>
                <a:gd name="T2" fmla="*/ 0 w 28"/>
                <a:gd name="T3" fmla="*/ 0 h 9"/>
                <a:gd name="T4" fmla="*/ 26 w 28"/>
                <a:gd name="T5" fmla="*/ 9 h 9"/>
                <a:gd name="T6" fmla="*/ 28 w 28"/>
                <a:gd name="T7" fmla="*/ 7 h 9"/>
                <a:gd name="T8" fmla="*/ 2 w 28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9">
                  <a:moveTo>
                    <a:pt x="2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58" name="Freeform 1424"/>
            <p:cNvSpPr/>
            <p:nvPr/>
          </p:nvSpPr>
          <p:spPr bwMode="auto">
            <a:xfrm>
              <a:off x="1119427" y="6134672"/>
              <a:ext cx="25091" cy="8065"/>
            </a:xfrm>
            <a:custGeom>
              <a:avLst/>
              <a:gdLst>
                <a:gd name="T0" fmla="*/ 2 w 28"/>
                <a:gd name="T1" fmla="*/ 0 h 9"/>
                <a:gd name="T2" fmla="*/ 0 w 28"/>
                <a:gd name="T3" fmla="*/ 0 h 9"/>
                <a:gd name="T4" fmla="*/ 26 w 28"/>
                <a:gd name="T5" fmla="*/ 9 h 9"/>
                <a:gd name="T6" fmla="*/ 28 w 28"/>
                <a:gd name="T7" fmla="*/ 7 h 9"/>
                <a:gd name="T8" fmla="*/ 2 w 28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9">
                  <a:moveTo>
                    <a:pt x="2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59" name="Freeform 1425"/>
            <p:cNvSpPr/>
            <p:nvPr/>
          </p:nvSpPr>
          <p:spPr bwMode="auto">
            <a:xfrm>
              <a:off x="1121220" y="5761893"/>
              <a:ext cx="370986" cy="379051"/>
            </a:xfrm>
            <a:custGeom>
              <a:avLst/>
              <a:gdLst>
                <a:gd name="T0" fmla="*/ 414 w 414"/>
                <a:gd name="T1" fmla="*/ 0 h 423"/>
                <a:gd name="T2" fmla="*/ 0 w 414"/>
                <a:gd name="T3" fmla="*/ 416 h 423"/>
                <a:gd name="T4" fmla="*/ 26 w 414"/>
                <a:gd name="T5" fmla="*/ 423 h 423"/>
                <a:gd name="T6" fmla="*/ 414 w 414"/>
                <a:gd name="T7" fmla="*/ 35 h 423"/>
                <a:gd name="T8" fmla="*/ 414 w 414"/>
                <a:gd name="T9" fmla="*/ 0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4" h="423">
                  <a:moveTo>
                    <a:pt x="414" y="0"/>
                  </a:moveTo>
                  <a:lnTo>
                    <a:pt x="0" y="416"/>
                  </a:lnTo>
                  <a:lnTo>
                    <a:pt x="26" y="423"/>
                  </a:lnTo>
                  <a:lnTo>
                    <a:pt x="414" y="35"/>
                  </a:lnTo>
                  <a:lnTo>
                    <a:pt x="41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60" name="Freeform 1426"/>
            <p:cNvSpPr/>
            <p:nvPr/>
          </p:nvSpPr>
          <p:spPr bwMode="auto">
            <a:xfrm>
              <a:off x="1121220" y="5761893"/>
              <a:ext cx="370986" cy="379051"/>
            </a:xfrm>
            <a:custGeom>
              <a:avLst/>
              <a:gdLst>
                <a:gd name="T0" fmla="*/ 414 w 414"/>
                <a:gd name="T1" fmla="*/ 0 h 423"/>
                <a:gd name="T2" fmla="*/ 0 w 414"/>
                <a:gd name="T3" fmla="*/ 416 h 423"/>
                <a:gd name="T4" fmla="*/ 26 w 414"/>
                <a:gd name="T5" fmla="*/ 423 h 423"/>
                <a:gd name="T6" fmla="*/ 414 w 414"/>
                <a:gd name="T7" fmla="*/ 35 h 423"/>
                <a:gd name="T8" fmla="*/ 414 w 414"/>
                <a:gd name="T9" fmla="*/ 0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4" h="423">
                  <a:moveTo>
                    <a:pt x="414" y="0"/>
                  </a:moveTo>
                  <a:lnTo>
                    <a:pt x="0" y="416"/>
                  </a:lnTo>
                  <a:lnTo>
                    <a:pt x="26" y="423"/>
                  </a:lnTo>
                  <a:lnTo>
                    <a:pt x="414" y="35"/>
                  </a:lnTo>
                  <a:lnTo>
                    <a:pt x="414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61" name="Freeform 1427"/>
            <p:cNvSpPr/>
            <p:nvPr/>
          </p:nvSpPr>
          <p:spPr bwMode="auto">
            <a:xfrm>
              <a:off x="1166025" y="6149905"/>
              <a:ext cx="25091" cy="8065"/>
            </a:xfrm>
            <a:custGeom>
              <a:avLst/>
              <a:gdLst>
                <a:gd name="T0" fmla="*/ 0 w 28"/>
                <a:gd name="T1" fmla="*/ 0 h 9"/>
                <a:gd name="T2" fmla="*/ 0 w 28"/>
                <a:gd name="T3" fmla="*/ 0 h 9"/>
                <a:gd name="T4" fmla="*/ 26 w 28"/>
                <a:gd name="T5" fmla="*/ 9 h 9"/>
                <a:gd name="T6" fmla="*/ 28 w 28"/>
                <a:gd name="T7" fmla="*/ 7 h 9"/>
                <a:gd name="T8" fmla="*/ 0 w 28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9">
                  <a:moveTo>
                    <a:pt x="0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62" name="Freeform 1428"/>
            <p:cNvSpPr/>
            <p:nvPr/>
          </p:nvSpPr>
          <p:spPr bwMode="auto">
            <a:xfrm>
              <a:off x="1166025" y="6149905"/>
              <a:ext cx="25091" cy="8065"/>
            </a:xfrm>
            <a:custGeom>
              <a:avLst/>
              <a:gdLst>
                <a:gd name="T0" fmla="*/ 0 w 28"/>
                <a:gd name="T1" fmla="*/ 0 h 9"/>
                <a:gd name="T2" fmla="*/ 0 w 28"/>
                <a:gd name="T3" fmla="*/ 0 h 9"/>
                <a:gd name="T4" fmla="*/ 26 w 28"/>
                <a:gd name="T5" fmla="*/ 9 h 9"/>
                <a:gd name="T6" fmla="*/ 28 w 28"/>
                <a:gd name="T7" fmla="*/ 7 h 9"/>
                <a:gd name="T8" fmla="*/ 0 w 28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9">
                  <a:moveTo>
                    <a:pt x="0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63" name="Freeform 1429"/>
            <p:cNvSpPr/>
            <p:nvPr/>
          </p:nvSpPr>
          <p:spPr bwMode="auto">
            <a:xfrm>
              <a:off x="1166025" y="5822828"/>
              <a:ext cx="326181" cy="333350"/>
            </a:xfrm>
            <a:custGeom>
              <a:avLst/>
              <a:gdLst>
                <a:gd name="T0" fmla="*/ 364 w 364"/>
                <a:gd name="T1" fmla="*/ 0 h 372"/>
                <a:gd name="T2" fmla="*/ 0 w 364"/>
                <a:gd name="T3" fmla="*/ 365 h 372"/>
                <a:gd name="T4" fmla="*/ 28 w 364"/>
                <a:gd name="T5" fmla="*/ 372 h 372"/>
                <a:gd name="T6" fmla="*/ 364 w 364"/>
                <a:gd name="T7" fmla="*/ 36 h 372"/>
                <a:gd name="T8" fmla="*/ 364 w 364"/>
                <a:gd name="T9" fmla="*/ 0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4" h="372">
                  <a:moveTo>
                    <a:pt x="364" y="0"/>
                  </a:moveTo>
                  <a:lnTo>
                    <a:pt x="0" y="365"/>
                  </a:lnTo>
                  <a:lnTo>
                    <a:pt x="28" y="372"/>
                  </a:lnTo>
                  <a:lnTo>
                    <a:pt x="364" y="36"/>
                  </a:lnTo>
                  <a:lnTo>
                    <a:pt x="3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64" name="Freeform 1430"/>
            <p:cNvSpPr/>
            <p:nvPr/>
          </p:nvSpPr>
          <p:spPr bwMode="auto">
            <a:xfrm>
              <a:off x="1166025" y="5822828"/>
              <a:ext cx="326181" cy="333350"/>
            </a:xfrm>
            <a:custGeom>
              <a:avLst/>
              <a:gdLst>
                <a:gd name="T0" fmla="*/ 364 w 364"/>
                <a:gd name="T1" fmla="*/ 0 h 372"/>
                <a:gd name="T2" fmla="*/ 0 w 364"/>
                <a:gd name="T3" fmla="*/ 365 h 372"/>
                <a:gd name="T4" fmla="*/ 28 w 364"/>
                <a:gd name="T5" fmla="*/ 372 h 372"/>
                <a:gd name="T6" fmla="*/ 364 w 364"/>
                <a:gd name="T7" fmla="*/ 36 h 372"/>
                <a:gd name="T8" fmla="*/ 364 w 364"/>
                <a:gd name="T9" fmla="*/ 0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4" h="372">
                  <a:moveTo>
                    <a:pt x="364" y="0"/>
                  </a:moveTo>
                  <a:lnTo>
                    <a:pt x="0" y="365"/>
                  </a:lnTo>
                  <a:lnTo>
                    <a:pt x="28" y="372"/>
                  </a:lnTo>
                  <a:lnTo>
                    <a:pt x="364" y="36"/>
                  </a:lnTo>
                  <a:lnTo>
                    <a:pt x="364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65" name="Freeform 1431"/>
            <p:cNvSpPr/>
            <p:nvPr/>
          </p:nvSpPr>
          <p:spPr bwMode="auto">
            <a:xfrm>
              <a:off x="1212622" y="6162451"/>
              <a:ext cx="25091" cy="10753"/>
            </a:xfrm>
            <a:custGeom>
              <a:avLst/>
              <a:gdLst>
                <a:gd name="T0" fmla="*/ 0 w 28"/>
                <a:gd name="T1" fmla="*/ 0 h 12"/>
                <a:gd name="T2" fmla="*/ 0 w 28"/>
                <a:gd name="T3" fmla="*/ 2 h 12"/>
                <a:gd name="T4" fmla="*/ 26 w 28"/>
                <a:gd name="T5" fmla="*/ 12 h 12"/>
                <a:gd name="T6" fmla="*/ 28 w 28"/>
                <a:gd name="T7" fmla="*/ 9 h 12"/>
                <a:gd name="T8" fmla="*/ 0 w 28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2">
                  <a:moveTo>
                    <a:pt x="0" y="0"/>
                  </a:moveTo>
                  <a:lnTo>
                    <a:pt x="0" y="2"/>
                  </a:lnTo>
                  <a:lnTo>
                    <a:pt x="26" y="12"/>
                  </a:lnTo>
                  <a:lnTo>
                    <a:pt x="28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66" name="Freeform 1432"/>
            <p:cNvSpPr/>
            <p:nvPr/>
          </p:nvSpPr>
          <p:spPr bwMode="auto">
            <a:xfrm>
              <a:off x="1212622" y="6162451"/>
              <a:ext cx="25091" cy="10753"/>
            </a:xfrm>
            <a:custGeom>
              <a:avLst/>
              <a:gdLst>
                <a:gd name="T0" fmla="*/ 0 w 28"/>
                <a:gd name="T1" fmla="*/ 0 h 12"/>
                <a:gd name="T2" fmla="*/ 0 w 28"/>
                <a:gd name="T3" fmla="*/ 2 h 12"/>
                <a:gd name="T4" fmla="*/ 26 w 28"/>
                <a:gd name="T5" fmla="*/ 12 h 12"/>
                <a:gd name="T6" fmla="*/ 28 w 28"/>
                <a:gd name="T7" fmla="*/ 9 h 12"/>
                <a:gd name="T8" fmla="*/ 0 w 28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2">
                  <a:moveTo>
                    <a:pt x="0" y="0"/>
                  </a:moveTo>
                  <a:lnTo>
                    <a:pt x="0" y="2"/>
                  </a:lnTo>
                  <a:lnTo>
                    <a:pt x="26" y="12"/>
                  </a:lnTo>
                  <a:lnTo>
                    <a:pt x="28" y="9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67" name="Freeform 1433"/>
            <p:cNvSpPr/>
            <p:nvPr/>
          </p:nvSpPr>
          <p:spPr bwMode="auto">
            <a:xfrm>
              <a:off x="1212622" y="5884659"/>
              <a:ext cx="279584" cy="285857"/>
            </a:xfrm>
            <a:custGeom>
              <a:avLst/>
              <a:gdLst>
                <a:gd name="T0" fmla="*/ 312 w 312"/>
                <a:gd name="T1" fmla="*/ 0 h 319"/>
                <a:gd name="T2" fmla="*/ 0 w 312"/>
                <a:gd name="T3" fmla="*/ 310 h 319"/>
                <a:gd name="T4" fmla="*/ 28 w 312"/>
                <a:gd name="T5" fmla="*/ 319 h 319"/>
                <a:gd name="T6" fmla="*/ 312 w 312"/>
                <a:gd name="T7" fmla="*/ 33 h 319"/>
                <a:gd name="T8" fmla="*/ 312 w 312"/>
                <a:gd name="T9" fmla="*/ 0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2" h="319">
                  <a:moveTo>
                    <a:pt x="312" y="0"/>
                  </a:moveTo>
                  <a:lnTo>
                    <a:pt x="0" y="310"/>
                  </a:lnTo>
                  <a:lnTo>
                    <a:pt x="28" y="319"/>
                  </a:lnTo>
                  <a:lnTo>
                    <a:pt x="312" y="33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68" name="Freeform 1434"/>
            <p:cNvSpPr/>
            <p:nvPr/>
          </p:nvSpPr>
          <p:spPr bwMode="auto">
            <a:xfrm>
              <a:off x="1212622" y="5884659"/>
              <a:ext cx="279584" cy="285857"/>
            </a:xfrm>
            <a:custGeom>
              <a:avLst/>
              <a:gdLst>
                <a:gd name="T0" fmla="*/ 312 w 312"/>
                <a:gd name="T1" fmla="*/ 0 h 319"/>
                <a:gd name="T2" fmla="*/ 0 w 312"/>
                <a:gd name="T3" fmla="*/ 310 h 319"/>
                <a:gd name="T4" fmla="*/ 28 w 312"/>
                <a:gd name="T5" fmla="*/ 319 h 319"/>
                <a:gd name="T6" fmla="*/ 312 w 312"/>
                <a:gd name="T7" fmla="*/ 33 h 319"/>
                <a:gd name="T8" fmla="*/ 312 w 312"/>
                <a:gd name="T9" fmla="*/ 0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2" h="319">
                  <a:moveTo>
                    <a:pt x="312" y="0"/>
                  </a:moveTo>
                  <a:lnTo>
                    <a:pt x="0" y="310"/>
                  </a:lnTo>
                  <a:lnTo>
                    <a:pt x="28" y="319"/>
                  </a:lnTo>
                  <a:lnTo>
                    <a:pt x="312" y="33"/>
                  </a:lnTo>
                  <a:lnTo>
                    <a:pt x="312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69" name="Freeform 1435"/>
            <p:cNvSpPr/>
            <p:nvPr/>
          </p:nvSpPr>
          <p:spPr bwMode="auto">
            <a:xfrm>
              <a:off x="1259219" y="6176788"/>
              <a:ext cx="25091" cy="8961"/>
            </a:xfrm>
            <a:custGeom>
              <a:avLst/>
              <a:gdLst>
                <a:gd name="T0" fmla="*/ 0 w 28"/>
                <a:gd name="T1" fmla="*/ 0 h 10"/>
                <a:gd name="T2" fmla="*/ 0 w 28"/>
                <a:gd name="T3" fmla="*/ 3 h 10"/>
                <a:gd name="T4" fmla="*/ 26 w 28"/>
                <a:gd name="T5" fmla="*/ 10 h 10"/>
                <a:gd name="T6" fmla="*/ 28 w 28"/>
                <a:gd name="T7" fmla="*/ 10 h 10"/>
                <a:gd name="T8" fmla="*/ 0 w 2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0">
                  <a:moveTo>
                    <a:pt x="0" y="0"/>
                  </a:moveTo>
                  <a:lnTo>
                    <a:pt x="0" y="3"/>
                  </a:lnTo>
                  <a:lnTo>
                    <a:pt x="26" y="10"/>
                  </a:lnTo>
                  <a:lnTo>
                    <a:pt x="28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70" name="Freeform 1436"/>
            <p:cNvSpPr/>
            <p:nvPr/>
          </p:nvSpPr>
          <p:spPr bwMode="auto">
            <a:xfrm>
              <a:off x="1259219" y="6176788"/>
              <a:ext cx="25091" cy="8961"/>
            </a:xfrm>
            <a:custGeom>
              <a:avLst/>
              <a:gdLst>
                <a:gd name="T0" fmla="*/ 0 w 28"/>
                <a:gd name="T1" fmla="*/ 0 h 10"/>
                <a:gd name="T2" fmla="*/ 0 w 28"/>
                <a:gd name="T3" fmla="*/ 3 h 10"/>
                <a:gd name="T4" fmla="*/ 26 w 28"/>
                <a:gd name="T5" fmla="*/ 10 h 10"/>
                <a:gd name="T6" fmla="*/ 28 w 28"/>
                <a:gd name="T7" fmla="*/ 10 h 10"/>
                <a:gd name="T8" fmla="*/ 0 w 2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0">
                  <a:moveTo>
                    <a:pt x="0" y="0"/>
                  </a:moveTo>
                  <a:lnTo>
                    <a:pt x="0" y="3"/>
                  </a:lnTo>
                  <a:lnTo>
                    <a:pt x="26" y="10"/>
                  </a:lnTo>
                  <a:lnTo>
                    <a:pt x="28" y="10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71" name="Freeform 1437"/>
            <p:cNvSpPr/>
            <p:nvPr/>
          </p:nvSpPr>
          <p:spPr bwMode="auto">
            <a:xfrm>
              <a:off x="1259219" y="5943802"/>
              <a:ext cx="232987" cy="241948"/>
            </a:xfrm>
            <a:custGeom>
              <a:avLst/>
              <a:gdLst>
                <a:gd name="T0" fmla="*/ 260 w 260"/>
                <a:gd name="T1" fmla="*/ 0 h 270"/>
                <a:gd name="T2" fmla="*/ 0 w 260"/>
                <a:gd name="T3" fmla="*/ 260 h 270"/>
                <a:gd name="T4" fmla="*/ 28 w 260"/>
                <a:gd name="T5" fmla="*/ 270 h 270"/>
                <a:gd name="T6" fmla="*/ 260 w 260"/>
                <a:gd name="T7" fmla="*/ 36 h 270"/>
                <a:gd name="T8" fmla="*/ 260 w 260"/>
                <a:gd name="T9" fmla="*/ 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0" h="270">
                  <a:moveTo>
                    <a:pt x="260" y="0"/>
                  </a:moveTo>
                  <a:lnTo>
                    <a:pt x="0" y="260"/>
                  </a:lnTo>
                  <a:lnTo>
                    <a:pt x="28" y="270"/>
                  </a:lnTo>
                  <a:lnTo>
                    <a:pt x="260" y="36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72" name="Freeform 1439"/>
            <p:cNvSpPr/>
            <p:nvPr/>
          </p:nvSpPr>
          <p:spPr bwMode="auto">
            <a:xfrm>
              <a:off x="1259219" y="5943802"/>
              <a:ext cx="232987" cy="241947"/>
            </a:xfrm>
            <a:custGeom>
              <a:avLst/>
              <a:gdLst>
                <a:gd name="T0" fmla="*/ 260 w 260"/>
                <a:gd name="T1" fmla="*/ 0 h 270"/>
                <a:gd name="T2" fmla="*/ 0 w 260"/>
                <a:gd name="T3" fmla="*/ 260 h 270"/>
                <a:gd name="T4" fmla="*/ 28 w 260"/>
                <a:gd name="T5" fmla="*/ 270 h 270"/>
                <a:gd name="T6" fmla="*/ 260 w 260"/>
                <a:gd name="T7" fmla="*/ 36 h 270"/>
                <a:gd name="T8" fmla="*/ 260 w 260"/>
                <a:gd name="T9" fmla="*/ 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0" h="270">
                  <a:moveTo>
                    <a:pt x="260" y="0"/>
                  </a:moveTo>
                  <a:lnTo>
                    <a:pt x="0" y="260"/>
                  </a:lnTo>
                  <a:lnTo>
                    <a:pt x="28" y="270"/>
                  </a:lnTo>
                  <a:lnTo>
                    <a:pt x="260" y="36"/>
                  </a:lnTo>
                  <a:lnTo>
                    <a:pt x="26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73" name="Freeform 1440"/>
            <p:cNvSpPr/>
            <p:nvPr/>
          </p:nvSpPr>
          <p:spPr bwMode="auto">
            <a:xfrm>
              <a:off x="1305816" y="6192023"/>
              <a:ext cx="23299" cy="8065"/>
            </a:xfrm>
            <a:custGeom>
              <a:avLst/>
              <a:gdLst>
                <a:gd name="T0" fmla="*/ 0 w 26"/>
                <a:gd name="T1" fmla="*/ 0 h 9"/>
                <a:gd name="T2" fmla="*/ 0 w 26"/>
                <a:gd name="T3" fmla="*/ 2 h 9"/>
                <a:gd name="T4" fmla="*/ 26 w 26"/>
                <a:gd name="T5" fmla="*/ 9 h 9"/>
                <a:gd name="T6" fmla="*/ 26 w 26"/>
                <a:gd name="T7" fmla="*/ 9 h 9"/>
                <a:gd name="T8" fmla="*/ 0 w 26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9">
                  <a:moveTo>
                    <a:pt x="0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74" name="Freeform 1441"/>
            <p:cNvSpPr/>
            <p:nvPr/>
          </p:nvSpPr>
          <p:spPr bwMode="auto">
            <a:xfrm>
              <a:off x="1305816" y="6192023"/>
              <a:ext cx="23299" cy="8065"/>
            </a:xfrm>
            <a:custGeom>
              <a:avLst/>
              <a:gdLst>
                <a:gd name="T0" fmla="*/ 0 w 26"/>
                <a:gd name="T1" fmla="*/ 0 h 9"/>
                <a:gd name="T2" fmla="*/ 0 w 26"/>
                <a:gd name="T3" fmla="*/ 2 h 9"/>
                <a:gd name="T4" fmla="*/ 26 w 26"/>
                <a:gd name="T5" fmla="*/ 9 h 9"/>
                <a:gd name="T6" fmla="*/ 26 w 26"/>
                <a:gd name="T7" fmla="*/ 9 h 9"/>
                <a:gd name="T8" fmla="*/ 0 w 26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9">
                  <a:moveTo>
                    <a:pt x="0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75" name="Freeform 1442"/>
            <p:cNvSpPr/>
            <p:nvPr/>
          </p:nvSpPr>
          <p:spPr bwMode="auto">
            <a:xfrm>
              <a:off x="1305816" y="6005633"/>
              <a:ext cx="186389" cy="194455"/>
            </a:xfrm>
            <a:custGeom>
              <a:avLst/>
              <a:gdLst>
                <a:gd name="T0" fmla="*/ 208 w 208"/>
                <a:gd name="T1" fmla="*/ 0 h 217"/>
                <a:gd name="T2" fmla="*/ 0 w 208"/>
                <a:gd name="T3" fmla="*/ 208 h 217"/>
                <a:gd name="T4" fmla="*/ 26 w 208"/>
                <a:gd name="T5" fmla="*/ 217 h 217"/>
                <a:gd name="T6" fmla="*/ 208 w 208"/>
                <a:gd name="T7" fmla="*/ 35 h 217"/>
                <a:gd name="T8" fmla="*/ 208 w 208"/>
                <a:gd name="T9" fmla="*/ 0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8" h="217">
                  <a:moveTo>
                    <a:pt x="208" y="0"/>
                  </a:moveTo>
                  <a:lnTo>
                    <a:pt x="0" y="208"/>
                  </a:lnTo>
                  <a:lnTo>
                    <a:pt x="26" y="217"/>
                  </a:lnTo>
                  <a:lnTo>
                    <a:pt x="208" y="35"/>
                  </a:lnTo>
                  <a:lnTo>
                    <a:pt x="2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76" name="Freeform 1443"/>
            <p:cNvSpPr/>
            <p:nvPr/>
          </p:nvSpPr>
          <p:spPr bwMode="auto">
            <a:xfrm>
              <a:off x="1305816" y="6005633"/>
              <a:ext cx="186389" cy="194455"/>
            </a:xfrm>
            <a:custGeom>
              <a:avLst/>
              <a:gdLst>
                <a:gd name="T0" fmla="*/ 208 w 208"/>
                <a:gd name="T1" fmla="*/ 0 h 217"/>
                <a:gd name="T2" fmla="*/ 0 w 208"/>
                <a:gd name="T3" fmla="*/ 208 h 217"/>
                <a:gd name="T4" fmla="*/ 26 w 208"/>
                <a:gd name="T5" fmla="*/ 217 h 217"/>
                <a:gd name="T6" fmla="*/ 208 w 208"/>
                <a:gd name="T7" fmla="*/ 35 h 217"/>
                <a:gd name="T8" fmla="*/ 208 w 208"/>
                <a:gd name="T9" fmla="*/ 0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8" h="217">
                  <a:moveTo>
                    <a:pt x="208" y="0"/>
                  </a:moveTo>
                  <a:lnTo>
                    <a:pt x="0" y="208"/>
                  </a:lnTo>
                  <a:lnTo>
                    <a:pt x="26" y="217"/>
                  </a:lnTo>
                  <a:lnTo>
                    <a:pt x="208" y="35"/>
                  </a:lnTo>
                  <a:lnTo>
                    <a:pt x="208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77" name="Freeform 1444"/>
            <p:cNvSpPr/>
            <p:nvPr/>
          </p:nvSpPr>
          <p:spPr bwMode="auto">
            <a:xfrm>
              <a:off x="1350621" y="6206360"/>
              <a:ext cx="25091" cy="8961"/>
            </a:xfrm>
            <a:custGeom>
              <a:avLst/>
              <a:gdLst>
                <a:gd name="T0" fmla="*/ 2 w 28"/>
                <a:gd name="T1" fmla="*/ 0 h 10"/>
                <a:gd name="T2" fmla="*/ 0 w 28"/>
                <a:gd name="T3" fmla="*/ 3 h 10"/>
                <a:gd name="T4" fmla="*/ 28 w 28"/>
                <a:gd name="T5" fmla="*/ 10 h 10"/>
                <a:gd name="T6" fmla="*/ 28 w 28"/>
                <a:gd name="T7" fmla="*/ 10 h 10"/>
                <a:gd name="T8" fmla="*/ 2 w 2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0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1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78" name="Freeform 1445"/>
            <p:cNvSpPr/>
            <p:nvPr/>
          </p:nvSpPr>
          <p:spPr bwMode="auto">
            <a:xfrm>
              <a:off x="1350621" y="6206360"/>
              <a:ext cx="25091" cy="8961"/>
            </a:xfrm>
            <a:custGeom>
              <a:avLst/>
              <a:gdLst>
                <a:gd name="T0" fmla="*/ 2 w 28"/>
                <a:gd name="T1" fmla="*/ 0 h 10"/>
                <a:gd name="T2" fmla="*/ 0 w 28"/>
                <a:gd name="T3" fmla="*/ 3 h 10"/>
                <a:gd name="T4" fmla="*/ 28 w 28"/>
                <a:gd name="T5" fmla="*/ 10 h 10"/>
                <a:gd name="T6" fmla="*/ 28 w 28"/>
                <a:gd name="T7" fmla="*/ 10 h 10"/>
                <a:gd name="T8" fmla="*/ 2 w 2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0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10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79" name="Freeform 1446"/>
            <p:cNvSpPr/>
            <p:nvPr/>
          </p:nvSpPr>
          <p:spPr bwMode="auto">
            <a:xfrm>
              <a:off x="1352414" y="6066569"/>
              <a:ext cx="139792" cy="148753"/>
            </a:xfrm>
            <a:custGeom>
              <a:avLst/>
              <a:gdLst>
                <a:gd name="T0" fmla="*/ 156 w 156"/>
                <a:gd name="T1" fmla="*/ 0 h 166"/>
                <a:gd name="T2" fmla="*/ 0 w 156"/>
                <a:gd name="T3" fmla="*/ 156 h 166"/>
                <a:gd name="T4" fmla="*/ 26 w 156"/>
                <a:gd name="T5" fmla="*/ 166 h 166"/>
                <a:gd name="T6" fmla="*/ 156 w 156"/>
                <a:gd name="T7" fmla="*/ 36 h 166"/>
                <a:gd name="T8" fmla="*/ 156 w 156"/>
                <a:gd name="T9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6" h="166">
                  <a:moveTo>
                    <a:pt x="156" y="0"/>
                  </a:moveTo>
                  <a:lnTo>
                    <a:pt x="0" y="156"/>
                  </a:lnTo>
                  <a:lnTo>
                    <a:pt x="26" y="166"/>
                  </a:lnTo>
                  <a:lnTo>
                    <a:pt x="156" y="36"/>
                  </a:lnTo>
                  <a:lnTo>
                    <a:pt x="1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80" name="Freeform 1447"/>
            <p:cNvSpPr/>
            <p:nvPr/>
          </p:nvSpPr>
          <p:spPr bwMode="auto">
            <a:xfrm>
              <a:off x="1352414" y="6066569"/>
              <a:ext cx="139792" cy="148753"/>
            </a:xfrm>
            <a:custGeom>
              <a:avLst/>
              <a:gdLst>
                <a:gd name="T0" fmla="*/ 156 w 156"/>
                <a:gd name="T1" fmla="*/ 0 h 166"/>
                <a:gd name="T2" fmla="*/ 0 w 156"/>
                <a:gd name="T3" fmla="*/ 156 h 166"/>
                <a:gd name="T4" fmla="*/ 26 w 156"/>
                <a:gd name="T5" fmla="*/ 166 h 166"/>
                <a:gd name="T6" fmla="*/ 156 w 156"/>
                <a:gd name="T7" fmla="*/ 36 h 166"/>
                <a:gd name="T8" fmla="*/ 156 w 156"/>
                <a:gd name="T9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6" h="166">
                  <a:moveTo>
                    <a:pt x="156" y="0"/>
                  </a:moveTo>
                  <a:lnTo>
                    <a:pt x="0" y="156"/>
                  </a:lnTo>
                  <a:lnTo>
                    <a:pt x="26" y="166"/>
                  </a:lnTo>
                  <a:lnTo>
                    <a:pt x="156" y="36"/>
                  </a:lnTo>
                  <a:lnTo>
                    <a:pt x="15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81" name="Freeform 1448"/>
            <p:cNvSpPr/>
            <p:nvPr/>
          </p:nvSpPr>
          <p:spPr bwMode="auto">
            <a:xfrm>
              <a:off x="1397219" y="6221594"/>
              <a:ext cx="25091" cy="8065"/>
            </a:xfrm>
            <a:custGeom>
              <a:avLst/>
              <a:gdLst>
                <a:gd name="T0" fmla="*/ 2 w 28"/>
                <a:gd name="T1" fmla="*/ 0 h 9"/>
                <a:gd name="T2" fmla="*/ 0 w 28"/>
                <a:gd name="T3" fmla="*/ 2 h 9"/>
                <a:gd name="T4" fmla="*/ 28 w 28"/>
                <a:gd name="T5" fmla="*/ 9 h 9"/>
                <a:gd name="T6" fmla="*/ 28 w 28"/>
                <a:gd name="T7" fmla="*/ 9 h 9"/>
                <a:gd name="T8" fmla="*/ 2 w 28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9">
                  <a:moveTo>
                    <a:pt x="2" y="0"/>
                  </a:moveTo>
                  <a:lnTo>
                    <a:pt x="0" y="2"/>
                  </a:lnTo>
                  <a:lnTo>
                    <a:pt x="28" y="9"/>
                  </a:lnTo>
                  <a:lnTo>
                    <a:pt x="28" y="9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82" name="Freeform 1449"/>
            <p:cNvSpPr/>
            <p:nvPr/>
          </p:nvSpPr>
          <p:spPr bwMode="auto">
            <a:xfrm>
              <a:off x="1397219" y="6221594"/>
              <a:ext cx="25091" cy="8065"/>
            </a:xfrm>
            <a:custGeom>
              <a:avLst/>
              <a:gdLst>
                <a:gd name="T0" fmla="*/ 2 w 28"/>
                <a:gd name="T1" fmla="*/ 0 h 9"/>
                <a:gd name="T2" fmla="*/ 0 w 28"/>
                <a:gd name="T3" fmla="*/ 2 h 9"/>
                <a:gd name="T4" fmla="*/ 28 w 28"/>
                <a:gd name="T5" fmla="*/ 9 h 9"/>
                <a:gd name="T6" fmla="*/ 28 w 28"/>
                <a:gd name="T7" fmla="*/ 9 h 9"/>
                <a:gd name="T8" fmla="*/ 2 w 28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9">
                  <a:moveTo>
                    <a:pt x="2" y="0"/>
                  </a:moveTo>
                  <a:lnTo>
                    <a:pt x="0" y="2"/>
                  </a:lnTo>
                  <a:lnTo>
                    <a:pt x="28" y="9"/>
                  </a:lnTo>
                  <a:lnTo>
                    <a:pt x="28" y="9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83" name="Freeform 1450"/>
            <p:cNvSpPr/>
            <p:nvPr/>
          </p:nvSpPr>
          <p:spPr bwMode="auto">
            <a:xfrm>
              <a:off x="1399011" y="6128400"/>
              <a:ext cx="93194" cy="101259"/>
            </a:xfrm>
            <a:custGeom>
              <a:avLst/>
              <a:gdLst>
                <a:gd name="T0" fmla="*/ 104 w 104"/>
                <a:gd name="T1" fmla="*/ 0 h 113"/>
                <a:gd name="T2" fmla="*/ 0 w 104"/>
                <a:gd name="T3" fmla="*/ 104 h 113"/>
                <a:gd name="T4" fmla="*/ 26 w 104"/>
                <a:gd name="T5" fmla="*/ 113 h 113"/>
                <a:gd name="T6" fmla="*/ 104 w 104"/>
                <a:gd name="T7" fmla="*/ 33 h 113"/>
                <a:gd name="T8" fmla="*/ 104 w 104"/>
                <a:gd name="T9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113">
                  <a:moveTo>
                    <a:pt x="104" y="0"/>
                  </a:moveTo>
                  <a:lnTo>
                    <a:pt x="0" y="104"/>
                  </a:lnTo>
                  <a:lnTo>
                    <a:pt x="26" y="113"/>
                  </a:lnTo>
                  <a:lnTo>
                    <a:pt x="104" y="33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84" name="Freeform 1451"/>
            <p:cNvSpPr/>
            <p:nvPr/>
          </p:nvSpPr>
          <p:spPr bwMode="auto">
            <a:xfrm>
              <a:off x="1399011" y="6128400"/>
              <a:ext cx="93194" cy="101259"/>
            </a:xfrm>
            <a:custGeom>
              <a:avLst/>
              <a:gdLst>
                <a:gd name="T0" fmla="*/ 104 w 104"/>
                <a:gd name="T1" fmla="*/ 0 h 113"/>
                <a:gd name="T2" fmla="*/ 0 w 104"/>
                <a:gd name="T3" fmla="*/ 104 h 113"/>
                <a:gd name="T4" fmla="*/ 26 w 104"/>
                <a:gd name="T5" fmla="*/ 113 h 113"/>
                <a:gd name="T6" fmla="*/ 104 w 104"/>
                <a:gd name="T7" fmla="*/ 33 h 113"/>
                <a:gd name="T8" fmla="*/ 104 w 104"/>
                <a:gd name="T9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113">
                  <a:moveTo>
                    <a:pt x="104" y="0"/>
                  </a:moveTo>
                  <a:lnTo>
                    <a:pt x="0" y="104"/>
                  </a:lnTo>
                  <a:lnTo>
                    <a:pt x="26" y="113"/>
                  </a:lnTo>
                  <a:lnTo>
                    <a:pt x="104" y="33"/>
                  </a:lnTo>
                  <a:lnTo>
                    <a:pt x="104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85" name="Freeform 1452"/>
            <p:cNvSpPr/>
            <p:nvPr/>
          </p:nvSpPr>
          <p:spPr bwMode="auto">
            <a:xfrm>
              <a:off x="1443816" y="6235932"/>
              <a:ext cx="25091" cy="8961"/>
            </a:xfrm>
            <a:custGeom>
              <a:avLst/>
              <a:gdLst>
                <a:gd name="T0" fmla="*/ 2 w 28"/>
                <a:gd name="T1" fmla="*/ 0 h 10"/>
                <a:gd name="T2" fmla="*/ 0 w 28"/>
                <a:gd name="T3" fmla="*/ 3 h 10"/>
                <a:gd name="T4" fmla="*/ 28 w 28"/>
                <a:gd name="T5" fmla="*/ 10 h 10"/>
                <a:gd name="T6" fmla="*/ 28 w 28"/>
                <a:gd name="T7" fmla="*/ 8 h 10"/>
                <a:gd name="T8" fmla="*/ 2 w 2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0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8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86" name="Freeform 1453"/>
            <p:cNvSpPr/>
            <p:nvPr/>
          </p:nvSpPr>
          <p:spPr bwMode="auto">
            <a:xfrm>
              <a:off x="1443816" y="6235932"/>
              <a:ext cx="25091" cy="8961"/>
            </a:xfrm>
            <a:custGeom>
              <a:avLst/>
              <a:gdLst>
                <a:gd name="T0" fmla="*/ 2 w 28"/>
                <a:gd name="T1" fmla="*/ 0 h 10"/>
                <a:gd name="T2" fmla="*/ 0 w 28"/>
                <a:gd name="T3" fmla="*/ 3 h 10"/>
                <a:gd name="T4" fmla="*/ 28 w 28"/>
                <a:gd name="T5" fmla="*/ 10 h 10"/>
                <a:gd name="T6" fmla="*/ 28 w 28"/>
                <a:gd name="T7" fmla="*/ 8 h 10"/>
                <a:gd name="T8" fmla="*/ 2 w 2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0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8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87" name="Freeform 1454"/>
            <p:cNvSpPr/>
            <p:nvPr/>
          </p:nvSpPr>
          <p:spPr bwMode="auto">
            <a:xfrm>
              <a:off x="1445608" y="6187543"/>
              <a:ext cx="46597" cy="55559"/>
            </a:xfrm>
            <a:custGeom>
              <a:avLst/>
              <a:gdLst>
                <a:gd name="T0" fmla="*/ 52 w 52"/>
                <a:gd name="T1" fmla="*/ 0 h 62"/>
                <a:gd name="T2" fmla="*/ 0 w 52"/>
                <a:gd name="T3" fmla="*/ 54 h 62"/>
                <a:gd name="T4" fmla="*/ 26 w 52"/>
                <a:gd name="T5" fmla="*/ 62 h 62"/>
                <a:gd name="T6" fmla="*/ 52 w 52"/>
                <a:gd name="T7" fmla="*/ 36 h 62"/>
                <a:gd name="T8" fmla="*/ 52 w 52"/>
                <a:gd name="T9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62">
                  <a:moveTo>
                    <a:pt x="52" y="0"/>
                  </a:moveTo>
                  <a:lnTo>
                    <a:pt x="0" y="54"/>
                  </a:lnTo>
                  <a:lnTo>
                    <a:pt x="26" y="62"/>
                  </a:lnTo>
                  <a:lnTo>
                    <a:pt x="52" y="36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88" name="Freeform 1455"/>
            <p:cNvSpPr/>
            <p:nvPr/>
          </p:nvSpPr>
          <p:spPr bwMode="auto">
            <a:xfrm>
              <a:off x="1445608" y="6187543"/>
              <a:ext cx="46597" cy="55559"/>
            </a:xfrm>
            <a:custGeom>
              <a:avLst/>
              <a:gdLst>
                <a:gd name="T0" fmla="*/ 52 w 52"/>
                <a:gd name="T1" fmla="*/ 0 h 62"/>
                <a:gd name="T2" fmla="*/ 0 w 52"/>
                <a:gd name="T3" fmla="*/ 54 h 62"/>
                <a:gd name="T4" fmla="*/ 26 w 52"/>
                <a:gd name="T5" fmla="*/ 62 h 62"/>
                <a:gd name="T6" fmla="*/ 52 w 52"/>
                <a:gd name="T7" fmla="*/ 36 h 62"/>
                <a:gd name="T8" fmla="*/ 52 w 52"/>
                <a:gd name="T9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62">
                  <a:moveTo>
                    <a:pt x="52" y="0"/>
                  </a:moveTo>
                  <a:lnTo>
                    <a:pt x="0" y="54"/>
                  </a:lnTo>
                  <a:lnTo>
                    <a:pt x="26" y="62"/>
                  </a:lnTo>
                  <a:lnTo>
                    <a:pt x="52" y="36"/>
                  </a:lnTo>
                  <a:lnTo>
                    <a:pt x="52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89" name="Freeform 1456"/>
            <p:cNvSpPr/>
            <p:nvPr/>
          </p:nvSpPr>
          <p:spPr bwMode="auto">
            <a:xfrm>
              <a:off x="1490414" y="6249374"/>
              <a:ext cx="1792" cy="3585"/>
            </a:xfrm>
            <a:custGeom>
              <a:avLst/>
              <a:gdLst>
                <a:gd name="T0" fmla="*/ 2 w 2"/>
                <a:gd name="T1" fmla="*/ 0 h 4"/>
                <a:gd name="T2" fmla="*/ 2 w 2"/>
                <a:gd name="T3" fmla="*/ 0 h 4"/>
                <a:gd name="T4" fmla="*/ 2 w 2"/>
                <a:gd name="T5" fmla="*/ 2 h 4"/>
                <a:gd name="T6" fmla="*/ 2 w 2"/>
                <a:gd name="T7" fmla="*/ 2 h 4"/>
                <a:gd name="T8" fmla="*/ 0 w 2"/>
                <a:gd name="T9" fmla="*/ 2 h 4"/>
                <a:gd name="T10" fmla="*/ 2 w 2"/>
                <a:gd name="T11" fmla="*/ 4 h 4"/>
                <a:gd name="T12" fmla="*/ 2 w 2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4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2" y="4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90" name="Freeform 1457"/>
            <p:cNvSpPr/>
            <p:nvPr/>
          </p:nvSpPr>
          <p:spPr bwMode="auto">
            <a:xfrm>
              <a:off x="1490414" y="6249374"/>
              <a:ext cx="1792" cy="3585"/>
            </a:xfrm>
            <a:custGeom>
              <a:avLst/>
              <a:gdLst>
                <a:gd name="T0" fmla="*/ 2 w 2"/>
                <a:gd name="T1" fmla="*/ 0 h 4"/>
                <a:gd name="T2" fmla="*/ 2 w 2"/>
                <a:gd name="T3" fmla="*/ 0 h 4"/>
                <a:gd name="T4" fmla="*/ 2 w 2"/>
                <a:gd name="T5" fmla="*/ 2 h 4"/>
                <a:gd name="T6" fmla="*/ 2 w 2"/>
                <a:gd name="T7" fmla="*/ 2 h 4"/>
                <a:gd name="T8" fmla="*/ 0 w 2"/>
                <a:gd name="T9" fmla="*/ 2 h 4"/>
                <a:gd name="T10" fmla="*/ 2 w 2"/>
                <a:gd name="T11" fmla="*/ 4 h 4"/>
                <a:gd name="T12" fmla="*/ 2 w 2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4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2" y="4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91" name="Rectangle 1458"/>
            <p:cNvSpPr>
              <a:spLocks noChangeArrowheads="1"/>
            </p:cNvSpPr>
            <p:nvPr/>
          </p:nvSpPr>
          <p:spPr bwMode="auto">
            <a:xfrm>
              <a:off x="1492205" y="6249374"/>
              <a:ext cx="896" cy="17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92" name="Freeform 1459"/>
            <p:cNvSpPr/>
            <p:nvPr/>
          </p:nvSpPr>
          <p:spPr bwMode="auto">
            <a:xfrm>
              <a:off x="1492205" y="6249374"/>
              <a:ext cx="0" cy="1792"/>
            </a:xfrm>
            <a:custGeom>
              <a:avLst/>
              <a:gdLst>
                <a:gd name="T0" fmla="*/ 0 h 2"/>
                <a:gd name="T1" fmla="*/ 2 h 2"/>
                <a:gd name="T2" fmla="*/ 2 h 2"/>
                <a:gd name="T3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93" name="Freeform 1460"/>
            <p:cNvSpPr/>
            <p:nvPr/>
          </p:nvSpPr>
          <p:spPr bwMode="auto">
            <a:xfrm>
              <a:off x="1492205" y="1943602"/>
              <a:ext cx="491961" cy="4309355"/>
            </a:xfrm>
            <a:custGeom>
              <a:avLst/>
              <a:gdLst>
                <a:gd name="T0" fmla="*/ 549 w 549"/>
                <a:gd name="T1" fmla="*/ 4637 h 4809"/>
                <a:gd name="T2" fmla="*/ 0 w 549"/>
                <a:gd name="T3" fmla="*/ 4809 h 4809"/>
                <a:gd name="T4" fmla="*/ 0 w 549"/>
                <a:gd name="T5" fmla="*/ 0 h 4809"/>
                <a:gd name="T6" fmla="*/ 549 w 549"/>
                <a:gd name="T7" fmla="*/ 173 h 4809"/>
                <a:gd name="T8" fmla="*/ 549 w 549"/>
                <a:gd name="T9" fmla="*/ 4637 h 48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4809">
                  <a:moveTo>
                    <a:pt x="549" y="4637"/>
                  </a:moveTo>
                  <a:lnTo>
                    <a:pt x="0" y="4809"/>
                  </a:lnTo>
                  <a:lnTo>
                    <a:pt x="0" y="0"/>
                  </a:lnTo>
                  <a:lnTo>
                    <a:pt x="549" y="173"/>
                  </a:lnTo>
                  <a:lnTo>
                    <a:pt x="549" y="463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</p:grpSp>
      <p:grpSp>
        <p:nvGrpSpPr>
          <p:cNvPr id="894" name="Group 4799"/>
          <p:cNvGrpSpPr/>
          <p:nvPr/>
        </p:nvGrpSpPr>
        <p:grpSpPr>
          <a:xfrm>
            <a:off x="8991614" y="3141648"/>
            <a:ext cx="594380" cy="1817453"/>
            <a:chOff x="2227905" y="2850457"/>
            <a:chExt cx="983025" cy="3714344"/>
          </a:xfr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sp>
          <p:nvSpPr>
            <p:cNvPr id="895" name="Freeform 905"/>
            <p:cNvSpPr/>
            <p:nvPr/>
          </p:nvSpPr>
          <p:spPr bwMode="auto">
            <a:xfrm>
              <a:off x="2229698" y="2850457"/>
              <a:ext cx="489272" cy="3712552"/>
            </a:xfrm>
            <a:custGeom>
              <a:avLst/>
              <a:gdLst>
                <a:gd name="T0" fmla="*/ 546 w 546"/>
                <a:gd name="T1" fmla="*/ 4143 h 4143"/>
                <a:gd name="T2" fmla="*/ 0 w 546"/>
                <a:gd name="T3" fmla="*/ 3970 h 4143"/>
                <a:gd name="T4" fmla="*/ 0 w 546"/>
                <a:gd name="T5" fmla="*/ 173 h 4143"/>
                <a:gd name="T6" fmla="*/ 546 w 546"/>
                <a:gd name="T7" fmla="*/ 0 h 4143"/>
                <a:gd name="T8" fmla="*/ 546 w 546"/>
                <a:gd name="T9" fmla="*/ 4143 h 4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4143">
                  <a:moveTo>
                    <a:pt x="546" y="4143"/>
                  </a:moveTo>
                  <a:lnTo>
                    <a:pt x="0" y="3970"/>
                  </a:lnTo>
                  <a:lnTo>
                    <a:pt x="0" y="173"/>
                  </a:lnTo>
                  <a:lnTo>
                    <a:pt x="546" y="0"/>
                  </a:lnTo>
                  <a:lnTo>
                    <a:pt x="546" y="4143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96" name="Freeform 906"/>
            <p:cNvSpPr/>
            <p:nvPr/>
          </p:nvSpPr>
          <p:spPr bwMode="auto">
            <a:xfrm>
              <a:off x="2229698" y="2850457"/>
              <a:ext cx="489272" cy="3712552"/>
            </a:xfrm>
            <a:custGeom>
              <a:avLst/>
              <a:gdLst>
                <a:gd name="T0" fmla="*/ 546 w 546"/>
                <a:gd name="T1" fmla="*/ 4143 h 4143"/>
                <a:gd name="T2" fmla="*/ 0 w 546"/>
                <a:gd name="T3" fmla="*/ 3970 h 4143"/>
                <a:gd name="T4" fmla="*/ 0 w 546"/>
                <a:gd name="T5" fmla="*/ 173 h 4143"/>
                <a:gd name="T6" fmla="*/ 546 w 546"/>
                <a:gd name="T7" fmla="*/ 0 h 4143"/>
                <a:gd name="T8" fmla="*/ 546 w 546"/>
                <a:gd name="T9" fmla="*/ 4143 h 4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4143">
                  <a:moveTo>
                    <a:pt x="546" y="4143"/>
                  </a:moveTo>
                  <a:lnTo>
                    <a:pt x="0" y="3970"/>
                  </a:lnTo>
                  <a:lnTo>
                    <a:pt x="0" y="173"/>
                  </a:lnTo>
                  <a:lnTo>
                    <a:pt x="546" y="0"/>
                  </a:lnTo>
                  <a:lnTo>
                    <a:pt x="546" y="414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97" name="Freeform 907"/>
            <p:cNvSpPr/>
            <p:nvPr/>
          </p:nvSpPr>
          <p:spPr bwMode="auto">
            <a:xfrm>
              <a:off x="2718969" y="2852249"/>
              <a:ext cx="491961" cy="3712552"/>
            </a:xfrm>
            <a:custGeom>
              <a:avLst/>
              <a:gdLst>
                <a:gd name="T0" fmla="*/ 549 w 549"/>
                <a:gd name="T1" fmla="*/ 3970 h 4143"/>
                <a:gd name="T2" fmla="*/ 0 w 549"/>
                <a:gd name="T3" fmla="*/ 4143 h 4143"/>
                <a:gd name="T4" fmla="*/ 0 w 549"/>
                <a:gd name="T5" fmla="*/ 0 h 4143"/>
                <a:gd name="T6" fmla="*/ 549 w 549"/>
                <a:gd name="T7" fmla="*/ 173 h 4143"/>
                <a:gd name="T8" fmla="*/ 549 w 549"/>
                <a:gd name="T9" fmla="*/ 3970 h 4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4143">
                  <a:moveTo>
                    <a:pt x="549" y="3970"/>
                  </a:moveTo>
                  <a:lnTo>
                    <a:pt x="0" y="4143"/>
                  </a:lnTo>
                  <a:lnTo>
                    <a:pt x="0" y="0"/>
                  </a:lnTo>
                  <a:lnTo>
                    <a:pt x="549" y="173"/>
                  </a:lnTo>
                  <a:lnTo>
                    <a:pt x="549" y="397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98" name="Freeform 1121"/>
            <p:cNvSpPr/>
            <p:nvPr/>
          </p:nvSpPr>
          <p:spPr bwMode="auto">
            <a:xfrm>
              <a:off x="2227905" y="2937379"/>
              <a:ext cx="489272" cy="3313786"/>
            </a:xfrm>
            <a:custGeom>
              <a:avLst/>
              <a:gdLst>
                <a:gd name="T0" fmla="*/ 546 w 546"/>
                <a:gd name="T1" fmla="*/ 3698 h 3698"/>
                <a:gd name="T2" fmla="*/ 0 w 546"/>
                <a:gd name="T3" fmla="*/ 3525 h 3698"/>
                <a:gd name="T4" fmla="*/ 0 w 546"/>
                <a:gd name="T5" fmla="*/ 173 h 3698"/>
                <a:gd name="T6" fmla="*/ 546 w 546"/>
                <a:gd name="T7" fmla="*/ 0 h 3698"/>
                <a:gd name="T8" fmla="*/ 546 w 546"/>
                <a:gd name="T9" fmla="*/ 3698 h 3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698">
                  <a:moveTo>
                    <a:pt x="546" y="3698"/>
                  </a:moveTo>
                  <a:lnTo>
                    <a:pt x="0" y="3525"/>
                  </a:lnTo>
                  <a:lnTo>
                    <a:pt x="0" y="173"/>
                  </a:lnTo>
                  <a:lnTo>
                    <a:pt x="546" y="0"/>
                  </a:lnTo>
                  <a:lnTo>
                    <a:pt x="546" y="369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99" name="Freeform 1122"/>
            <p:cNvSpPr/>
            <p:nvPr/>
          </p:nvSpPr>
          <p:spPr bwMode="auto">
            <a:xfrm>
              <a:off x="2227905" y="2937379"/>
              <a:ext cx="489272" cy="3313786"/>
            </a:xfrm>
            <a:custGeom>
              <a:avLst/>
              <a:gdLst>
                <a:gd name="T0" fmla="*/ 546 w 546"/>
                <a:gd name="T1" fmla="*/ 3698 h 3698"/>
                <a:gd name="T2" fmla="*/ 0 w 546"/>
                <a:gd name="T3" fmla="*/ 3525 h 3698"/>
                <a:gd name="T4" fmla="*/ 0 w 546"/>
                <a:gd name="T5" fmla="*/ 173 h 3698"/>
                <a:gd name="T6" fmla="*/ 546 w 546"/>
                <a:gd name="T7" fmla="*/ 0 h 3698"/>
                <a:gd name="T8" fmla="*/ 546 w 546"/>
                <a:gd name="T9" fmla="*/ 3698 h 3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698">
                  <a:moveTo>
                    <a:pt x="546" y="3698"/>
                  </a:moveTo>
                  <a:lnTo>
                    <a:pt x="0" y="3525"/>
                  </a:lnTo>
                  <a:lnTo>
                    <a:pt x="0" y="173"/>
                  </a:lnTo>
                  <a:lnTo>
                    <a:pt x="546" y="0"/>
                  </a:lnTo>
                  <a:lnTo>
                    <a:pt x="546" y="3698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00" name="Freeform 1123"/>
            <p:cNvSpPr/>
            <p:nvPr/>
          </p:nvSpPr>
          <p:spPr bwMode="auto">
            <a:xfrm>
              <a:off x="2227905" y="3081651"/>
              <a:ext cx="37636" cy="40325"/>
            </a:xfrm>
            <a:custGeom>
              <a:avLst/>
              <a:gdLst>
                <a:gd name="T0" fmla="*/ 42 w 42"/>
                <a:gd name="T1" fmla="*/ 0 h 45"/>
                <a:gd name="T2" fmla="*/ 0 w 42"/>
                <a:gd name="T3" fmla="*/ 14 h 45"/>
                <a:gd name="T4" fmla="*/ 0 w 42"/>
                <a:gd name="T5" fmla="*/ 45 h 45"/>
                <a:gd name="T6" fmla="*/ 42 w 42"/>
                <a:gd name="T7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2" h="45">
                  <a:moveTo>
                    <a:pt x="42" y="0"/>
                  </a:moveTo>
                  <a:lnTo>
                    <a:pt x="0" y="14"/>
                  </a:lnTo>
                  <a:lnTo>
                    <a:pt x="0" y="45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01" name="Freeform 1124"/>
            <p:cNvSpPr/>
            <p:nvPr/>
          </p:nvSpPr>
          <p:spPr bwMode="auto">
            <a:xfrm>
              <a:off x="2227905" y="3081651"/>
              <a:ext cx="37636" cy="40325"/>
            </a:xfrm>
            <a:custGeom>
              <a:avLst/>
              <a:gdLst>
                <a:gd name="T0" fmla="*/ 42 w 42"/>
                <a:gd name="T1" fmla="*/ 0 h 45"/>
                <a:gd name="T2" fmla="*/ 0 w 42"/>
                <a:gd name="T3" fmla="*/ 14 h 45"/>
                <a:gd name="T4" fmla="*/ 0 w 42"/>
                <a:gd name="T5" fmla="*/ 45 h 45"/>
                <a:gd name="T6" fmla="*/ 42 w 42"/>
                <a:gd name="T7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2" h="45">
                  <a:moveTo>
                    <a:pt x="42" y="0"/>
                  </a:moveTo>
                  <a:lnTo>
                    <a:pt x="0" y="14"/>
                  </a:lnTo>
                  <a:lnTo>
                    <a:pt x="0" y="45"/>
                  </a:lnTo>
                  <a:lnTo>
                    <a:pt x="42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02" name="Freeform 1125"/>
            <p:cNvSpPr/>
            <p:nvPr/>
          </p:nvSpPr>
          <p:spPr bwMode="auto">
            <a:xfrm>
              <a:off x="2227905" y="3053872"/>
              <a:ext cx="127247" cy="127247"/>
            </a:xfrm>
            <a:custGeom>
              <a:avLst/>
              <a:gdLst>
                <a:gd name="T0" fmla="*/ 142 w 142"/>
                <a:gd name="T1" fmla="*/ 0 h 142"/>
                <a:gd name="T2" fmla="*/ 92 w 142"/>
                <a:gd name="T3" fmla="*/ 17 h 142"/>
                <a:gd name="T4" fmla="*/ 0 w 142"/>
                <a:gd name="T5" fmla="*/ 109 h 142"/>
                <a:gd name="T6" fmla="*/ 0 w 142"/>
                <a:gd name="T7" fmla="*/ 142 h 142"/>
                <a:gd name="T8" fmla="*/ 142 w 142"/>
                <a:gd name="T9" fmla="*/ 0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2" h="142">
                  <a:moveTo>
                    <a:pt x="142" y="0"/>
                  </a:moveTo>
                  <a:lnTo>
                    <a:pt x="92" y="17"/>
                  </a:lnTo>
                  <a:lnTo>
                    <a:pt x="0" y="109"/>
                  </a:lnTo>
                  <a:lnTo>
                    <a:pt x="0" y="142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03" name="Freeform 1126"/>
            <p:cNvSpPr/>
            <p:nvPr/>
          </p:nvSpPr>
          <p:spPr bwMode="auto">
            <a:xfrm>
              <a:off x="2227905" y="3053872"/>
              <a:ext cx="127247" cy="127247"/>
            </a:xfrm>
            <a:custGeom>
              <a:avLst/>
              <a:gdLst>
                <a:gd name="T0" fmla="*/ 142 w 142"/>
                <a:gd name="T1" fmla="*/ 0 h 142"/>
                <a:gd name="T2" fmla="*/ 92 w 142"/>
                <a:gd name="T3" fmla="*/ 17 h 142"/>
                <a:gd name="T4" fmla="*/ 0 w 142"/>
                <a:gd name="T5" fmla="*/ 109 h 142"/>
                <a:gd name="T6" fmla="*/ 0 w 142"/>
                <a:gd name="T7" fmla="*/ 142 h 142"/>
                <a:gd name="T8" fmla="*/ 142 w 142"/>
                <a:gd name="T9" fmla="*/ 0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2" h="142">
                  <a:moveTo>
                    <a:pt x="142" y="0"/>
                  </a:moveTo>
                  <a:lnTo>
                    <a:pt x="92" y="17"/>
                  </a:lnTo>
                  <a:lnTo>
                    <a:pt x="0" y="109"/>
                  </a:lnTo>
                  <a:lnTo>
                    <a:pt x="0" y="142"/>
                  </a:lnTo>
                  <a:lnTo>
                    <a:pt x="142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04" name="Freeform 1127"/>
            <p:cNvSpPr/>
            <p:nvPr/>
          </p:nvSpPr>
          <p:spPr bwMode="auto">
            <a:xfrm>
              <a:off x="2227905" y="3026093"/>
              <a:ext cx="215961" cy="215961"/>
            </a:xfrm>
            <a:custGeom>
              <a:avLst/>
              <a:gdLst>
                <a:gd name="T0" fmla="*/ 241 w 241"/>
                <a:gd name="T1" fmla="*/ 0 h 241"/>
                <a:gd name="T2" fmla="*/ 191 w 241"/>
                <a:gd name="T3" fmla="*/ 14 h 241"/>
                <a:gd name="T4" fmla="*/ 0 w 241"/>
                <a:gd name="T5" fmla="*/ 206 h 241"/>
                <a:gd name="T6" fmla="*/ 0 w 241"/>
                <a:gd name="T7" fmla="*/ 241 h 241"/>
                <a:gd name="T8" fmla="*/ 241 w 241"/>
                <a:gd name="T9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1" h="241">
                  <a:moveTo>
                    <a:pt x="241" y="0"/>
                  </a:moveTo>
                  <a:lnTo>
                    <a:pt x="191" y="14"/>
                  </a:lnTo>
                  <a:lnTo>
                    <a:pt x="0" y="206"/>
                  </a:lnTo>
                  <a:lnTo>
                    <a:pt x="0" y="241"/>
                  </a:lnTo>
                  <a:lnTo>
                    <a:pt x="24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05" name="Freeform 1128"/>
            <p:cNvSpPr/>
            <p:nvPr/>
          </p:nvSpPr>
          <p:spPr bwMode="auto">
            <a:xfrm>
              <a:off x="2227905" y="3026093"/>
              <a:ext cx="215961" cy="215961"/>
            </a:xfrm>
            <a:custGeom>
              <a:avLst/>
              <a:gdLst>
                <a:gd name="T0" fmla="*/ 241 w 241"/>
                <a:gd name="T1" fmla="*/ 0 h 241"/>
                <a:gd name="T2" fmla="*/ 191 w 241"/>
                <a:gd name="T3" fmla="*/ 14 h 241"/>
                <a:gd name="T4" fmla="*/ 0 w 241"/>
                <a:gd name="T5" fmla="*/ 206 h 241"/>
                <a:gd name="T6" fmla="*/ 0 w 241"/>
                <a:gd name="T7" fmla="*/ 241 h 241"/>
                <a:gd name="T8" fmla="*/ 241 w 241"/>
                <a:gd name="T9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1" h="241">
                  <a:moveTo>
                    <a:pt x="241" y="0"/>
                  </a:moveTo>
                  <a:lnTo>
                    <a:pt x="191" y="14"/>
                  </a:lnTo>
                  <a:lnTo>
                    <a:pt x="0" y="206"/>
                  </a:lnTo>
                  <a:lnTo>
                    <a:pt x="0" y="241"/>
                  </a:lnTo>
                  <a:lnTo>
                    <a:pt x="241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06" name="Freeform 1129"/>
            <p:cNvSpPr/>
            <p:nvPr/>
          </p:nvSpPr>
          <p:spPr bwMode="auto">
            <a:xfrm>
              <a:off x="2227905" y="2996522"/>
              <a:ext cx="304675" cy="307363"/>
            </a:xfrm>
            <a:custGeom>
              <a:avLst/>
              <a:gdLst>
                <a:gd name="T0" fmla="*/ 340 w 340"/>
                <a:gd name="T1" fmla="*/ 0 h 343"/>
                <a:gd name="T2" fmla="*/ 291 w 340"/>
                <a:gd name="T3" fmla="*/ 17 h 343"/>
                <a:gd name="T4" fmla="*/ 0 w 340"/>
                <a:gd name="T5" fmla="*/ 308 h 343"/>
                <a:gd name="T6" fmla="*/ 0 w 340"/>
                <a:gd name="T7" fmla="*/ 343 h 343"/>
                <a:gd name="T8" fmla="*/ 340 w 340"/>
                <a:gd name="T9" fmla="*/ 0 h 3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0" h="343">
                  <a:moveTo>
                    <a:pt x="340" y="0"/>
                  </a:moveTo>
                  <a:lnTo>
                    <a:pt x="291" y="17"/>
                  </a:lnTo>
                  <a:lnTo>
                    <a:pt x="0" y="308"/>
                  </a:lnTo>
                  <a:lnTo>
                    <a:pt x="0" y="343"/>
                  </a:lnTo>
                  <a:lnTo>
                    <a:pt x="34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07" name="Freeform 1130"/>
            <p:cNvSpPr/>
            <p:nvPr/>
          </p:nvSpPr>
          <p:spPr bwMode="auto">
            <a:xfrm>
              <a:off x="2227905" y="2996522"/>
              <a:ext cx="304675" cy="307363"/>
            </a:xfrm>
            <a:custGeom>
              <a:avLst/>
              <a:gdLst>
                <a:gd name="T0" fmla="*/ 340 w 340"/>
                <a:gd name="T1" fmla="*/ 0 h 343"/>
                <a:gd name="T2" fmla="*/ 291 w 340"/>
                <a:gd name="T3" fmla="*/ 17 h 343"/>
                <a:gd name="T4" fmla="*/ 0 w 340"/>
                <a:gd name="T5" fmla="*/ 308 h 343"/>
                <a:gd name="T6" fmla="*/ 0 w 340"/>
                <a:gd name="T7" fmla="*/ 343 h 343"/>
                <a:gd name="T8" fmla="*/ 340 w 340"/>
                <a:gd name="T9" fmla="*/ 0 h 3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0" h="343">
                  <a:moveTo>
                    <a:pt x="340" y="0"/>
                  </a:moveTo>
                  <a:lnTo>
                    <a:pt x="291" y="17"/>
                  </a:lnTo>
                  <a:lnTo>
                    <a:pt x="0" y="308"/>
                  </a:lnTo>
                  <a:lnTo>
                    <a:pt x="0" y="343"/>
                  </a:lnTo>
                  <a:lnTo>
                    <a:pt x="340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08" name="Freeform 1131"/>
            <p:cNvSpPr/>
            <p:nvPr/>
          </p:nvSpPr>
          <p:spPr bwMode="auto">
            <a:xfrm>
              <a:off x="2227905" y="2968743"/>
              <a:ext cx="394285" cy="396973"/>
            </a:xfrm>
            <a:custGeom>
              <a:avLst/>
              <a:gdLst>
                <a:gd name="T0" fmla="*/ 440 w 440"/>
                <a:gd name="T1" fmla="*/ 0 h 443"/>
                <a:gd name="T2" fmla="*/ 390 w 440"/>
                <a:gd name="T3" fmla="*/ 17 h 443"/>
                <a:gd name="T4" fmla="*/ 0 w 440"/>
                <a:gd name="T5" fmla="*/ 407 h 443"/>
                <a:gd name="T6" fmla="*/ 0 w 440"/>
                <a:gd name="T7" fmla="*/ 443 h 443"/>
                <a:gd name="T8" fmla="*/ 440 w 440"/>
                <a:gd name="T9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443">
                  <a:moveTo>
                    <a:pt x="440" y="0"/>
                  </a:moveTo>
                  <a:lnTo>
                    <a:pt x="390" y="17"/>
                  </a:lnTo>
                  <a:lnTo>
                    <a:pt x="0" y="407"/>
                  </a:lnTo>
                  <a:lnTo>
                    <a:pt x="0" y="443"/>
                  </a:lnTo>
                  <a:lnTo>
                    <a:pt x="44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09" name="Freeform 1132"/>
            <p:cNvSpPr/>
            <p:nvPr/>
          </p:nvSpPr>
          <p:spPr bwMode="auto">
            <a:xfrm>
              <a:off x="2227905" y="2968743"/>
              <a:ext cx="394285" cy="396973"/>
            </a:xfrm>
            <a:custGeom>
              <a:avLst/>
              <a:gdLst>
                <a:gd name="T0" fmla="*/ 440 w 440"/>
                <a:gd name="T1" fmla="*/ 0 h 443"/>
                <a:gd name="T2" fmla="*/ 390 w 440"/>
                <a:gd name="T3" fmla="*/ 17 h 443"/>
                <a:gd name="T4" fmla="*/ 0 w 440"/>
                <a:gd name="T5" fmla="*/ 407 h 443"/>
                <a:gd name="T6" fmla="*/ 0 w 440"/>
                <a:gd name="T7" fmla="*/ 443 h 443"/>
                <a:gd name="T8" fmla="*/ 440 w 440"/>
                <a:gd name="T9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443">
                  <a:moveTo>
                    <a:pt x="440" y="0"/>
                  </a:moveTo>
                  <a:lnTo>
                    <a:pt x="390" y="17"/>
                  </a:lnTo>
                  <a:lnTo>
                    <a:pt x="0" y="407"/>
                  </a:lnTo>
                  <a:lnTo>
                    <a:pt x="0" y="443"/>
                  </a:lnTo>
                  <a:lnTo>
                    <a:pt x="440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10" name="Freeform 1133"/>
            <p:cNvSpPr/>
            <p:nvPr/>
          </p:nvSpPr>
          <p:spPr bwMode="auto">
            <a:xfrm>
              <a:off x="2227905" y="2941860"/>
              <a:ext cx="482999" cy="484791"/>
            </a:xfrm>
            <a:custGeom>
              <a:avLst/>
              <a:gdLst>
                <a:gd name="T0" fmla="*/ 539 w 539"/>
                <a:gd name="T1" fmla="*/ 0 h 541"/>
                <a:gd name="T2" fmla="*/ 489 w 539"/>
                <a:gd name="T3" fmla="*/ 16 h 541"/>
                <a:gd name="T4" fmla="*/ 0 w 539"/>
                <a:gd name="T5" fmla="*/ 506 h 541"/>
                <a:gd name="T6" fmla="*/ 0 w 539"/>
                <a:gd name="T7" fmla="*/ 541 h 541"/>
                <a:gd name="T8" fmla="*/ 539 w 539"/>
                <a:gd name="T9" fmla="*/ 0 h 5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9" h="541">
                  <a:moveTo>
                    <a:pt x="539" y="0"/>
                  </a:moveTo>
                  <a:lnTo>
                    <a:pt x="489" y="16"/>
                  </a:lnTo>
                  <a:lnTo>
                    <a:pt x="0" y="506"/>
                  </a:lnTo>
                  <a:lnTo>
                    <a:pt x="0" y="541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11" name="Freeform 1134"/>
            <p:cNvSpPr/>
            <p:nvPr/>
          </p:nvSpPr>
          <p:spPr bwMode="auto">
            <a:xfrm>
              <a:off x="2227905" y="2941860"/>
              <a:ext cx="482999" cy="484791"/>
            </a:xfrm>
            <a:custGeom>
              <a:avLst/>
              <a:gdLst>
                <a:gd name="T0" fmla="*/ 539 w 539"/>
                <a:gd name="T1" fmla="*/ 0 h 541"/>
                <a:gd name="T2" fmla="*/ 489 w 539"/>
                <a:gd name="T3" fmla="*/ 16 h 541"/>
                <a:gd name="T4" fmla="*/ 0 w 539"/>
                <a:gd name="T5" fmla="*/ 506 h 541"/>
                <a:gd name="T6" fmla="*/ 0 w 539"/>
                <a:gd name="T7" fmla="*/ 541 h 541"/>
                <a:gd name="T8" fmla="*/ 539 w 539"/>
                <a:gd name="T9" fmla="*/ 0 h 5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9" h="541">
                  <a:moveTo>
                    <a:pt x="539" y="0"/>
                  </a:moveTo>
                  <a:lnTo>
                    <a:pt x="489" y="16"/>
                  </a:lnTo>
                  <a:lnTo>
                    <a:pt x="0" y="506"/>
                  </a:lnTo>
                  <a:lnTo>
                    <a:pt x="0" y="541"/>
                  </a:lnTo>
                  <a:lnTo>
                    <a:pt x="539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12" name="Freeform 1135"/>
            <p:cNvSpPr/>
            <p:nvPr/>
          </p:nvSpPr>
          <p:spPr bwMode="auto">
            <a:xfrm>
              <a:off x="2227905" y="2965158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8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13" name="Freeform 1136"/>
            <p:cNvSpPr/>
            <p:nvPr/>
          </p:nvSpPr>
          <p:spPr bwMode="auto">
            <a:xfrm>
              <a:off x="2227905" y="2965158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8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14" name="Freeform 1137"/>
            <p:cNvSpPr/>
            <p:nvPr/>
          </p:nvSpPr>
          <p:spPr bwMode="auto">
            <a:xfrm>
              <a:off x="2227905" y="3026093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15" name="Freeform 1138"/>
            <p:cNvSpPr/>
            <p:nvPr/>
          </p:nvSpPr>
          <p:spPr bwMode="auto">
            <a:xfrm>
              <a:off x="2227905" y="3026093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16" name="Freeform 1139"/>
            <p:cNvSpPr/>
            <p:nvPr/>
          </p:nvSpPr>
          <p:spPr bwMode="auto">
            <a:xfrm>
              <a:off x="2227905" y="3087924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3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17" name="Freeform 1140"/>
            <p:cNvSpPr/>
            <p:nvPr/>
          </p:nvSpPr>
          <p:spPr bwMode="auto">
            <a:xfrm>
              <a:off x="2227905" y="3087924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3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18" name="Freeform 1141"/>
            <p:cNvSpPr/>
            <p:nvPr/>
          </p:nvSpPr>
          <p:spPr bwMode="auto">
            <a:xfrm>
              <a:off x="2227905" y="3147067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19" name="Freeform 1142"/>
            <p:cNvSpPr/>
            <p:nvPr/>
          </p:nvSpPr>
          <p:spPr bwMode="auto">
            <a:xfrm>
              <a:off x="2227905" y="3147067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20" name="Freeform 1143"/>
            <p:cNvSpPr/>
            <p:nvPr/>
          </p:nvSpPr>
          <p:spPr bwMode="auto">
            <a:xfrm>
              <a:off x="2227905" y="320889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21" name="Freeform 1144"/>
            <p:cNvSpPr/>
            <p:nvPr/>
          </p:nvSpPr>
          <p:spPr bwMode="auto">
            <a:xfrm>
              <a:off x="2227905" y="320889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22" name="Freeform 1145"/>
            <p:cNvSpPr/>
            <p:nvPr/>
          </p:nvSpPr>
          <p:spPr bwMode="auto">
            <a:xfrm>
              <a:off x="2227905" y="3269833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23" name="Freeform 1146"/>
            <p:cNvSpPr/>
            <p:nvPr/>
          </p:nvSpPr>
          <p:spPr bwMode="auto">
            <a:xfrm>
              <a:off x="2227905" y="3269833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24" name="Freeform 1147"/>
            <p:cNvSpPr/>
            <p:nvPr/>
          </p:nvSpPr>
          <p:spPr bwMode="auto">
            <a:xfrm>
              <a:off x="2227905" y="3331664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25" name="Freeform 1148"/>
            <p:cNvSpPr/>
            <p:nvPr/>
          </p:nvSpPr>
          <p:spPr bwMode="auto">
            <a:xfrm>
              <a:off x="2227905" y="3331664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26" name="Freeform 1149"/>
            <p:cNvSpPr/>
            <p:nvPr/>
          </p:nvSpPr>
          <p:spPr bwMode="auto">
            <a:xfrm>
              <a:off x="2227905" y="3392599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7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27" name="Freeform 1150"/>
            <p:cNvSpPr/>
            <p:nvPr/>
          </p:nvSpPr>
          <p:spPr bwMode="auto">
            <a:xfrm>
              <a:off x="2227905" y="3392599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7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28" name="Freeform 1151"/>
            <p:cNvSpPr/>
            <p:nvPr/>
          </p:nvSpPr>
          <p:spPr bwMode="auto">
            <a:xfrm>
              <a:off x="2227905" y="345263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29" name="Freeform 1152"/>
            <p:cNvSpPr/>
            <p:nvPr/>
          </p:nvSpPr>
          <p:spPr bwMode="auto">
            <a:xfrm>
              <a:off x="2227905" y="345263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30" name="Freeform 1153"/>
            <p:cNvSpPr/>
            <p:nvPr/>
          </p:nvSpPr>
          <p:spPr bwMode="auto">
            <a:xfrm>
              <a:off x="2227905" y="3513573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31" name="Freeform 1154"/>
            <p:cNvSpPr/>
            <p:nvPr/>
          </p:nvSpPr>
          <p:spPr bwMode="auto">
            <a:xfrm>
              <a:off x="2227905" y="3513573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32" name="Freeform 1155"/>
            <p:cNvSpPr/>
            <p:nvPr/>
          </p:nvSpPr>
          <p:spPr bwMode="auto">
            <a:xfrm>
              <a:off x="2227905" y="3575404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33" name="Freeform 1156"/>
            <p:cNvSpPr/>
            <p:nvPr/>
          </p:nvSpPr>
          <p:spPr bwMode="auto">
            <a:xfrm>
              <a:off x="2227905" y="3575404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34" name="Freeform 1157"/>
            <p:cNvSpPr/>
            <p:nvPr/>
          </p:nvSpPr>
          <p:spPr bwMode="auto">
            <a:xfrm>
              <a:off x="2227905" y="3636339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35" name="Freeform 1158"/>
            <p:cNvSpPr/>
            <p:nvPr/>
          </p:nvSpPr>
          <p:spPr bwMode="auto">
            <a:xfrm>
              <a:off x="2227905" y="3636339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36" name="Freeform 1159"/>
            <p:cNvSpPr/>
            <p:nvPr/>
          </p:nvSpPr>
          <p:spPr bwMode="auto">
            <a:xfrm>
              <a:off x="2227905" y="3695481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37" name="Freeform 1160"/>
            <p:cNvSpPr/>
            <p:nvPr/>
          </p:nvSpPr>
          <p:spPr bwMode="auto">
            <a:xfrm>
              <a:off x="2227905" y="3695481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38" name="Freeform 1161"/>
            <p:cNvSpPr/>
            <p:nvPr/>
          </p:nvSpPr>
          <p:spPr bwMode="auto">
            <a:xfrm>
              <a:off x="2227905" y="375731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39" name="Freeform 1162"/>
            <p:cNvSpPr/>
            <p:nvPr/>
          </p:nvSpPr>
          <p:spPr bwMode="auto">
            <a:xfrm>
              <a:off x="2227905" y="375731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40" name="Freeform 1163"/>
            <p:cNvSpPr/>
            <p:nvPr/>
          </p:nvSpPr>
          <p:spPr bwMode="auto">
            <a:xfrm>
              <a:off x="2227905" y="3819144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8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41" name="Freeform 1164"/>
            <p:cNvSpPr/>
            <p:nvPr/>
          </p:nvSpPr>
          <p:spPr bwMode="auto">
            <a:xfrm>
              <a:off x="2227905" y="3819144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8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42" name="Freeform 1165"/>
            <p:cNvSpPr/>
            <p:nvPr/>
          </p:nvSpPr>
          <p:spPr bwMode="auto">
            <a:xfrm>
              <a:off x="2227905" y="3880078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43" name="Freeform 1166"/>
            <p:cNvSpPr/>
            <p:nvPr/>
          </p:nvSpPr>
          <p:spPr bwMode="auto">
            <a:xfrm>
              <a:off x="2227905" y="3880078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44" name="Freeform 1167"/>
            <p:cNvSpPr/>
            <p:nvPr/>
          </p:nvSpPr>
          <p:spPr bwMode="auto">
            <a:xfrm>
              <a:off x="2227905" y="3941910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3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45" name="Freeform 1168"/>
            <p:cNvSpPr/>
            <p:nvPr/>
          </p:nvSpPr>
          <p:spPr bwMode="auto">
            <a:xfrm>
              <a:off x="2227905" y="3941910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3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46" name="Freeform 1169"/>
            <p:cNvSpPr/>
            <p:nvPr/>
          </p:nvSpPr>
          <p:spPr bwMode="auto">
            <a:xfrm>
              <a:off x="2227905" y="400105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47" name="Freeform 1170"/>
            <p:cNvSpPr/>
            <p:nvPr/>
          </p:nvSpPr>
          <p:spPr bwMode="auto">
            <a:xfrm>
              <a:off x="2227905" y="400105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48" name="Freeform 1171"/>
            <p:cNvSpPr/>
            <p:nvPr/>
          </p:nvSpPr>
          <p:spPr bwMode="auto">
            <a:xfrm>
              <a:off x="2227905" y="4061987"/>
              <a:ext cx="489272" cy="524220"/>
            </a:xfrm>
            <a:custGeom>
              <a:avLst/>
              <a:gdLst>
                <a:gd name="T0" fmla="*/ 546 w 546"/>
                <a:gd name="T1" fmla="*/ 0 h 585"/>
                <a:gd name="T2" fmla="*/ 0 w 546"/>
                <a:gd name="T3" fmla="*/ 549 h 585"/>
                <a:gd name="T4" fmla="*/ 0 w 546"/>
                <a:gd name="T5" fmla="*/ 585 h 585"/>
                <a:gd name="T6" fmla="*/ 546 w 546"/>
                <a:gd name="T7" fmla="*/ 36 h 585"/>
                <a:gd name="T8" fmla="*/ 546 w 546"/>
                <a:gd name="T9" fmla="*/ 0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5">
                  <a:moveTo>
                    <a:pt x="546" y="0"/>
                  </a:moveTo>
                  <a:lnTo>
                    <a:pt x="0" y="549"/>
                  </a:lnTo>
                  <a:lnTo>
                    <a:pt x="0" y="585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49" name="Freeform 1172"/>
            <p:cNvSpPr/>
            <p:nvPr/>
          </p:nvSpPr>
          <p:spPr bwMode="auto">
            <a:xfrm>
              <a:off x="2227905" y="4061987"/>
              <a:ext cx="489272" cy="524220"/>
            </a:xfrm>
            <a:custGeom>
              <a:avLst/>
              <a:gdLst>
                <a:gd name="T0" fmla="*/ 546 w 546"/>
                <a:gd name="T1" fmla="*/ 0 h 585"/>
                <a:gd name="T2" fmla="*/ 0 w 546"/>
                <a:gd name="T3" fmla="*/ 549 h 585"/>
                <a:gd name="T4" fmla="*/ 0 w 546"/>
                <a:gd name="T5" fmla="*/ 585 h 585"/>
                <a:gd name="T6" fmla="*/ 546 w 546"/>
                <a:gd name="T7" fmla="*/ 36 h 585"/>
                <a:gd name="T8" fmla="*/ 546 w 546"/>
                <a:gd name="T9" fmla="*/ 0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5">
                  <a:moveTo>
                    <a:pt x="546" y="0"/>
                  </a:moveTo>
                  <a:lnTo>
                    <a:pt x="0" y="549"/>
                  </a:lnTo>
                  <a:lnTo>
                    <a:pt x="0" y="585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50" name="Freeform 1173"/>
            <p:cNvSpPr/>
            <p:nvPr/>
          </p:nvSpPr>
          <p:spPr bwMode="auto">
            <a:xfrm>
              <a:off x="2227905" y="4123818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51" name="Freeform 1174"/>
            <p:cNvSpPr/>
            <p:nvPr/>
          </p:nvSpPr>
          <p:spPr bwMode="auto">
            <a:xfrm>
              <a:off x="2227905" y="4123818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52" name="Freeform 1175"/>
            <p:cNvSpPr/>
            <p:nvPr/>
          </p:nvSpPr>
          <p:spPr bwMode="auto">
            <a:xfrm>
              <a:off x="2227905" y="4185649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53" name="Freeform 1176"/>
            <p:cNvSpPr/>
            <p:nvPr/>
          </p:nvSpPr>
          <p:spPr bwMode="auto">
            <a:xfrm>
              <a:off x="2227905" y="4185649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54" name="Freeform 1177"/>
            <p:cNvSpPr/>
            <p:nvPr/>
          </p:nvSpPr>
          <p:spPr bwMode="auto">
            <a:xfrm>
              <a:off x="2227905" y="424658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55" name="Freeform 1178"/>
            <p:cNvSpPr/>
            <p:nvPr/>
          </p:nvSpPr>
          <p:spPr bwMode="auto">
            <a:xfrm>
              <a:off x="2227905" y="424658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56" name="Freeform 1179"/>
            <p:cNvSpPr/>
            <p:nvPr/>
          </p:nvSpPr>
          <p:spPr bwMode="auto">
            <a:xfrm>
              <a:off x="2227905" y="4305727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57" name="Freeform 1180"/>
            <p:cNvSpPr/>
            <p:nvPr/>
          </p:nvSpPr>
          <p:spPr bwMode="auto">
            <a:xfrm>
              <a:off x="2227905" y="4305727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58" name="Freeform 1181"/>
            <p:cNvSpPr/>
            <p:nvPr/>
          </p:nvSpPr>
          <p:spPr bwMode="auto">
            <a:xfrm>
              <a:off x="2227905" y="436755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59" name="Freeform 1182"/>
            <p:cNvSpPr/>
            <p:nvPr/>
          </p:nvSpPr>
          <p:spPr bwMode="auto">
            <a:xfrm>
              <a:off x="2227905" y="436755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60" name="Freeform 1183"/>
            <p:cNvSpPr/>
            <p:nvPr/>
          </p:nvSpPr>
          <p:spPr bwMode="auto">
            <a:xfrm>
              <a:off x="2227905" y="4429389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61" name="Freeform 1184"/>
            <p:cNvSpPr/>
            <p:nvPr/>
          </p:nvSpPr>
          <p:spPr bwMode="auto">
            <a:xfrm>
              <a:off x="2227905" y="4429389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62" name="Freeform 1185"/>
            <p:cNvSpPr/>
            <p:nvPr/>
          </p:nvSpPr>
          <p:spPr bwMode="auto">
            <a:xfrm>
              <a:off x="2227905" y="449032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63" name="Freeform 1186"/>
            <p:cNvSpPr/>
            <p:nvPr/>
          </p:nvSpPr>
          <p:spPr bwMode="auto">
            <a:xfrm>
              <a:off x="2227905" y="449032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64" name="Freeform 1187"/>
            <p:cNvSpPr/>
            <p:nvPr/>
          </p:nvSpPr>
          <p:spPr bwMode="auto">
            <a:xfrm>
              <a:off x="2227905" y="4549467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65" name="Freeform 1188"/>
            <p:cNvSpPr/>
            <p:nvPr/>
          </p:nvSpPr>
          <p:spPr bwMode="auto">
            <a:xfrm>
              <a:off x="2227905" y="4549467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66" name="Freeform 1189"/>
            <p:cNvSpPr/>
            <p:nvPr/>
          </p:nvSpPr>
          <p:spPr bwMode="auto">
            <a:xfrm>
              <a:off x="2227905" y="461129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67" name="Freeform 1190"/>
            <p:cNvSpPr/>
            <p:nvPr/>
          </p:nvSpPr>
          <p:spPr bwMode="auto">
            <a:xfrm>
              <a:off x="2227905" y="461129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68" name="Freeform 1191"/>
            <p:cNvSpPr/>
            <p:nvPr/>
          </p:nvSpPr>
          <p:spPr bwMode="auto">
            <a:xfrm>
              <a:off x="2227905" y="4672233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69" name="Freeform 1192"/>
            <p:cNvSpPr/>
            <p:nvPr/>
          </p:nvSpPr>
          <p:spPr bwMode="auto">
            <a:xfrm>
              <a:off x="2227905" y="4672233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70" name="Freeform 1193"/>
            <p:cNvSpPr/>
            <p:nvPr/>
          </p:nvSpPr>
          <p:spPr bwMode="auto">
            <a:xfrm>
              <a:off x="2227905" y="473406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71" name="Freeform 1194"/>
            <p:cNvSpPr/>
            <p:nvPr/>
          </p:nvSpPr>
          <p:spPr bwMode="auto">
            <a:xfrm>
              <a:off x="2227905" y="473406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72" name="Freeform 1195"/>
            <p:cNvSpPr/>
            <p:nvPr/>
          </p:nvSpPr>
          <p:spPr bwMode="auto">
            <a:xfrm>
              <a:off x="2227905" y="4795895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3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73" name="Freeform 1196"/>
            <p:cNvSpPr/>
            <p:nvPr/>
          </p:nvSpPr>
          <p:spPr bwMode="auto">
            <a:xfrm>
              <a:off x="2227905" y="4795895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3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74" name="Freeform 1197"/>
            <p:cNvSpPr/>
            <p:nvPr/>
          </p:nvSpPr>
          <p:spPr bwMode="auto">
            <a:xfrm>
              <a:off x="2227905" y="485503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75" name="Freeform 1198"/>
            <p:cNvSpPr/>
            <p:nvPr/>
          </p:nvSpPr>
          <p:spPr bwMode="auto">
            <a:xfrm>
              <a:off x="2227905" y="485503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76" name="Freeform 1199"/>
            <p:cNvSpPr/>
            <p:nvPr/>
          </p:nvSpPr>
          <p:spPr bwMode="auto">
            <a:xfrm>
              <a:off x="2227905" y="4915973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77" name="Freeform 1200"/>
            <p:cNvSpPr/>
            <p:nvPr/>
          </p:nvSpPr>
          <p:spPr bwMode="auto">
            <a:xfrm>
              <a:off x="2227905" y="4915973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78" name="Freeform 1201"/>
            <p:cNvSpPr/>
            <p:nvPr/>
          </p:nvSpPr>
          <p:spPr bwMode="auto">
            <a:xfrm>
              <a:off x="2227905" y="497780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5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79" name="Freeform 1202"/>
            <p:cNvSpPr/>
            <p:nvPr/>
          </p:nvSpPr>
          <p:spPr bwMode="auto">
            <a:xfrm>
              <a:off x="2227905" y="497780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5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80" name="Freeform 1203"/>
            <p:cNvSpPr/>
            <p:nvPr/>
          </p:nvSpPr>
          <p:spPr bwMode="auto">
            <a:xfrm>
              <a:off x="2227905" y="5039635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81" name="Freeform 1204"/>
            <p:cNvSpPr/>
            <p:nvPr/>
          </p:nvSpPr>
          <p:spPr bwMode="auto">
            <a:xfrm>
              <a:off x="2227905" y="5039635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82" name="Freeform 1205"/>
            <p:cNvSpPr/>
            <p:nvPr/>
          </p:nvSpPr>
          <p:spPr bwMode="auto">
            <a:xfrm>
              <a:off x="2227905" y="5100570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83" name="Freeform 1206"/>
            <p:cNvSpPr/>
            <p:nvPr/>
          </p:nvSpPr>
          <p:spPr bwMode="auto">
            <a:xfrm>
              <a:off x="2227905" y="5100570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84" name="Freeform 1207"/>
            <p:cNvSpPr/>
            <p:nvPr/>
          </p:nvSpPr>
          <p:spPr bwMode="auto">
            <a:xfrm>
              <a:off x="2227905" y="515971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85" name="Freeform 1208"/>
            <p:cNvSpPr/>
            <p:nvPr/>
          </p:nvSpPr>
          <p:spPr bwMode="auto">
            <a:xfrm>
              <a:off x="2227905" y="515971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86" name="Freeform 1209"/>
            <p:cNvSpPr/>
            <p:nvPr/>
          </p:nvSpPr>
          <p:spPr bwMode="auto">
            <a:xfrm>
              <a:off x="2227905" y="5221543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87" name="Freeform 1210"/>
            <p:cNvSpPr/>
            <p:nvPr/>
          </p:nvSpPr>
          <p:spPr bwMode="auto">
            <a:xfrm>
              <a:off x="2227905" y="5221543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88" name="Freeform 1211"/>
            <p:cNvSpPr/>
            <p:nvPr/>
          </p:nvSpPr>
          <p:spPr bwMode="auto">
            <a:xfrm>
              <a:off x="2227905" y="5282478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89" name="Freeform 1212"/>
            <p:cNvSpPr/>
            <p:nvPr/>
          </p:nvSpPr>
          <p:spPr bwMode="auto">
            <a:xfrm>
              <a:off x="2227905" y="5282478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90" name="Freeform 1213"/>
            <p:cNvSpPr/>
            <p:nvPr/>
          </p:nvSpPr>
          <p:spPr bwMode="auto">
            <a:xfrm>
              <a:off x="2227905" y="5344309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5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91" name="Freeform 1214"/>
            <p:cNvSpPr/>
            <p:nvPr/>
          </p:nvSpPr>
          <p:spPr bwMode="auto">
            <a:xfrm>
              <a:off x="2227905" y="5344309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5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92" name="Freeform 1215"/>
            <p:cNvSpPr/>
            <p:nvPr/>
          </p:nvSpPr>
          <p:spPr bwMode="auto">
            <a:xfrm>
              <a:off x="2227905" y="5406140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3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93" name="Freeform 1216"/>
            <p:cNvSpPr/>
            <p:nvPr/>
          </p:nvSpPr>
          <p:spPr bwMode="auto">
            <a:xfrm>
              <a:off x="2227905" y="5406140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3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94" name="Freeform 1217"/>
            <p:cNvSpPr/>
            <p:nvPr/>
          </p:nvSpPr>
          <p:spPr bwMode="auto">
            <a:xfrm>
              <a:off x="2227905" y="5465283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95" name="Freeform 1218"/>
            <p:cNvSpPr/>
            <p:nvPr/>
          </p:nvSpPr>
          <p:spPr bwMode="auto">
            <a:xfrm>
              <a:off x="2227905" y="5465283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96" name="Freeform 1219"/>
            <p:cNvSpPr/>
            <p:nvPr/>
          </p:nvSpPr>
          <p:spPr bwMode="auto">
            <a:xfrm>
              <a:off x="2227905" y="5526218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97" name="Freeform 1220"/>
            <p:cNvSpPr/>
            <p:nvPr/>
          </p:nvSpPr>
          <p:spPr bwMode="auto">
            <a:xfrm>
              <a:off x="2227905" y="5526218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98" name="Freeform 1225"/>
            <p:cNvSpPr/>
            <p:nvPr/>
          </p:nvSpPr>
          <p:spPr bwMode="auto">
            <a:xfrm>
              <a:off x="2227905" y="5588049"/>
              <a:ext cx="489272" cy="512570"/>
            </a:xfrm>
            <a:custGeom>
              <a:avLst/>
              <a:gdLst>
                <a:gd name="T0" fmla="*/ 546 w 546"/>
                <a:gd name="T1" fmla="*/ 0 h 572"/>
                <a:gd name="T2" fmla="*/ 0 w 546"/>
                <a:gd name="T3" fmla="*/ 546 h 572"/>
                <a:gd name="T4" fmla="*/ 0 w 546"/>
                <a:gd name="T5" fmla="*/ 567 h 572"/>
                <a:gd name="T6" fmla="*/ 2 w 546"/>
                <a:gd name="T7" fmla="*/ 567 h 572"/>
                <a:gd name="T8" fmla="*/ 9 w 546"/>
                <a:gd name="T9" fmla="*/ 572 h 572"/>
                <a:gd name="T10" fmla="*/ 546 w 546"/>
                <a:gd name="T11" fmla="*/ 35 h 572"/>
                <a:gd name="T12" fmla="*/ 546 w 546"/>
                <a:gd name="T13" fmla="*/ 0 h 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6" h="572">
                  <a:moveTo>
                    <a:pt x="546" y="0"/>
                  </a:moveTo>
                  <a:lnTo>
                    <a:pt x="0" y="546"/>
                  </a:lnTo>
                  <a:lnTo>
                    <a:pt x="0" y="567"/>
                  </a:lnTo>
                  <a:lnTo>
                    <a:pt x="2" y="567"/>
                  </a:lnTo>
                  <a:lnTo>
                    <a:pt x="9" y="572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99" name="Freeform 1226"/>
            <p:cNvSpPr/>
            <p:nvPr/>
          </p:nvSpPr>
          <p:spPr bwMode="auto">
            <a:xfrm>
              <a:off x="2227905" y="5588049"/>
              <a:ext cx="489272" cy="512570"/>
            </a:xfrm>
            <a:custGeom>
              <a:avLst/>
              <a:gdLst>
                <a:gd name="T0" fmla="*/ 546 w 546"/>
                <a:gd name="T1" fmla="*/ 0 h 572"/>
                <a:gd name="T2" fmla="*/ 0 w 546"/>
                <a:gd name="T3" fmla="*/ 546 h 572"/>
                <a:gd name="T4" fmla="*/ 0 w 546"/>
                <a:gd name="T5" fmla="*/ 567 h 572"/>
                <a:gd name="T6" fmla="*/ 2 w 546"/>
                <a:gd name="T7" fmla="*/ 567 h 572"/>
                <a:gd name="T8" fmla="*/ 9 w 546"/>
                <a:gd name="T9" fmla="*/ 572 h 572"/>
                <a:gd name="T10" fmla="*/ 546 w 546"/>
                <a:gd name="T11" fmla="*/ 35 h 572"/>
                <a:gd name="T12" fmla="*/ 546 w 546"/>
                <a:gd name="T13" fmla="*/ 0 h 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6" h="572">
                  <a:moveTo>
                    <a:pt x="546" y="0"/>
                  </a:moveTo>
                  <a:lnTo>
                    <a:pt x="0" y="546"/>
                  </a:lnTo>
                  <a:lnTo>
                    <a:pt x="0" y="567"/>
                  </a:lnTo>
                  <a:lnTo>
                    <a:pt x="2" y="567"/>
                  </a:lnTo>
                  <a:lnTo>
                    <a:pt x="9" y="572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000" name="Freeform 1227"/>
            <p:cNvSpPr/>
            <p:nvPr/>
          </p:nvSpPr>
          <p:spPr bwMode="auto">
            <a:xfrm>
              <a:off x="2257476" y="6106892"/>
              <a:ext cx="25091" cy="8961"/>
            </a:xfrm>
            <a:custGeom>
              <a:avLst/>
              <a:gdLst>
                <a:gd name="T0" fmla="*/ 2 w 28"/>
                <a:gd name="T1" fmla="*/ 0 h 10"/>
                <a:gd name="T2" fmla="*/ 0 w 28"/>
                <a:gd name="T3" fmla="*/ 3 h 10"/>
                <a:gd name="T4" fmla="*/ 28 w 28"/>
                <a:gd name="T5" fmla="*/ 10 h 10"/>
                <a:gd name="T6" fmla="*/ 28 w 28"/>
                <a:gd name="T7" fmla="*/ 7 h 10"/>
                <a:gd name="T8" fmla="*/ 2 w 2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0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001" name="Freeform 1228"/>
            <p:cNvSpPr/>
            <p:nvPr/>
          </p:nvSpPr>
          <p:spPr bwMode="auto">
            <a:xfrm>
              <a:off x="2257476" y="6106892"/>
              <a:ext cx="25091" cy="8961"/>
            </a:xfrm>
            <a:custGeom>
              <a:avLst/>
              <a:gdLst>
                <a:gd name="T0" fmla="*/ 2 w 28"/>
                <a:gd name="T1" fmla="*/ 0 h 10"/>
                <a:gd name="T2" fmla="*/ 0 w 28"/>
                <a:gd name="T3" fmla="*/ 3 h 10"/>
                <a:gd name="T4" fmla="*/ 28 w 28"/>
                <a:gd name="T5" fmla="*/ 10 h 10"/>
                <a:gd name="T6" fmla="*/ 28 w 28"/>
                <a:gd name="T7" fmla="*/ 7 h 10"/>
                <a:gd name="T8" fmla="*/ 2 w 2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0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002" name="Freeform 1229"/>
            <p:cNvSpPr/>
            <p:nvPr/>
          </p:nvSpPr>
          <p:spPr bwMode="auto">
            <a:xfrm>
              <a:off x="2259269" y="5649880"/>
              <a:ext cx="457908" cy="463285"/>
            </a:xfrm>
            <a:custGeom>
              <a:avLst/>
              <a:gdLst>
                <a:gd name="T0" fmla="*/ 511 w 511"/>
                <a:gd name="T1" fmla="*/ 0 h 517"/>
                <a:gd name="T2" fmla="*/ 0 w 511"/>
                <a:gd name="T3" fmla="*/ 510 h 517"/>
                <a:gd name="T4" fmla="*/ 26 w 511"/>
                <a:gd name="T5" fmla="*/ 517 h 517"/>
                <a:gd name="T6" fmla="*/ 511 w 511"/>
                <a:gd name="T7" fmla="*/ 33 h 517"/>
                <a:gd name="T8" fmla="*/ 511 w 511"/>
                <a:gd name="T9" fmla="*/ 0 h 5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1" h="517">
                  <a:moveTo>
                    <a:pt x="511" y="0"/>
                  </a:moveTo>
                  <a:lnTo>
                    <a:pt x="0" y="510"/>
                  </a:lnTo>
                  <a:lnTo>
                    <a:pt x="26" y="517"/>
                  </a:lnTo>
                  <a:lnTo>
                    <a:pt x="511" y="33"/>
                  </a:lnTo>
                  <a:lnTo>
                    <a:pt x="51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003" name="Freeform 1230"/>
            <p:cNvSpPr/>
            <p:nvPr/>
          </p:nvSpPr>
          <p:spPr bwMode="auto">
            <a:xfrm>
              <a:off x="2259269" y="5649880"/>
              <a:ext cx="457908" cy="463285"/>
            </a:xfrm>
            <a:custGeom>
              <a:avLst/>
              <a:gdLst>
                <a:gd name="T0" fmla="*/ 511 w 511"/>
                <a:gd name="T1" fmla="*/ 0 h 517"/>
                <a:gd name="T2" fmla="*/ 0 w 511"/>
                <a:gd name="T3" fmla="*/ 510 h 517"/>
                <a:gd name="T4" fmla="*/ 26 w 511"/>
                <a:gd name="T5" fmla="*/ 517 h 517"/>
                <a:gd name="T6" fmla="*/ 511 w 511"/>
                <a:gd name="T7" fmla="*/ 33 h 517"/>
                <a:gd name="T8" fmla="*/ 511 w 511"/>
                <a:gd name="T9" fmla="*/ 0 h 5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1" h="517">
                  <a:moveTo>
                    <a:pt x="511" y="0"/>
                  </a:moveTo>
                  <a:lnTo>
                    <a:pt x="0" y="510"/>
                  </a:lnTo>
                  <a:lnTo>
                    <a:pt x="26" y="517"/>
                  </a:lnTo>
                  <a:lnTo>
                    <a:pt x="511" y="33"/>
                  </a:lnTo>
                  <a:lnTo>
                    <a:pt x="511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004" name="Freeform 1231"/>
            <p:cNvSpPr/>
            <p:nvPr/>
          </p:nvSpPr>
          <p:spPr bwMode="auto">
            <a:xfrm>
              <a:off x="2304074" y="6122126"/>
              <a:ext cx="25091" cy="8065"/>
            </a:xfrm>
            <a:custGeom>
              <a:avLst/>
              <a:gdLst>
                <a:gd name="T0" fmla="*/ 2 w 28"/>
                <a:gd name="T1" fmla="*/ 0 h 9"/>
                <a:gd name="T2" fmla="*/ 0 w 28"/>
                <a:gd name="T3" fmla="*/ 0 h 9"/>
                <a:gd name="T4" fmla="*/ 26 w 28"/>
                <a:gd name="T5" fmla="*/ 9 h 9"/>
                <a:gd name="T6" fmla="*/ 28 w 28"/>
                <a:gd name="T7" fmla="*/ 7 h 9"/>
                <a:gd name="T8" fmla="*/ 2 w 28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9">
                  <a:moveTo>
                    <a:pt x="2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005" name="Freeform 1232"/>
            <p:cNvSpPr/>
            <p:nvPr/>
          </p:nvSpPr>
          <p:spPr bwMode="auto">
            <a:xfrm>
              <a:off x="2304074" y="6122126"/>
              <a:ext cx="25091" cy="8065"/>
            </a:xfrm>
            <a:custGeom>
              <a:avLst/>
              <a:gdLst>
                <a:gd name="T0" fmla="*/ 2 w 28"/>
                <a:gd name="T1" fmla="*/ 0 h 9"/>
                <a:gd name="T2" fmla="*/ 0 w 28"/>
                <a:gd name="T3" fmla="*/ 0 h 9"/>
                <a:gd name="T4" fmla="*/ 26 w 28"/>
                <a:gd name="T5" fmla="*/ 9 h 9"/>
                <a:gd name="T6" fmla="*/ 28 w 28"/>
                <a:gd name="T7" fmla="*/ 7 h 9"/>
                <a:gd name="T8" fmla="*/ 2 w 28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9">
                  <a:moveTo>
                    <a:pt x="2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006" name="Freeform 1233"/>
            <p:cNvSpPr/>
            <p:nvPr/>
          </p:nvSpPr>
          <p:spPr bwMode="auto">
            <a:xfrm>
              <a:off x="2305866" y="5709023"/>
              <a:ext cx="411311" cy="419376"/>
            </a:xfrm>
            <a:custGeom>
              <a:avLst/>
              <a:gdLst>
                <a:gd name="T0" fmla="*/ 459 w 459"/>
                <a:gd name="T1" fmla="*/ 0 h 468"/>
                <a:gd name="T2" fmla="*/ 0 w 459"/>
                <a:gd name="T3" fmla="*/ 461 h 468"/>
                <a:gd name="T4" fmla="*/ 26 w 459"/>
                <a:gd name="T5" fmla="*/ 468 h 468"/>
                <a:gd name="T6" fmla="*/ 459 w 459"/>
                <a:gd name="T7" fmla="*/ 35 h 468"/>
                <a:gd name="T8" fmla="*/ 459 w 459"/>
                <a:gd name="T9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9" h="468">
                  <a:moveTo>
                    <a:pt x="459" y="0"/>
                  </a:moveTo>
                  <a:lnTo>
                    <a:pt x="0" y="461"/>
                  </a:lnTo>
                  <a:lnTo>
                    <a:pt x="26" y="468"/>
                  </a:lnTo>
                  <a:lnTo>
                    <a:pt x="459" y="35"/>
                  </a:lnTo>
                  <a:lnTo>
                    <a:pt x="45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007" name="Freeform 1234"/>
            <p:cNvSpPr/>
            <p:nvPr/>
          </p:nvSpPr>
          <p:spPr bwMode="auto">
            <a:xfrm>
              <a:off x="2305866" y="5709023"/>
              <a:ext cx="411311" cy="419376"/>
            </a:xfrm>
            <a:custGeom>
              <a:avLst/>
              <a:gdLst>
                <a:gd name="T0" fmla="*/ 459 w 459"/>
                <a:gd name="T1" fmla="*/ 0 h 468"/>
                <a:gd name="T2" fmla="*/ 0 w 459"/>
                <a:gd name="T3" fmla="*/ 461 h 468"/>
                <a:gd name="T4" fmla="*/ 26 w 459"/>
                <a:gd name="T5" fmla="*/ 468 h 468"/>
                <a:gd name="T6" fmla="*/ 459 w 459"/>
                <a:gd name="T7" fmla="*/ 35 h 468"/>
                <a:gd name="T8" fmla="*/ 459 w 459"/>
                <a:gd name="T9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9" h="468">
                  <a:moveTo>
                    <a:pt x="459" y="0"/>
                  </a:moveTo>
                  <a:lnTo>
                    <a:pt x="0" y="461"/>
                  </a:lnTo>
                  <a:lnTo>
                    <a:pt x="26" y="468"/>
                  </a:lnTo>
                  <a:lnTo>
                    <a:pt x="459" y="35"/>
                  </a:lnTo>
                  <a:lnTo>
                    <a:pt x="459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008" name="Freeform 1235"/>
            <p:cNvSpPr/>
            <p:nvPr/>
          </p:nvSpPr>
          <p:spPr bwMode="auto">
            <a:xfrm>
              <a:off x="2350671" y="6136464"/>
              <a:ext cx="25091" cy="8961"/>
            </a:xfrm>
            <a:custGeom>
              <a:avLst/>
              <a:gdLst>
                <a:gd name="T0" fmla="*/ 2 w 28"/>
                <a:gd name="T1" fmla="*/ 0 h 10"/>
                <a:gd name="T2" fmla="*/ 0 w 28"/>
                <a:gd name="T3" fmla="*/ 0 h 10"/>
                <a:gd name="T4" fmla="*/ 26 w 28"/>
                <a:gd name="T5" fmla="*/ 10 h 10"/>
                <a:gd name="T6" fmla="*/ 28 w 28"/>
                <a:gd name="T7" fmla="*/ 7 h 10"/>
                <a:gd name="T8" fmla="*/ 2 w 2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0">
                  <a:moveTo>
                    <a:pt x="2" y="0"/>
                  </a:moveTo>
                  <a:lnTo>
                    <a:pt x="0" y="0"/>
                  </a:lnTo>
                  <a:lnTo>
                    <a:pt x="26" y="10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009" name="Freeform 1236"/>
            <p:cNvSpPr/>
            <p:nvPr/>
          </p:nvSpPr>
          <p:spPr bwMode="auto">
            <a:xfrm>
              <a:off x="2350671" y="6136464"/>
              <a:ext cx="25091" cy="8961"/>
            </a:xfrm>
            <a:custGeom>
              <a:avLst/>
              <a:gdLst>
                <a:gd name="T0" fmla="*/ 2 w 28"/>
                <a:gd name="T1" fmla="*/ 0 h 10"/>
                <a:gd name="T2" fmla="*/ 0 w 28"/>
                <a:gd name="T3" fmla="*/ 0 h 10"/>
                <a:gd name="T4" fmla="*/ 26 w 28"/>
                <a:gd name="T5" fmla="*/ 10 h 10"/>
                <a:gd name="T6" fmla="*/ 28 w 28"/>
                <a:gd name="T7" fmla="*/ 7 h 10"/>
                <a:gd name="T8" fmla="*/ 2 w 2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0">
                  <a:moveTo>
                    <a:pt x="2" y="0"/>
                  </a:moveTo>
                  <a:lnTo>
                    <a:pt x="0" y="0"/>
                  </a:lnTo>
                  <a:lnTo>
                    <a:pt x="26" y="10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010" name="Freeform 1238"/>
            <p:cNvSpPr/>
            <p:nvPr/>
          </p:nvSpPr>
          <p:spPr bwMode="auto">
            <a:xfrm>
              <a:off x="2352464" y="5769958"/>
              <a:ext cx="364714" cy="372778"/>
            </a:xfrm>
            <a:custGeom>
              <a:avLst/>
              <a:gdLst>
                <a:gd name="T0" fmla="*/ 407 w 407"/>
                <a:gd name="T1" fmla="*/ 0 h 416"/>
                <a:gd name="T2" fmla="*/ 0 w 407"/>
                <a:gd name="T3" fmla="*/ 409 h 416"/>
                <a:gd name="T4" fmla="*/ 26 w 407"/>
                <a:gd name="T5" fmla="*/ 416 h 416"/>
                <a:gd name="T6" fmla="*/ 407 w 407"/>
                <a:gd name="T7" fmla="*/ 36 h 416"/>
                <a:gd name="T8" fmla="*/ 407 w 407"/>
                <a:gd name="T9" fmla="*/ 0 h 4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7" h="416">
                  <a:moveTo>
                    <a:pt x="407" y="0"/>
                  </a:moveTo>
                  <a:lnTo>
                    <a:pt x="0" y="409"/>
                  </a:lnTo>
                  <a:lnTo>
                    <a:pt x="26" y="416"/>
                  </a:lnTo>
                  <a:lnTo>
                    <a:pt x="407" y="36"/>
                  </a:lnTo>
                  <a:lnTo>
                    <a:pt x="40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011" name="Freeform 1239"/>
            <p:cNvSpPr/>
            <p:nvPr/>
          </p:nvSpPr>
          <p:spPr bwMode="auto">
            <a:xfrm>
              <a:off x="2352464" y="5769958"/>
              <a:ext cx="364714" cy="372778"/>
            </a:xfrm>
            <a:custGeom>
              <a:avLst/>
              <a:gdLst>
                <a:gd name="T0" fmla="*/ 407 w 407"/>
                <a:gd name="T1" fmla="*/ 0 h 416"/>
                <a:gd name="T2" fmla="*/ 0 w 407"/>
                <a:gd name="T3" fmla="*/ 409 h 416"/>
                <a:gd name="T4" fmla="*/ 26 w 407"/>
                <a:gd name="T5" fmla="*/ 416 h 416"/>
                <a:gd name="T6" fmla="*/ 407 w 407"/>
                <a:gd name="T7" fmla="*/ 36 h 416"/>
                <a:gd name="T8" fmla="*/ 407 w 407"/>
                <a:gd name="T9" fmla="*/ 0 h 4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7" h="416">
                  <a:moveTo>
                    <a:pt x="407" y="0"/>
                  </a:moveTo>
                  <a:lnTo>
                    <a:pt x="0" y="409"/>
                  </a:lnTo>
                  <a:lnTo>
                    <a:pt x="26" y="416"/>
                  </a:lnTo>
                  <a:lnTo>
                    <a:pt x="407" y="36"/>
                  </a:lnTo>
                  <a:lnTo>
                    <a:pt x="407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012" name="Freeform 1240"/>
            <p:cNvSpPr/>
            <p:nvPr/>
          </p:nvSpPr>
          <p:spPr bwMode="auto">
            <a:xfrm>
              <a:off x="2397269" y="6151697"/>
              <a:ext cx="25091" cy="8065"/>
            </a:xfrm>
            <a:custGeom>
              <a:avLst/>
              <a:gdLst>
                <a:gd name="T0" fmla="*/ 0 w 28"/>
                <a:gd name="T1" fmla="*/ 0 h 9"/>
                <a:gd name="T2" fmla="*/ 0 w 28"/>
                <a:gd name="T3" fmla="*/ 0 h 9"/>
                <a:gd name="T4" fmla="*/ 26 w 28"/>
                <a:gd name="T5" fmla="*/ 9 h 9"/>
                <a:gd name="T6" fmla="*/ 28 w 28"/>
                <a:gd name="T7" fmla="*/ 7 h 9"/>
                <a:gd name="T8" fmla="*/ 0 w 28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9">
                  <a:moveTo>
                    <a:pt x="0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013" name="Freeform 1241"/>
            <p:cNvSpPr/>
            <p:nvPr/>
          </p:nvSpPr>
          <p:spPr bwMode="auto">
            <a:xfrm>
              <a:off x="2397269" y="6151697"/>
              <a:ext cx="25091" cy="8065"/>
            </a:xfrm>
            <a:custGeom>
              <a:avLst/>
              <a:gdLst>
                <a:gd name="T0" fmla="*/ 0 w 28"/>
                <a:gd name="T1" fmla="*/ 0 h 9"/>
                <a:gd name="T2" fmla="*/ 0 w 28"/>
                <a:gd name="T3" fmla="*/ 0 h 9"/>
                <a:gd name="T4" fmla="*/ 26 w 28"/>
                <a:gd name="T5" fmla="*/ 9 h 9"/>
                <a:gd name="T6" fmla="*/ 28 w 28"/>
                <a:gd name="T7" fmla="*/ 7 h 9"/>
                <a:gd name="T8" fmla="*/ 0 w 28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9">
                  <a:moveTo>
                    <a:pt x="0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014" name="Freeform 1242"/>
            <p:cNvSpPr/>
            <p:nvPr/>
          </p:nvSpPr>
          <p:spPr bwMode="auto">
            <a:xfrm>
              <a:off x="2397269" y="5831789"/>
              <a:ext cx="319909" cy="326181"/>
            </a:xfrm>
            <a:custGeom>
              <a:avLst/>
              <a:gdLst>
                <a:gd name="T0" fmla="*/ 357 w 357"/>
                <a:gd name="T1" fmla="*/ 0 h 364"/>
                <a:gd name="T2" fmla="*/ 0 w 357"/>
                <a:gd name="T3" fmla="*/ 357 h 364"/>
                <a:gd name="T4" fmla="*/ 28 w 357"/>
                <a:gd name="T5" fmla="*/ 364 h 364"/>
                <a:gd name="T6" fmla="*/ 357 w 357"/>
                <a:gd name="T7" fmla="*/ 35 h 364"/>
                <a:gd name="T8" fmla="*/ 357 w 357"/>
                <a:gd name="T9" fmla="*/ 0 h 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7" h="364">
                  <a:moveTo>
                    <a:pt x="357" y="0"/>
                  </a:moveTo>
                  <a:lnTo>
                    <a:pt x="0" y="357"/>
                  </a:lnTo>
                  <a:lnTo>
                    <a:pt x="28" y="364"/>
                  </a:lnTo>
                  <a:lnTo>
                    <a:pt x="357" y="35"/>
                  </a:lnTo>
                  <a:lnTo>
                    <a:pt x="35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015" name="Freeform 1243"/>
            <p:cNvSpPr/>
            <p:nvPr/>
          </p:nvSpPr>
          <p:spPr bwMode="auto">
            <a:xfrm>
              <a:off x="2397269" y="5831789"/>
              <a:ext cx="319909" cy="326181"/>
            </a:xfrm>
            <a:custGeom>
              <a:avLst/>
              <a:gdLst>
                <a:gd name="T0" fmla="*/ 357 w 357"/>
                <a:gd name="T1" fmla="*/ 0 h 364"/>
                <a:gd name="T2" fmla="*/ 0 w 357"/>
                <a:gd name="T3" fmla="*/ 357 h 364"/>
                <a:gd name="T4" fmla="*/ 28 w 357"/>
                <a:gd name="T5" fmla="*/ 364 h 364"/>
                <a:gd name="T6" fmla="*/ 357 w 357"/>
                <a:gd name="T7" fmla="*/ 35 h 364"/>
                <a:gd name="T8" fmla="*/ 357 w 357"/>
                <a:gd name="T9" fmla="*/ 0 h 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7" h="364">
                  <a:moveTo>
                    <a:pt x="357" y="0"/>
                  </a:moveTo>
                  <a:lnTo>
                    <a:pt x="0" y="357"/>
                  </a:lnTo>
                  <a:lnTo>
                    <a:pt x="28" y="364"/>
                  </a:lnTo>
                  <a:lnTo>
                    <a:pt x="357" y="35"/>
                  </a:lnTo>
                  <a:lnTo>
                    <a:pt x="357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016" name="Freeform 1244"/>
            <p:cNvSpPr/>
            <p:nvPr/>
          </p:nvSpPr>
          <p:spPr bwMode="auto">
            <a:xfrm>
              <a:off x="2443867" y="6164243"/>
              <a:ext cx="25091" cy="10753"/>
            </a:xfrm>
            <a:custGeom>
              <a:avLst/>
              <a:gdLst>
                <a:gd name="T0" fmla="*/ 0 w 28"/>
                <a:gd name="T1" fmla="*/ 0 h 12"/>
                <a:gd name="T2" fmla="*/ 0 w 28"/>
                <a:gd name="T3" fmla="*/ 2 h 12"/>
                <a:gd name="T4" fmla="*/ 26 w 28"/>
                <a:gd name="T5" fmla="*/ 12 h 12"/>
                <a:gd name="T6" fmla="*/ 28 w 28"/>
                <a:gd name="T7" fmla="*/ 10 h 12"/>
                <a:gd name="T8" fmla="*/ 0 w 28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2">
                  <a:moveTo>
                    <a:pt x="0" y="0"/>
                  </a:moveTo>
                  <a:lnTo>
                    <a:pt x="0" y="2"/>
                  </a:lnTo>
                  <a:lnTo>
                    <a:pt x="26" y="12"/>
                  </a:lnTo>
                  <a:lnTo>
                    <a:pt x="28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017" name="Freeform 1245"/>
            <p:cNvSpPr/>
            <p:nvPr/>
          </p:nvSpPr>
          <p:spPr bwMode="auto">
            <a:xfrm>
              <a:off x="2443867" y="6164243"/>
              <a:ext cx="25091" cy="10753"/>
            </a:xfrm>
            <a:custGeom>
              <a:avLst/>
              <a:gdLst>
                <a:gd name="T0" fmla="*/ 0 w 28"/>
                <a:gd name="T1" fmla="*/ 0 h 12"/>
                <a:gd name="T2" fmla="*/ 0 w 28"/>
                <a:gd name="T3" fmla="*/ 2 h 12"/>
                <a:gd name="T4" fmla="*/ 26 w 28"/>
                <a:gd name="T5" fmla="*/ 12 h 12"/>
                <a:gd name="T6" fmla="*/ 28 w 28"/>
                <a:gd name="T7" fmla="*/ 10 h 12"/>
                <a:gd name="T8" fmla="*/ 0 w 28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2">
                  <a:moveTo>
                    <a:pt x="0" y="0"/>
                  </a:moveTo>
                  <a:lnTo>
                    <a:pt x="0" y="2"/>
                  </a:lnTo>
                  <a:lnTo>
                    <a:pt x="26" y="12"/>
                  </a:lnTo>
                  <a:lnTo>
                    <a:pt x="28" y="10"/>
                  </a:ln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018" name="Freeform 1246"/>
            <p:cNvSpPr/>
            <p:nvPr/>
          </p:nvSpPr>
          <p:spPr bwMode="auto">
            <a:xfrm>
              <a:off x="2443867" y="5890932"/>
              <a:ext cx="273311" cy="282272"/>
            </a:xfrm>
            <a:custGeom>
              <a:avLst/>
              <a:gdLst>
                <a:gd name="T0" fmla="*/ 305 w 305"/>
                <a:gd name="T1" fmla="*/ 0 h 315"/>
                <a:gd name="T2" fmla="*/ 0 w 305"/>
                <a:gd name="T3" fmla="*/ 305 h 315"/>
                <a:gd name="T4" fmla="*/ 28 w 305"/>
                <a:gd name="T5" fmla="*/ 315 h 315"/>
                <a:gd name="T6" fmla="*/ 305 w 305"/>
                <a:gd name="T7" fmla="*/ 36 h 315"/>
                <a:gd name="T8" fmla="*/ 305 w 305"/>
                <a:gd name="T9" fmla="*/ 0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5" h="315">
                  <a:moveTo>
                    <a:pt x="305" y="0"/>
                  </a:moveTo>
                  <a:lnTo>
                    <a:pt x="0" y="305"/>
                  </a:lnTo>
                  <a:lnTo>
                    <a:pt x="28" y="315"/>
                  </a:lnTo>
                  <a:lnTo>
                    <a:pt x="305" y="36"/>
                  </a:lnTo>
                  <a:lnTo>
                    <a:pt x="3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019" name="Freeform 1247"/>
            <p:cNvSpPr/>
            <p:nvPr/>
          </p:nvSpPr>
          <p:spPr bwMode="auto">
            <a:xfrm>
              <a:off x="2443867" y="5890932"/>
              <a:ext cx="273311" cy="282272"/>
            </a:xfrm>
            <a:custGeom>
              <a:avLst/>
              <a:gdLst>
                <a:gd name="T0" fmla="*/ 305 w 305"/>
                <a:gd name="T1" fmla="*/ 0 h 315"/>
                <a:gd name="T2" fmla="*/ 0 w 305"/>
                <a:gd name="T3" fmla="*/ 305 h 315"/>
                <a:gd name="T4" fmla="*/ 28 w 305"/>
                <a:gd name="T5" fmla="*/ 315 h 315"/>
                <a:gd name="T6" fmla="*/ 305 w 305"/>
                <a:gd name="T7" fmla="*/ 36 h 315"/>
                <a:gd name="T8" fmla="*/ 305 w 305"/>
                <a:gd name="T9" fmla="*/ 0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5" h="315">
                  <a:moveTo>
                    <a:pt x="305" y="0"/>
                  </a:moveTo>
                  <a:lnTo>
                    <a:pt x="0" y="305"/>
                  </a:lnTo>
                  <a:lnTo>
                    <a:pt x="28" y="315"/>
                  </a:lnTo>
                  <a:lnTo>
                    <a:pt x="305" y="36"/>
                  </a:lnTo>
                  <a:lnTo>
                    <a:pt x="305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020" name="Freeform 1248"/>
            <p:cNvSpPr/>
            <p:nvPr/>
          </p:nvSpPr>
          <p:spPr bwMode="auto">
            <a:xfrm>
              <a:off x="2490464" y="6179477"/>
              <a:ext cx="23299" cy="8065"/>
            </a:xfrm>
            <a:custGeom>
              <a:avLst/>
              <a:gdLst>
                <a:gd name="T0" fmla="*/ 0 w 26"/>
                <a:gd name="T1" fmla="*/ 0 h 9"/>
                <a:gd name="T2" fmla="*/ 0 w 26"/>
                <a:gd name="T3" fmla="*/ 2 h 9"/>
                <a:gd name="T4" fmla="*/ 26 w 26"/>
                <a:gd name="T5" fmla="*/ 9 h 9"/>
                <a:gd name="T6" fmla="*/ 26 w 26"/>
                <a:gd name="T7" fmla="*/ 9 h 9"/>
                <a:gd name="T8" fmla="*/ 0 w 26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9">
                  <a:moveTo>
                    <a:pt x="0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021" name="Freeform 1249"/>
            <p:cNvSpPr/>
            <p:nvPr/>
          </p:nvSpPr>
          <p:spPr bwMode="auto">
            <a:xfrm>
              <a:off x="2490464" y="6179477"/>
              <a:ext cx="23299" cy="8065"/>
            </a:xfrm>
            <a:custGeom>
              <a:avLst/>
              <a:gdLst>
                <a:gd name="T0" fmla="*/ 0 w 26"/>
                <a:gd name="T1" fmla="*/ 0 h 9"/>
                <a:gd name="T2" fmla="*/ 0 w 26"/>
                <a:gd name="T3" fmla="*/ 2 h 9"/>
                <a:gd name="T4" fmla="*/ 26 w 26"/>
                <a:gd name="T5" fmla="*/ 9 h 9"/>
                <a:gd name="T6" fmla="*/ 26 w 26"/>
                <a:gd name="T7" fmla="*/ 9 h 9"/>
                <a:gd name="T8" fmla="*/ 0 w 26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9">
                  <a:moveTo>
                    <a:pt x="0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022" name="Freeform 1250"/>
            <p:cNvSpPr/>
            <p:nvPr/>
          </p:nvSpPr>
          <p:spPr bwMode="auto">
            <a:xfrm>
              <a:off x="2490464" y="5952763"/>
              <a:ext cx="226714" cy="234779"/>
            </a:xfrm>
            <a:custGeom>
              <a:avLst/>
              <a:gdLst>
                <a:gd name="T0" fmla="*/ 253 w 253"/>
                <a:gd name="T1" fmla="*/ 0 h 262"/>
                <a:gd name="T2" fmla="*/ 0 w 253"/>
                <a:gd name="T3" fmla="*/ 253 h 262"/>
                <a:gd name="T4" fmla="*/ 26 w 253"/>
                <a:gd name="T5" fmla="*/ 262 h 262"/>
                <a:gd name="T6" fmla="*/ 253 w 253"/>
                <a:gd name="T7" fmla="*/ 35 h 262"/>
                <a:gd name="T8" fmla="*/ 253 w 253"/>
                <a:gd name="T9" fmla="*/ 0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3" h="262">
                  <a:moveTo>
                    <a:pt x="253" y="0"/>
                  </a:moveTo>
                  <a:lnTo>
                    <a:pt x="0" y="253"/>
                  </a:lnTo>
                  <a:lnTo>
                    <a:pt x="26" y="262"/>
                  </a:lnTo>
                  <a:lnTo>
                    <a:pt x="253" y="35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023" name="Freeform 1251"/>
            <p:cNvSpPr/>
            <p:nvPr/>
          </p:nvSpPr>
          <p:spPr bwMode="auto">
            <a:xfrm>
              <a:off x="2490464" y="5952763"/>
              <a:ext cx="226714" cy="234779"/>
            </a:xfrm>
            <a:custGeom>
              <a:avLst/>
              <a:gdLst>
                <a:gd name="T0" fmla="*/ 253 w 253"/>
                <a:gd name="T1" fmla="*/ 0 h 262"/>
                <a:gd name="T2" fmla="*/ 0 w 253"/>
                <a:gd name="T3" fmla="*/ 253 h 262"/>
                <a:gd name="T4" fmla="*/ 26 w 253"/>
                <a:gd name="T5" fmla="*/ 262 h 262"/>
                <a:gd name="T6" fmla="*/ 253 w 253"/>
                <a:gd name="T7" fmla="*/ 35 h 262"/>
                <a:gd name="T8" fmla="*/ 253 w 253"/>
                <a:gd name="T9" fmla="*/ 0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3" h="262">
                  <a:moveTo>
                    <a:pt x="253" y="0"/>
                  </a:moveTo>
                  <a:lnTo>
                    <a:pt x="0" y="253"/>
                  </a:lnTo>
                  <a:lnTo>
                    <a:pt x="26" y="262"/>
                  </a:lnTo>
                  <a:lnTo>
                    <a:pt x="253" y="35"/>
                  </a:lnTo>
                  <a:lnTo>
                    <a:pt x="253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024" name="Freeform 1252"/>
            <p:cNvSpPr/>
            <p:nvPr/>
          </p:nvSpPr>
          <p:spPr bwMode="auto">
            <a:xfrm>
              <a:off x="2535269" y="6193814"/>
              <a:ext cx="25091" cy="8961"/>
            </a:xfrm>
            <a:custGeom>
              <a:avLst/>
              <a:gdLst>
                <a:gd name="T0" fmla="*/ 2 w 28"/>
                <a:gd name="T1" fmla="*/ 0 h 10"/>
                <a:gd name="T2" fmla="*/ 0 w 28"/>
                <a:gd name="T3" fmla="*/ 3 h 10"/>
                <a:gd name="T4" fmla="*/ 28 w 28"/>
                <a:gd name="T5" fmla="*/ 10 h 10"/>
                <a:gd name="T6" fmla="*/ 28 w 28"/>
                <a:gd name="T7" fmla="*/ 10 h 10"/>
                <a:gd name="T8" fmla="*/ 2 w 2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0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1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025" name="Freeform 1253"/>
            <p:cNvSpPr/>
            <p:nvPr/>
          </p:nvSpPr>
          <p:spPr bwMode="auto">
            <a:xfrm>
              <a:off x="2535269" y="6193814"/>
              <a:ext cx="25091" cy="8961"/>
            </a:xfrm>
            <a:custGeom>
              <a:avLst/>
              <a:gdLst>
                <a:gd name="T0" fmla="*/ 2 w 28"/>
                <a:gd name="T1" fmla="*/ 0 h 10"/>
                <a:gd name="T2" fmla="*/ 0 w 28"/>
                <a:gd name="T3" fmla="*/ 3 h 10"/>
                <a:gd name="T4" fmla="*/ 28 w 28"/>
                <a:gd name="T5" fmla="*/ 10 h 10"/>
                <a:gd name="T6" fmla="*/ 28 w 28"/>
                <a:gd name="T7" fmla="*/ 10 h 10"/>
                <a:gd name="T8" fmla="*/ 2 w 2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0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10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026" name="Freeform 1254"/>
            <p:cNvSpPr/>
            <p:nvPr/>
          </p:nvSpPr>
          <p:spPr bwMode="auto">
            <a:xfrm>
              <a:off x="2537061" y="6013698"/>
              <a:ext cx="180117" cy="189078"/>
            </a:xfrm>
            <a:custGeom>
              <a:avLst/>
              <a:gdLst>
                <a:gd name="T0" fmla="*/ 201 w 201"/>
                <a:gd name="T1" fmla="*/ 0 h 211"/>
                <a:gd name="T2" fmla="*/ 0 w 201"/>
                <a:gd name="T3" fmla="*/ 201 h 211"/>
                <a:gd name="T4" fmla="*/ 26 w 201"/>
                <a:gd name="T5" fmla="*/ 211 h 211"/>
                <a:gd name="T6" fmla="*/ 201 w 201"/>
                <a:gd name="T7" fmla="*/ 36 h 211"/>
                <a:gd name="T8" fmla="*/ 201 w 201"/>
                <a:gd name="T9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1" h="211">
                  <a:moveTo>
                    <a:pt x="201" y="0"/>
                  </a:moveTo>
                  <a:lnTo>
                    <a:pt x="0" y="201"/>
                  </a:lnTo>
                  <a:lnTo>
                    <a:pt x="26" y="211"/>
                  </a:lnTo>
                  <a:lnTo>
                    <a:pt x="201" y="36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027" name="Freeform 1255"/>
            <p:cNvSpPr/>
            <p:nvPr/>
          </p:nvSpPr>
          <p:spPr bwMode="auto">
            <a:xfrm>
              <a:off x="2537061" y="6013698"/>
              <a:ext cx="180117" cy="189078"/>
            </a:xfrm>
            <a:custGeom>
              <a:avLst/>
              <a:gdLst>
                <a:gd name="T0" fmla="*/ 201 w 201"/>
                <a:gd name="T1" fmla="*/ 0 h 211"/>
                <a:gd name="T2" fmla="*/ 0 w 201"/>
                <a:gd name="T3" fmla="*/ 201 h 211"/>
                <a:gd name="T4" fmla="*/ 26 w 201"/>
                <a:gd name="T5" fmla="*/ 211 h 211"/>
                <a:gd name="T6" fmla="*/ 201 w 201"/>
                <a:gd name="T7" fmla="*/ 36 h 211"/>
                <a:gd name="T8" fmla="*/ 201 w 201"/>
                <a:gd name="T9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1" h="211">
                  <a:moveTo>
                    <a:pt x="201" y="0"/>
                  </a:moveTo>
                  <a:lnTo>
                    <a:pt x="0" y="201"/>
                  </a:lnTo>
                  <a:lnTo>
                    <a:pt x="26" y="211"/>
                  </a:lnTo>
                  <a:lnTo>
                    <a:pt x="201" y="36"/>
                  </a:lnTo>
                  <a:lnTo>
                    <a:pt x="201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028" name="Freeform 1256"/>
            <p:cNvSpPr/>
            <p:nvPr/>
          </p:nvSpPr>
          <p:spPr bwMode="auto">
            <a:xfrm>
              <a:off x="2581866" y="6209048"/>
              <a:ext cx="25091" cy="8065"/>
            </a:xfrm>
            <a:custGeom>
              <a:avLst/>
              <a:gdLst>
                <a:gd name="T0" fmla="*/ 2 w 28"/>
                <a:gd name="T1" fmla="*/ 0 h 9"/>
                <a:gd name="T2" fmla="*/ 0 w 28"/>
                <a:gd name="T3" fmla="*/ 2 h 9"/>
                <a:gd name="T4" fmla="*/ 28 w 28"/>
                <a:gd name="T5" fmla="*/ 9 h 9"/>
                <a:gd name="T6" fmla="*/ 28 w 28"/>
                <a:gd name="T7" fmla="*/ 9 h 9"/>
                <a:gd name="T8" fmla="*/ 2 w 28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9">
                  <a:moveTo>
                    <a:pt x="2" y="0"/>
                  </a:moveTo>
                  <a:lnTo>
                    <a:pt x="0" y="2"/>
                  </a:lnTo>
                  <a:lnTo>
                    <a:pt x="28" y="9"/>
                  </a:lnTo>
                  <a:lnTo>
                    <a:pt x="28" y="9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029" name="Freeform 1257"/>
            <p:cNvSpPr/>
            <p:nvPr/>
          </p:nvSpPr>
          <p:spPr bwMode="auto">
            <a:xfrm>
              <a:off x="2581866" y="6209048"/>
              <a:ext cx="25091" cy="8065"/>
            </a:xfrm>
            <a:custGeom>
              <a:avLst/>
              <a:gdLst>
                <a:gd name="T0" fmla="*/ 2 w 28"/>
                <a:gd name="T1" fmla="*/ 0 h 9"/>
                <a:gd name="T2" fmla="*/ 0 w 28"/>
                <a:gd name="T3" fmla="*/ 2 h 9"/>
                <a:gd name="T4" fmla="*/ 28 w 28"/>
                <a:gd name="T5" fmla="*/ 9 h 9"/>
                <a:gd name="T6" fmla="*/ 28 w 28"/>
                <a:gd name="T7" fmla="*/ 9 h 9"/>
                <a:gd name="T8" fmla="*/ 2 w 28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9">
                  <a:moveTo>
                    <a:pt x="2" y="0"/>
                  </a:moveTo>
                  <a:lnTo>
                    <a:pt x="0" y="2"/>
                  </a:lnTo>
                  <a:lnTo>
                    <a:pt x="28" y="9"/>
                  </a:lnTo>
                  <a:lnTo>
                    <a:pt x="28" y="9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030" name="Freeform 1258"/>
            <p:cNvSpPr/>
            <p:nvPr/>
          </p:nvSpPr>
          <p:spPr bwMode="auto">
            <a:xfrm>
              <a:off x="2583659" y="6075529"/>
              <a:ext cx="133519" cy="141584"/>
            </a:xfrm>
            <a:custGeom>
              <a:avLst/>
              <a:gdLst>
                <a:gd name="T0" fmla="*/ 149 w 149"/>
                <a:gd name="T1" fmla="*/ 0 h 158"/>
                <a:gd name="T2" fmla="*/ 0 w 149"/>
                <a:gd name="T3" fmla="*/ 149 h 158"/>
                <a:gd name="T4" fmla="*/ 26 w 149"/>
                <a:gd name="T5" fmla="*/ 158 h 158"/>
                <a:gd name="T6" fmla="*/ 149 w 149"/>
                <a:gd name="T7" fmla="*/ 35 h 158"/>
                <a:gd name="T8" fmla="*/ 149 w 149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158">
                  <a:moveTo>
                    <a:pt x="149" y="0"/>
                  </a:moveTo>
                  <a:lnTo>
                    <a:pt x="0" y="149"/>
                  </a:lnTo>
                  <a:lnTo>
                    <a:pt x="26" y="158"/>
                  </a:lnTo>
                  <a:lnTo>
                    <a:pt x="149" y="35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031" name="Freeform 1259"/>
            <p:cNvSpPr/>
            <p:nvPr/>
          </p:nvSpPr>
          <p:spPr bwMode="auto">
            <a:xfrm>
              <a:off x="2583659" y="6075529"/>
              <a:ext cx="133519" cy="141584"/>
            </a:xfrm>
            <a:custGeom>
              <a:avLst/>
              <a:gdLst>
                <a:gd name="T0" fmla="*/ 149 w 149"/>
                <a:gd name="T1" fmla="*/ 0 h 158"/>
                <a:gd name="T2" fmla="*/ 0 w 149"/>
                <a:gd name="T3" fmla="*/ 149 h 158"/>
                <a:gd name="T4" fmla="*/ 26 w 149"/>
                <a:gd name="T5" fmla="*/ 158 h 158"/>
                <a:gd name="T6" fmla="*/ 149 w 149"/>
                <a:gd name="T7" fmla="*/ 35 h 158"/>
                <a:gd name="T8" fmla="*/ 149 w 149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158">
                  <a:moveTo>
                    <a:pt x="149" y="0"/>
                  </a:moveTo>
                  <a:lnTo>
                    <a:pt x="0" y="149"/>
                  </a:lnTo>
                  <a:lnTo>
                    <a:pt x="26" y="158"/>
                  </a:lnTo>
                  <a:lnTo>
                    <a:pt x="149" y="35"/>
                  </a:lnTo>
                  <a:lnTo>
                    <a:pt x="149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032" name="Freeform 1260"/>
            <p:cNvSpPr/>
            <p:nvPr/>
          </p:nvSpPr>
          <p:spPr bwMode="auto">
            <a:xfrm>
              <a:off x="2628464" y="6223386"/>
              <a:ext cx="25091" cy="8961"/>
            </a:xfrm>
            <a:custGeom>
              <a:avLst/>
              <a:gdLst>
                <a:gd name="T0" fmla="*/ 2 w 28"/>
                <a:gd name="T1" fmla="*/ 0 h 10"/>
                <a:gd name="T2" fmla="*/ 0 w 28"/>
                <a:gd name="T3" fmla="*/ 3 h 10"/>
                <a:gd name="T4" fmla="*/ 28 w 28"/>
                <a:gd name="T5" fmla="*/ 10 h 10"/>
                <a:gd name="T6" fmla="*/ 28 w 28"/>
                <a:gd name="T7" fmla="*/ 7 h 10"/>
                <a:gd name="T8" fmla="*/ 2 w 2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0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033" name="Freeform 1261"/>
            <p:cNvSpPr/>
            <p:nvPr/>
          </p:nvSpPr>
          <p:spPr bwMode="auto">
            <a:xfrm>
              <a:off x="2628464" y="6223386"/>
              <a:ext cx="25091" cy="8961"/>
            </a:xfrm>
            <a:custGeom>
              <a:avLst/>
              <a:gdLst>
                <a:gd name="T0" fmla="*/ 2 w 28"/>
                <a:gd name="T1" fmla="*/ 0 h 10"/>
                <a:gd name="T2" fmla="*/ 0 w 28"/>
                <a:gd name="T3" fmla="*/ 3 h 10"/>
                <a:gd name="T4" fmla="*/ 28 w 28"/>
                <a:gd name="T5" fmla="*/ 10 h 10"/>
                <a:gd name="T6" fmla="*/ 28 w 28"/>
                <a:gd name="T7" fmla="*/ 7 h 10"/>
                <a:gd name="T8" fmla="*/ 2 w 2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0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034" name="Freeform 1262"/>
            <p:cNvSpPr/>
            <p:nvPr/>
          </p:nvSpPr>
          <p:spPr bwMode="auto">
            <a:xfrm>
              <a:off x="2630256" y="6136464"/>
              <a:ext cx="86922" cy="93195"/>
            </a:xfrm>
            <a:custGeom>
              <a:avLst/>
              <a:gdLst>
                <a:gd name="T0" fmla="*/ 97 w 97"/>
                <a:gd name="T1" fmla="*/ 0 h 104"/>
                <a:gd name="T2" fmla="*/ 0 w 97"/>
                <a:gd name="T3" fmla="*/ 97 h 104"/>
                <a:gd name="T4" fmla="*/ 26 w 97"/>
                <a:gd name="T5" fmla="*/ 104 h 104"/>
                <a:gd name="T6" fmla="*/ 97 w 97"/>
                <a:gd name="T7" fmla="*/ 33 h 104"/>
                <a:gd name="T8" fmla="*/ 97 w 97"/>
                <a:gd name="T9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104">
                  <a:moveTo>
                    <a:pt x="97" y="0"/>
                  </a:moveTo>
                  <a:lnTo>
                    <a:pt x="0" y="97"/>
                  </a:lnTo>
                  <a:lnTo>
                    <a:pt x="26" y="104"/>
                  </a:lnTo>
                  <a:lnTo>
                    <a:pt x="97" y="33"/>
                  </a:lnTo>
                  <a:lnTo>
                    <a:pt x="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035" name="Freeform 1263"/>
            <p:cNvSpPr/>
            <p:nvPr/>
          </p:nvSpPr>
          <p:spPr bwMode="auto">
            <a:xfrm>
              <a:off x="2630256" y="6136464"/>
              <a:ext cx="86922" cy="93195"/>
            </a:xfrm>
            <a:custGeom>
              <a:avLst/>
              <a:gdLst>
                <a:gd name="T0" fmla="*/ 97 w 97"/>
                <a:gd name="T1" fmla="*/ 0 h 104"/>
                <a:gd name="T2" fmla="*/ 0 w 97"/>
                <a:gd name="T3" fmla="*/ 97 h 104"/>
                <a:gd name="T4" fmla="*/ 26 w 97"/>
                <a:gd name="T5" fmla="*/ 104 h 104"/>
                <a:gd name="T6" fmla="*/ 97 w 97"/>
                <a:gd name="T7" fmla="*/ 33 h 104"/>
                <a:gd name="T8" fmla="*/ 97 w 97"/>
                <a:gd name="T9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104">
                  <a:moveTo>
                    <a:pt x="97" y="0"/>
                  </a:moveTo>
                  <a:lnTo>
                    <a:pt x="0" y="97"/>
                  </a:lnTo>
                  <a:lnTo>
                    <a:pt x="26" y="104"/>
                  </a:lnTo>
                  <a:lnTo>
                    <a:pt x="97" y="33"/>
                  </a:lnTo>
                  <a:lnTo>
                    <a:pt x="97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036" name="Freeform 1264"/>
            <p:cNvSpPr/>
            <p:nvPr/>
          </p:nvSpPr>
          <p:spPr bwMode="auto">
            <a:xfrm>
              <a:off x="2675061" y="6238619"/>
              <a:ext cx="25091" cy="8065"/>
            </a:xfrm>
            <a:custGeom>
              <a:avLst/>
              <a:gdLst>
                <a:gd name="T0" fmla="*/ 2 w 28"/>
                <a:gd name="T1" fmla="*/ 0 h 9"/>
                <a:gd name="T2" fmla="*/ 0 w 28"/>
                <a:gd name="T3" fmla="*/ 0 h 9"/>
                <a:gd name="T4" fmla="*/ 26 w 28"/>
                <a:gd name="T5" fmla="*/ 9 h 9"/>
                <a:gd name="T6" fmla="*/ 28 w 28"/>
                <a:gd name="T7" fmla="*/ 7 h 9"/>
                <a:gd name="T8" fmla="*/ 2 w 28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9">
                  <a:moveTo>
                    <a:pt x="2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037" name="Freeform 1265"/>
            <p:cNvSpPr/>
            <p:nvPr/>
          </p:nvSpPr>
          <p:spPr bwMode="auto">
            <a:xfrm>
              <a:off x="2675061" y="6238619"/>
              <a:ext cx="25091" cy="8065"/>
            </a:xfrm>
            <a:custGeom>
              <a:avLst/>
              <a:gdLst>
                <a:gd name="T0" fmla="*/ 2 w 28"/>
                <a:gd name="T1" fmla="*/ 0 h 9"/>
                <a:gd name="T2" fmla="*/ 0 w 28"/>
                <a:gd name="T3" fmla="*/ 0 h 9"/>
                <a:gd name="T4" fmla="*/ 26 w 28"/>
                <a:gd name="T5" fmla="*/ 9 h 9"/>
                <a:gd name="T6" fmla="*/ 28 w 28"/>
                <a:gd name="T7" fmla="*/ 7 h 9"/>
                <a:gd name="T8" fmla="*/ 2 w 28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9">
                  <a:moveTo>
                    <a:pt x="2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038" name="Freeform 1266"/>
            <p:cNvSpPr/>
            <p:nvPr/>
          </p:nvSpPr>
          <p:spPr bwMode="auto">
            <a:xfrm>
              <a:off x="2676853" y="6196503"/>
              <a:ext cx="40325" cy="48390"/>
            </a:xfrm>
            <a:custGeom>
              <a:avLst/>
              <a:gdLst>
                <a:gd name="T0" fmla="*/ 45 w 45"/>
                <a:gd name="T1" fmla="*/ 0 h 54"/>
                <a:gd name="T2" fmla="*/ 0 w 45"/>
                <a:gd name="T3" fmla="*/ 47 h 54"/>
                <a:gd name="T4" fmla="*/ 26 w 45"/>
                <a:gd name="T5" fmla="*/ 54 h 54"/>
                <a:gd name="T6" fmla="*/ 45 w 45"/>
                <a:gd name="T7" fmla="*/ 35 h 54"/>
                <a:gd name="T8" fmla="*/ 45 w 45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54">
                  <a:moveTo>
                    <a:pt x="45" y="0"/>
                  </a:moveTo>
                  <a:lnTo>
                    <a:pt x="0" y="47"/>
                  </a:lnTo>
                  <a:lnTo>
                    <a:pt x="26" y="54"/>
                  </a:lnTo>
                  <a:lnTo>
                    <a:pt x="45" y="35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039" name="Freeform 1267"/>
            <p:cNvSpPr/>
            <p:nvPr/>
          </p:nvSpPr>
          <p:spPr bwMode="auto">
            <a:xfrm>
              <a:off x="2676853" y="6196503"/>
              <a:ext cx="40325" cy="48390"/>
            </a:xfrm>
            <a:custGeom>
              <a:avLst/>
              <a:gdLst>
                <a:gd name="T0" fmla="*/ 45 w 45"/>
                <a:gd name="T1" fmla="*/ 0 h 54"/>
                <a:gd name="T2" fmla="*/ 0 w 45"/>
                <a:gd name="T3" fmla="*/ 47 h 54"/>
                <a:gd name="T4" fmla="*/ 26 w 45"/>
                <a:gd name="T5" fmla="*/ 54 h 54"/>
                <a:gd name="T6" fmla="*/ 45 w 45"/>
                <a:gd name="T7" fmla="*/ 35 h 54"/>
                <a:gd name="T8" fmla="*/ 45 w 45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54">
                  <a:moveTo>
                    <a:pt x="45" y="0"/>
                  </a:moveTo>
                  <a:lnTo>
                    <a:pt x="0" y="47"/>
                  </a:lnTo>
                  <a:lnTo>
                    <a:pt x="26" y="54"/>
                  </a:lnTo>
                  <a:lnTo>
                    <a:pt x="45" y="35"/>
                  </a:lnTo>
                  <a:lnTo>
                    <a:pt x="45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040" name="Freeform 1268"/>
            <p:cNvSpPr/>
            <p:nvPr/>
          </p:nvSpPr>
          <p:spPr bwMode="auto">
            <a:xfrm>
              <a:off x="2717178" y="2939171"/>
              <a:ext cx="491960" cy="3313786"/>
            </a:xfrm>
            <a:custGeom>
              <a:avLst/>
              <a:gdLst>
                <a:gd name="T0" fmla="*/ 549 w 549"/>
                <a:gd name="T1" fmla="*/ 3526 h 3698"/>
                <a:gd name="T2" fmla="*/ 0 w 549"/>
                <a:gd name="T3" fmla="*/ 3698 h 3698"/>
                <a:gd name="T4" fmla="*/ 0 w 549"/>
                <a:gd name="T5" fmla="*/ 0 h 3698"/>
                <a:gd name="T6" fmla="*/ 549 w 549"/>
                <a:gd name="T7" fmla="*/ 173 h 3698"/>
                <a:gd name="T8" fmla="*/ 549 w 549"/>
                <a:gd name="T9" fmla="*/ 3526 h 3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3698">
                  <a:moveTo>
                    <a:pt x="549" y="3526"/>
                  </a:moveTo>
                  <a:lnTo>
                    <a:pt x="0" y="3698"/>
                  </a:lnTo>
                  <a:lnTo>
                    <a:pt x="0" y="0"/>
                  </a:lnTo>
                  <a:lnTo>
                    <a:pt x="549" y="173"/>
                  </a:lnTo>
                  <a:lnTo>
                    <a:pt x="549" y="3526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</p:grpSp>
      <p:sp>
        <p:nvSpPr>
          <p:cNvPr id="1041" name="文本框 1040"/>
          <p:cNvSpPr txBox="1"/>
          <p:nvPr/>
        </p:nvSpPr>
        <p:spPr>
          <a:xfrm>
            <a:off x="8209599" y="1865305"/>
            <a:ext cx="2950126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2018-2019</a:t>
            </a:r>
            <a:r>
              <a:rPr lang="zh-CN" altLang="en-US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年产品销售量对比</a:t>
            </a:r>
          </a:p>
        </p:txBody>
      </p:sp>
      <p:sp>
        <p:nvSpPr>
          <p:cNvPr id="1042" name="文本框 1041"/>
          <p:cNvSpPr txBox="1"/>
          <p:nvPr/>
        </p:nvSpPr>
        <p:spPr>
          <a:xfrm>
            <a:off x="8744789" y="5067812"/>
            <a:ext cx="1008384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2018</a:t>
            </a:r>
            <a:r>
              <a:rPr lang="zh-CN" altLang="en-US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年</a:t>
            </a:r>
          </a:p>
        </p:txBody>
      </p:sp>
      <p:sp>
        <p:nvSpPr>
          <p:cNvPr id="1043" name="文本框 1042"/>
          <p:cNvSpPr txBox="1"/>
          <p:nvPr/>
        </p:nvSpPr>
        <p:spPr>
          <a:xfrm>
            <a:off x="9783303" y="5067812"/>
            <a:ext cx="1008384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2019</a:t>
            </a:r>
            <a:r>
              <a:rPr lang="zh-CN" altLang="en-US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年</a:t>
            </a:r>
          </a:p>
        </p:txBody>
      </p:sp>
      <p:sp>
        <p:nvSpPr>
          <p:cNvPr id="1044" name="文本框 1043"/>
          <p:cNvSpPr txBox="1"/>
          <p:nvPr/>
        </p:nvSpPr>
        <p:spPr>
          <a:xfrm>
            <a:off x="9745203" y="2247473"/>
            <a:ext cx="10083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138152</a:t>
            </a:r>
            <a:endParaRPr lang="zh-CN" altLang="en-US" sz="1600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1045" name="文本框 1044"/>
          <p:cNvSpPr txBox="1"/>
          <p:nvPr/>
        </p:nvSpPr>
        <p:spPr>
          <a:xfrm>
            <a:off x="8754805" y="2729870"/>
            <a:ext cx="10083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114591</a:t>
            </a:r>
            <a:endParaRPr lang="zh-CN" altLang="en-US" sz="1600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1046" name="矩形 1045"/>
          <p:cNvSpPr/>
          <p:nvPr/>
        </p:nvSpPr>
        <p:spPr>
          <a:xfrm>
            <a:off x="7095509" y="5418072"/>
            <a:ext cx="4108420" cy="6339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专业完美财务分析报告，正文字体</a:t>
            </a:r>
            <a:r>
              <a:rPr lang="en-US" altLang="zh-CN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12-24</a:t>
            </a: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号，标题字体为</a:t>
            </a:r>
            <a:r>
              <a:rPr lang="en-US" altLang="zh-CN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28-48</a:t>
            </a: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号，字体间距为</a:t>
            </a:r>
            <a:r>
              <a:rPr lang="en-US" altLang="zh-CN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1.2-1.5</a:t>
            </a: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，字体用思源黑体</a:t>
            </a:r>
            <a:r>
              <a:rPr lang="en-US" altLang="zh-CN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CN Normal</a:t>
            </a: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，主要要概括要简洁，用数据说话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500">
        <p:random/>
      </p:transition>
    </mc:Choice>
    <mc:Fallback xmlns="">
      <p:transition spd="slow" advTm="55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0.23789 2.59259E-6 " pathEditMode="relative" rAng="0" ptsTypes="AA">
                                      <p:cBhvr>
                                        <p:cTn id="21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88" y="0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500"/>
                            </p:stCondLst>
                            <p:childTnLst>
                              <p:par>
                                <p:cTn id="5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000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5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5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0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0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0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0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10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10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0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0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0"/>
                            </p:stCondLst>
                            <p:childTnLst>
                              <p:par>
                                <p:cTn id="10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" grpId="0" animBg="1"/>
      <p:bldP spid="4" grpId="0"/>
      <p:bldP spid="9" grpId="0" animBg="1"/>
      <p:bldP spid="500" grpId="0"/>
      <p:bldP spid="501" grpId="0"/>
      <p:bldP spid="502" grpId="0"/>
      <p:bldP spid="503" grpId="0"/>
      <p:bldP spid="504" grpId="0"/>
      <p:bldP spid="505" grpId="0"/>
      <p:bldP spid="1041" grpId="0"/>
      <p:bldP spid="1042" grpId="0"/>
      <p:bldP spid="1043" grpId="0"/>
      <p:bldP spid="1044" grpId="0"/>
      <p:bldP spid="1045" grpId="0"/>
      <p:bldP spid="104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475460"/>
            <a:ext cx="412612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圆角矩形 101"/>
          <p:cNvSpPr/>
          <p:nvPr/>
        </p:nvSpPr>
        <p:spPr>
          <a:xfrm>
            <a:off x="4360957" y="258038"/>
            <a:ext cx="3456384" cy="523213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endParaRPr lang="zh-CN" altLang="en-US" b="1" dirty="0">
              <a:solidFill>
                <a:prstClr val="white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06409" y="288927"/>
            <a:ext cx="3456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市场回顾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4394504" y="288927"/>
            <a:ext cx="468000" cy="468000"/>
            <a:chOff x="304800" y="673100"/>
            <a:chExt cx="4000500" cy="4000500"/>
          </a:xfrm>
          <a:effectLst/>
        </p:grpSpPr>
        <p:sp>
          <p:nvSpPr>
            <p:cNvPr id="6" name="同心圆 86"/>
            <p:cNvSpPr/>
            <p:nvPr/>
          </p:nvSpPr>
          <p:spPr>
            <a:xfrm>
              <a:off x="304800" y="673100"/>
              <a:ext cx="4000500" cy="400050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prstClr val="black"/>
                </a:solidFill>
                <a:latin typeface="Calibri" panose="020F0502020204030204"/>
                <a:ea typeface="思源黑体 CN Bold" panose="020B0800000000000000" pitchFamily="34" charset="-122"/>
              </a:endParaRPr>
            </a:p>
          </p:txBody>
        </p:sp>
        <p:sp>
          <p:nvSpPr>
            <p:cNvPr id="7" name="椭圆 3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prstClr val="white"/>
                </a:solidFill>
                <a:latin typeface="Calibri" panose="020F0502020204030204"/>
                <a:ea typeface="思源黑体 CN Bold" panose="020B0800000000000000" pitchFamily="34" charset="-122"/>
              </a:endParaRPr>
            </a:p>
          </p:txBody>
        </p:sp>
      </p:grpSp>
      <p:cxnSp>
        <p:nvCxnSpPr>
          <p:cNvPr id="11" name="直接连接符 10"/>
          <p:cNvCxnSpPr/>
          <p:nvPr/>
        </p:nvCxnSpPr>
        <p:spPr>
          <a:xfrm>
            <a:off x="8065877" y="475460"/>
            <a:ext cx="412612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圆角矩形 3"/>
          <p:cNvSpPr/>
          <p:nvPr/>
        </p:nvSpPr>
        <p:spPr>
          <a:xfrm>
            <a:off x="1363580" y="1747792"/>
            <a:ext cx="3826606" cy="439053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50800">
            <a:noFill/>
          </a:ln>
          <a:effectLst>
            <a:outerShdw blurRad="330200" sx="107000" sy="107000" algn="ctr" rotWithShape="0">
              <a:prstClr val="black">
                <a:alpha val="9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25">
              <a:solidFill>
                <a:srgbClr val="FFFFFF"/>
              </a:solidFill>
              <a:latin typeface="+mj-ea"/>
              <a:ea typeface="+mj-ea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755406" y="1682357"/>
            <a:ext cx="2873097" cy="1410238"/>
            <a:chOff x="4352023" y="2858555"/>
            <a:chExt cx="3453840" cy="3823790"/>
          </a:xfrm>
        </p:grpSpPr>
        <p:sp>
          <p:nvSpPr>
            <p:cNvPr id="12" name="椭圆 11"/>
            <p:cNvSpPr/>
            <p:nvPr/>
          </p:nvSpPr>
          <p:spPr>
            <a:xfrm>
              <a:off x="4352023" y="2858555"/>
              <a:ext cx="3453840" cy="3823790"/>
            </a:xfrm>
            <a:prstGeom prst="roundRect">
              <a:avLst>
                <a:gd name="adj" fmla="val 50000"/>
              </a:avLst>
            </a:prstGeom>
            <a:gradFill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5400000" scaled="0"/>
            </a:gradFill>
            <a:ln w="9525"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+mj-ea"/>
                <a:ea typeface="+mj-ea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4710169" y="3865113"/>
              <a:ext cx="2771663" cy="2384818"/>
            </a:xfrm>
            <a:prstGeom prst="roundRect">
              <a:avLst>
                <a:gd name="adj" fmla="val 48348"/>
              </a:avLst>
            </a:prstGeom>
            <a:solidFill>
              <a:srgbClr val="C00000"/>
            </a:solidFill>
            <a:ln w="31750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</a:ln>
            <a:effectLst>
              <a:innerShdw blurRad="127000" dist="63500" dir="13500000">
                <a:schemeClr val="accent1">
                  <a:lumMod val="50000"/>
                  <a:alpha val="85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2299982" y="2200962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32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市场机遇</a:t>
            </a:r>
          </a:p>
        </p:txBody>
      </p:sp>
      <p:sp>
        <p:nvSpPr>
          <p:cNvPr id="16" name="圆角矩形 3"/>
          <p:cNvSpPr/>
          <p:nvPr/>
        </p:nvSpPr>
        <p:spPr>
          <a:xfrm>
            <a:off x="7001816" y="1747792"/>
            <a:ext cx="3826606" cy="439053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50800">
            <a:noFill/>
          </a:ln>
          <a:effectLst>
            <a:outerShdw blurRad="330200" sx="107000" sy="107000" algn="ctr" rotWithShape="0">
              <a:prstClr val="black">
                <a:alpha val="9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25">
              <a:solidFill>
                <a:srgbClr val="FFFFFF"/>
              </a:solidFill>
              <a:latin typeface="+mj-ea"/>
              <a:ea typeface="+mj-ea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7393642" y="1682357"/>
            <a:ext cx="2873097" cy="1410238"/>
            <a:chOff x="4352023" y="2858555"/>
            <a:chExt cx="3453840" cy="3823790"/>
          </a:xfrm>
        </p:grpSpPr>
        <p:sp>
          <p:nvSpPr>
            <p:cNvPr id="18" name="椭圆 11"/>
            <p:cNvSpPr/>
            <p:nvPr/>
          </p:nvSpPr>
          <p:spPr>
            <a:xfrm>
              <a:off x="4352023" y="2858555"/>
              <a:ext cx="3453840" cy="3823790"/>
            </a:xfrm>
            <a:prstGeom prst="roundRect">
              <a:avLst>
                <a:gd name="adj" fmla="val 50000"/>
              </a:avLst>
            </a:prstGeom>
            <a:gradFill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5400000" scaled="0"/>
            </a:gradFill>
            <a:ln w="9525"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+mj-ea"/>
                <a:ea typeface="+mj-ea"/>
              </a:endParaRPr>
            </a:p>
          </p:txBody>
        </p:sp>
        <p:sp>
          <p:nvSpPr>
            <p:cNvPr id="19" name="椭圆 13"/>
            <p:cNvSpPr/>
            <p:nvPr/>
          </p:nvSpPr>
          <p:spPr>
            <a:xfrm>
              <a:off x="4710169" y="3865113"/>
              <a:ext cx="2771663" cy="2384818"/>
            </a:xfrm>
            <a:prstGeom prst="roundRect">
              <a:avLst>
                <a:gd name="adj" fmla="val 48348"/>
              </a:avLst>
            </a:prstGeom>
            <a:solidFill>
              <a:schemeClr val="accent4"/>
            </a:solidFill>
            <a:ln w="31750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</a:ln>
            <a:effectLst>
              <a:innerShdw blurRad="127000" dist="63500" dir="13500000">
                <a:schemeClr val="accent1">
                  <a:lumMod val="50000"/>
                  <a:alpha val="85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7938218" y="2200962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市场挑战</a:t>
            </a:r>
          </a:p>
        </p:txBody>
      </p:sp>
      <p:sp>
        <p:nvSpPr>
          <p:cNvPr id="21" name="矩形 20"/>
          <p:cNvSpPr/>
          <p:nvPr/>
        </p:nvSpPr>
        <p:spPr>
          <a:xfrm>
            <a:off x="1583170" y="3172574"/>
            <a:ext cx="3045333" cy="2279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专业完美财务分析报告，正文字体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12-24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号，标题字体为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28-48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号，字体间距为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1.2-1.5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，字体用思源黑体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CN Normal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，主要要概括要简洁，用数据说话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marL="171450" indent="-171450" algn="just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专业完美财务分析报告，正文字体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12-24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号，标题字体为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28-48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号，字体间距为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1.2-1.5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，字体用思源黑体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CN Normal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，主要要概括要简洁，用数据说话</a:t>
            </a:r>
          </a:p>
        </p:txBody>
      </p:sp>
      <p:sp>
        <p:nvSpPr>
          <p:cNvPr id="22" name="矩形 21"/>
          <p:cNvSpPr/>
          <p:nvPr/>
        </p:nvSpPr>
        <p:spPr>
          <a:xfrm>
            <a:off x="7392452" y="3172574"/>
            <a:ext cx="3045333" cy="2279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专业完美财务分析报告，正文字体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12-24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号，标题字体为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28-48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号，字体间距为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1.2-1.5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，字体用思源黑体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CN Normal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，主要要概括要简洁，用数据说话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marL="171450" indent="-171450" algn="just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专业完美财务分析报告，正文字体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12-24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号，标题字体为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28-48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号，字体间距为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1.2-1.5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，字体用思源黑体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CN Normal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，主要要概括要简洁，用数据说话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4" presetID="16" presetClass="entr" presetSubtype="2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inVertical)">
                                          <p:cBhvr>
                                            <p:cTn id="16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0" presetID="63" presetClass="path" presetSubtype="0" accel="50000" de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70833E-6 2.59259E-6 L 0.23789 2.59259E-6 " pathEditMode="relative" rAng="0" ptsTypes="AA">
                                          <p:cBhvr>
                                            <p:cTn id="21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1888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2" presetID="22" presetClass="entr" presetSubtype="8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4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26" presetID="1" presetClass="exit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8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29" presetID="2" presetClass="entr" presetSubtype="4" accel="60000" fill="hold" grpId="0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1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2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3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34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6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8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1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2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43" presetID="2" presetClass="entr" presetSubtype="4" accel="60000" fill="hold" grpId="0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45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46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7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48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0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6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57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9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60" dur="1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1" dur="1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2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65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6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animBg="1"/>
          <p:bldP spid="4" grpId="0"/>
          <p:bldP spid="9" grpId="0" animBg="1"/>
          <p:bldP spid="8" grpId="0"/>
          <p:bldP spid="16" grpId="0" animBg="1"/>
          <p:bldP spid="20" grpId="0"/>
          <p:bldP spid="21" grpId="0"/>
          <p:bldP spid="22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4" presetID="16" presetClass="entr" presetSubtype="2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inVertical)">
                                          <p:cBhvr>
                                            <p:cTn id="16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0" presetID="63" presetClass="path" presetSubtype="0" accel="50000" de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70833E-6 2.59259E-6 L 0.23789 2.59259E-6 " pathEditMode="relative" rAng="0" ptsTypes="AA">
                                          <p:cBhvr>
                                            <p:cTn id="21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1888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2" presetID="22" presetClass="entr" presetSubtype="8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4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26" presetID="1" presetClass="exit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8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29" presetID="2" presetClass="entr" presetSubtype="4" accel="6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3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34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6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8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1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2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43" presetID="2" presetClass="entr" presetSubtype="4" accel="6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5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6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7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48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0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6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57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9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60" dur="1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1" dur="1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2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65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6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animBg="1"/>
          <p:bldP spid="4" grpId="0"/>
          <p:bldP spid="9" grpId="0" animBg="1"/>
          <p:bldP spid="8" grpId="0"/>
          <p:bldP spid="16" grpId="0" animBg="1"/>
          <p:bldP spid="20" grpId="0"/>
          <p:bldP spid="21" grpId="0"/>
          <p:bldP spid="22" grpId="0"/>
        </p:bldLst>
      </p:timing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475460"/>
            <a:ext cx="412612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圆角矩形 101"/>
          <p:cNvSpPr/>
          <p:nvPr/>
        </p:nvSpPr>
        <p:spPr>
          <a:xfrm>
            <a:off x="4360957" y="258038"/>
            <a:ext cx="3456384" cy="523213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endParaRPr lang="zh-CN" altLang="en-US" b="1" dirty="0">
              <a:solidFill>
                <a:prstClr val="white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06409" y="288927"/>
            <a:ext cx="3456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业绩回顾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4394504" y="288927"/>
            <a:ext cx="468000" cy="468000"/>
            <a:chOff x="304800" y="673100"/>
            <a:chExt cx="4000500" cy="4000500"/>
          </a:xfrm>
          <a:effectLst/>
        </p:grpSpPr>
        <p:sp>
          <p:nvSpPr>
            <p:cNvPr id="6" name="同心圆 86"/>
            <p:cNvSpPr/>
            <p:nvPr/>
          </p:nvSpPr>
          <p:spPr>
            <a:xfrm>
              <a:off x="304800" y="673100"/>
              <a:ext cx="4000500" cy="400050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prstClr val="black"/>
                </a:solidFill>
                <a:latin typeface="Calibri" panose="020F0502020204030204"/>
                <a:ea typeface="思源黑体 CN Bold" panose="020B0800000000000000" pitchFamily="34" charset="-122"/>
              </a:endParaRPr>
            </a:p>
          </p:txBody>
        </p:sp>
        <p:sp>
          <p:nvSpPr>
            <p:cNvPr id="7" name="椭圆 3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prstClr val="white"/>
                </a:solidFill>
                <a:latin typeface="Calibri" panose="020F0502020204030204"/>
                <a:ea typeface="思源黑体 CN Bold" panose="020B0800000000000000" pitchFamily="34" charset="-122"/>
              </a:endParaRPr>
            </a:p>
          </p:txBody>
        </p:sp>
      </p:grpSp>
      <p:cxnSp>
        <p:nvCxnSpPr>
          <p:cNvPr id="11" name="直接连接符 10"/>
          <p:cNvCxnSpPr/>
          <p:nvPr/>
        </p:nvCxnSpPr>
        <p:spPr>
          <a:xfrm>
            <a:off x="8065877" y="475460"/>
            <a:ext cx="412612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5"/>
          <p:cNvGrpSpPr/>
          <p:nvPr/>
        </p:nvGrpSpPr>
        <p:grpSpPr bwMode="auto">
          <a:xfrm>
            <a:off x="1019175" y="1612674"/>
            <a:ext cx="4076757" cy="990416"/>
            <a:chOff x="1011185" y="2320283"/>
            <a:chExt cx="4077101" cy="990465"/>
          </a:xfrm>
        </p:grpSpPr>
        <p:sp>
          <p:nvSpPr>
            <p:cNvPr id="15" name="矩形 8"/>
            <p:cNvSpPr>
              <a:spLocks noChangeArrowheads="1"/>
            </p:cNvSpPr>
            <p:nvPr/>
          </p:nvSpPr>
          <p:spPr bwMode="auto">
            <a:xfrm>
              <a:off x="1011185" y="2320283"/>
              <a:ext cx="4077101" cy="646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600" dirty="0">
                  <a:solidFill>
                    <a:srgbClr val="C00000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888,888</a:t>
              </a:r>
              <a:r>
                <a:rPr lang="zh-CN" altLang="en-US" sz="3600" dirty="0">
                  <a:solidFill>
                    <a:srgbClr val="C00000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，</a:t>
              </a:r>
              <a:r>
                <a:rPr lang="en-US" altLang="zh-CN" sz="3600" dirty="0">
                  <a:solidFill>
                    <a:srgbClr val="C00000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888,000</a:t>
              </a:r>
              <a:endParaRPr lang="zh-CN" altLang="en-US" sz="3600" dirty="0">
                <a:solidFill>
                  <a:srgbClr val="C0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14" name="矩形 13"/>
            <p:cNvSpPr>
              <a:spLocks noChangeArrowheads="1"/>
            </p:cNvSpPr>
            <p:nvPr/>
          </p:nvSpPr>
          <p:spPr bwMode="auto">
            <a:xfrm>
              <a:off x="1011185" y="2911948"/>
              <a:ext cx="1707024" cy="398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solidFill>
                    <a:srgbClr val="000000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2019</a:t>
              </a:r>
              <a:r>
                <a:rPr lang="zh-CN" altLang="en-US" sz="2000" dirty="0">
                  <a:solidFill>
                    <a:srgbClr val="000000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年纯利润</a:t>
              </a:r>
            </a:p>
          </p:txBody>
        </p:sp>
      </p:grpSp>
      <p:grpSp>
        <p:nvGrpSpPr>
          <p:cNvPr id="17" name="组合 16"/>
          <p:cNvGrpSpPr/>
          <p:nvPr/>
        </p:nvGrpSpPr>
        <p:grpSpPr bwMode="auto">
          <a:xfrm>
            <a:off x="1019175" y="2747676"/>
            <a:ext cx="3752950" cy="955618"/>
            <a:chOff x="1011185" y="2329798"/>
            <a:chExt cx="3753267" cy="955666"/>
          </a:xfrm>
        </p:grpSpPr>
        <p:sp>
          <p:nvSpPr>
            <p:cNvPr id="20" name="矩形 20"/>
            <p:cNvSpPr>
              <a:spLocks noChangeArrowheads="1"/>
            </p:cNvSpPr>
            <p:nvPr/>
          </p:nvSpPr>
          <p:spPr bwMode="auto">
            <a:xfrm>
              <a:off x="1011185" y="2329798"/>
              <a:ext cx="3753267" cy="646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600" dirty="0">
                  <a:solidFill>
                    <a:srgbClr val="C00000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888,888,666,000</a:t>
              </a:r>
              <a:endParaRPr lang="zh-CN" altLang="en-US" sz="3600" dirty="0">
                <a:solidFill>
                  <a:srgbClr val="C0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19" name="矩形 18"/>
            <p:cNvSpPr>
              <a:spLocks noChangeArrowheads="1"/>
            </p:cNvSpPr>
            <p:nvPr/>
          </p:nvSpPr>
          <p:spPr bwMode="auto">
            <a:xfrm>
              <a:off x="1011185" y="2886664"/>
              <a:ext cx="1961046" cy="398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solidFill>
                    <a:srgbClr val="000000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2018</a:t>
              </a:r>
              <a:r>
                <a:rPr lang="zh-CN" altLang="en-US" sz="2000" dirty="0">
                  <a:solidFill>
                    <a:srgbClr val="000000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年营业总额</a:t>
              </a:r>
            </a:p>
          </p:txBody>
        </p:sp>
      </p:grpSp>
      <p:grpSp>
        <p:nvGrpSpPr>
          <p:cNvPr id="22" name="Группа 1"/>
          <p:cNvGrpSpPr/>
          <p:nvPr/>
        </p:nvGrpSpPr>
        <p:grpSpPr>
          <a:xfrm>
            <a:off x="5828191" y="2108547"/>
            <a:ext cx="5516084" cy="4023615"/>
            <a:chOff x="10568463" y="3118603"/>
            <a:chExt cx="11345411" cy="8275719"/>
          </a:xfrm>
        </p:grpSpPr>
        <p:grpSp>
          <p:nvGrpSpPr>
            <p:cNvPr id="23" name="Группа 37"/>
            <p:cNvGrpSpPr/>
            <p:nvPr/>
          </p:nvGrpSpPr>
          <p:grpSpPr>
            <a:xfrm>
              <a:off x="10568463" y="3118603"/>
              <a:ext cx="11345411" cy="8275719"/>
              <a:chOff x="4908714" y="2798243"/>
              <a:chExt cx="13182272" cy="9615586"/>
            </a:xfrm>
          </p:grpSpPr>
          <p:sp>
            <p:nvSpPr>
              <p:cNvPr id="28" name="Freeform 120"/>
              <p:cNvSpPr/>
              <p:nvPr/>
            </p:nvSpPr>
            <p:spPr bwMode="auto">
              <a:xfrm>
                <a:off x="17388666" y="2798243"/>
                <a:ext cx="702320" cy="6875163"/>
              </a:xfrm>
              <a:custGeom>
                <a:avLst/>
                <a:gdLst>
                  <a:gd name="T0" fmla="*/ 0 w 204"/>
                  <a:gd name="T1" fmla="*/ 622 h 1997"/>
                  <a:gd name="T2" fmla="*/ 0 w 204"/>
                  <a:gd name="T3" fmla="*/ 1997 h 1997"/>
                  <a:gd name="T4" fmla="*/ 204 w 204"/>
                  <a:gd name="T5" fmla="*/ 1372 h 1997"/>
                  <a:gd name="T6" fmla="*/ 204 w 204"/>
                  <a:gd name="T7" fmla="*/ 0 h 1997"/>
                  <a:gd name="T8" fmla="*/ 0 w 204"/>
                  <a:gd name="T9" fmla="*/ 622 h 19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4" h="1997">
                    <a:moveTo>
                      <a:pt x="0" y="622"/>
                    </a:moveTo>
                    <a:lnTo>
                      <a:pt x="0" y="1997"/>
                    </a:lnTo>
                    <a:lnTo>
                      <a:pt x="204" y="1372"/>
                    </a:lnTo>
                    <a:lnTo>
                      <a:pt x="204" y="0"/>
                    </a:lnTo>
                    <a:lnTo>
                      <a:pt x="0" y="622"/>
                    </a:ln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vert="horz" wrap="square" lIns="45715" tIns="22857" rIns="45715" bIns="22857" numCol="1" anchor="t" anchorCtr="0" compatLnSpc="1"/>
              <a:lstStyle/>
              <a:p>
                <a:endParaRPr lang="en-US" sz="1000"/>
              </a:p>
            </p:txBody>
          </p:sp>
          <p:sp>
            <p:nvSpPr>
              <p:cNvPr id="29" name="Freeform 121"/>
              <p:cNvSpPr/>
              <p:nvPr/>
            </p:nvSpPr>
            <p:spPr bwMode="auto">
              <a:xfrm>
                <a:off x="12362258" y="2798243"/>
                <a:ext cx="5728728" cy="2141387"/>
              </a:xfrm>
              <a:custGeom>
                <a:avLst/>
                <a:gdLst>
                  <a:gd name="T0" fmla="*/ 0 w 1664"/>
                  <a:gd name="T1" fmla="*/ 92 h 622"/>
                  <a:gd name="T2" fmla="*/ 1460 w 1664"/>
                  <a:gd name="T3" fmla="*/ 622 h 622"/>
                  <a:gd name="T4" fmla="*/ 1664 w 1664"/>
                  <a:gd name="T5" fmla="*/ 0 h 622"/>
                  <a:gd name="T6" fmla="*/ 0 w 1664"/>
                  <a:gd name="T7" fmla="*/ 92 h 6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64" h="622">
                    <a:moveTo>
                      <a:pt x="0" y="92"/>
                    </a:moveTo>
                    <a:lnTo>
                      <a:pt x="1460" y="622"/>
                    </a:lnTo>
                    <a:lnTo>
                      <a:pt x="1664" y="0"/>
                    </a:lnTo>
                    <a:lnTo>
                      <a:pt x="0" y="9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45715" tIns="22857" rIns="45715" bIns="22857" numCol="1" anchor="t" anchorCtr="0" compatLnSpc="1"/>
              <a:lstStyle/>
              <a:p>
                <a:endParaRPr lang="en-US" sz="1000"/>
              </a:p>
            </p:txBody>
          </p:sp>
          <p:sp>
            <p:nvSpPr>
              <p:cNvPr id="30" name="Freeform 122"/>
              <p:cNvSpPr/>
              <p:nvPr/>
            </p:nvSpPr>
            <p:spPr bwMode="auto">
              <a:xfrm>
                <a:off x="12362258" y="3114976"/>
                <a:ext cx="5026408" cy="6558431"/>
              </a:xfrm>
              <a:custGeom>
                <a:avLst/>
                <a:gdLst>
                  <a:gd name="T0" fmla="*/ 0 w 1460"/>
                  <a:gd name="T1" fmla="*/ 1372 h 1905"/>
                  <a:gd name="T2" fmla="*/ 1460 w 1460"/>
                  <a:gd name="T3" fmla="*/ 1905 h 1905"/>
                  <a:gd name="T4" fmla="*/ 1460 w 1460"/>
                  <a:gd name="T5" fmla="*/ 1492 h 1905"/>
                  <a:gd name="T6" fmla="*/ 1460 w 1460"/>
                  <a:gd name="T7" fmla="*/ 530 h 1905"/>
                  <a:gd name="T8" fmla="*/ 0 w 1460"/>
                  <a:gd name="T9" fmla="*/ 0 h 1905"/>
                  <a:gd name="T10" fmla="*/ 0 w 1460"/>
                  <a:gd name="T11" fmla="*/ 1372 h 19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60" h="1905">
                    <a:moveTo>
                      <a:pt x="0" y="1372"/>
                    </a:moveTo>
                    <a:lnTo>
                      <a:pt x="1460" y="1905"/>
                    </a:lnTo>
                    <a:lnTo>
                      <a:pt x="1460" y="1492"/>
                    </a:lnTo>
                    <a:lnTo>
                      <a:pt x="1460" y="530"/>
                    </a:lnTo>
                    <a:lnTo>
                      <a:pt x="0" y="0"/>
                    </a:lnTo>
                    <a:lnTo>
                      <a:pt x="0" y="1372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txBody>
              <a:bodyPr vert="horz" wrap="square" lIns="45715" tIns="22857" rIns="45715" bIns="22857" numCol="1" anchor="t" anchorCtr="0" compatLnSpc="1"/>
              <a:lstStyle/>
              <a:p>
                <a:endParaRPr lang="en-US" sz="1000"/>
              </a:p>
            </p:txBody>
          </p:sp>
          <p:sp>
            <p:nvSpPr>
              <p:cNvPr id="31" name="Freeform 123"/>
              <p:cNvSpPr/>
              <p:nvPr/>
            </p:nvSpPr>
            <p:spPr bwMode="auto">
              <a:xfrm>
                <a:off x="10627115" y="4602241"/>
                <a:ext cx="5721842" cy="2079418"/>
              </a:xfrm>
              <a:custGeom>
                <a:avLst/>
                <a:gdLst>
                  <a:gd name="T0" fmla="*/ 832 w 1662"/>
                  <a:gd name="T1" fmla="*/ 0 h 604"/>
                  <a:gd name="T2" fmla="*/ 0 w 1662"/>
                  <a:gd name="T3" fmla="*/ 302 h 604"/>
                  <a:gd name="T4" fmla="*/ 832 w 1662"/>
                  <a:gd name="T5" fmla="*/ 604 h 604"/>
                  <a:gd name="T6" fmla="*/ 1662 w 1662"/>
                  <a:gd name="T7" fmla="*/ 302 h 604"/>
                  <a:gd name="T8" fmla="*/ 832 w 1662"/>
                  <a:gd name="T9" fmla="*/ 0 h 6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62" h="604">
                    <a:moveTo>
                      <a:pt x="832" y="0"/>
                    </a:moveTo>
                    <a:lnTo>
                      <a:pt x="0" y="302"/>
                    </a:lnTo>
                    <a:lnTo>
                      <a:pt x="832" y="604"/>
                    </a:lnTo>
                    <a:lnTo>
                      <a:pt x="1662" y="302"/>
                    </a:lnTo>
                    <a:lnTo>
                      <a:pt x="8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45715" tIns="22857" rIns="45715" bIns="22857" numCol="1" anchor="t" anchorCtr="0" compatLnSpc="1"/>
              <a:lstStyle/>
              <a:p>
                <a:endParaRPr lang="en-US" sz="1000"/>
              </a:p>
            </p:txBody>
          </p:sp>
          <p:sp>
            <p:nvSpPr>
              <p:cNvPr id="32" name="Freeform 124"/>
              <p:cNvSpPr/>
              <p:nvPr/>
            </p:nvSpPr>
            <p:spPr bwMode="auto">
              <a:xfrm>
                <a:off x="13491479" y="5641950"/>
                <a:ext cx="2857478" cy="4692463"/>
              </a:xfrm>
              <a:custGeom>
                <a:avLst/>
                <a:gdLst>
                  <a:gd name="T0" fmla="*/ 0 w 830"/>
                  <a:gd name="T1" fmla="*/ 302 h 1363"/>
                  <a:gd name="T2" fmla="*/ 0 w 830"/>
                  <a:gd name="T3" fmla="*/ 1363 h 1363"/>
                  <a:gd name="T4" fmla="*/ 830 w 830"/>
                  <a:gd name="T5" fmla="*/ 1061 h 1363"/>
                  <a:gd name="T6" fmla="*/ 830 w 830"/>
                  <a:gd name="T7" fmla="*/ 0 h 1363"/>
                  <a:gd name="T8" fmla="*/ 0 w 830"/>
                  <a:gd name="T9" fmla="*/ 302 h 1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30" h="1363">
                    <a:moveTo>
                      <a:pt x="0" y="302"/>
                    </a:moveTo>
                    <a:lnTo>
                      <a:pt x="0" y="1363"/>
                    </a:lnTo>
                    <a:lnTo>
                      <a:pt x="830" y="1061"/>
                    </a:lnTo>
                    <a:lnTo>
                      <a:pt x="830" y="0"/>
                    </a:lnTo>
                    <a:lnTo>
                      <a:pt x="0" y="302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45715" tIns="22857" rIns="45715" bIns="22857" numCol="1" anchor="t" anchorCtr="0" compatLnSpc="1"/>
              <a:lstStyle/>
              <a:p>
                <a:endParaRPr lang="en-US" sz="1000"/>
              </a:p>
            </p:txBody>
          </p:sp>
          <p:sp>
            <p:nvSpPr>
              <p:cNvPr id="33" name="Freeform 125"/>
              <p:cNvSpPr/>
              <p:nvPr/>
            </p:nvSpPr>
            <p:spPr bwMode="auto">
              <a:xfrm>
                <a:off x="10627115" y="5641950"/>
                <a:ext cx="2864364" cy="4692463"/>
              </a:xfrm>
              <a:custGeom>
                <a:avLst/>
                <a:gdLst>
                  <a:gd name="T0" fmla="*/ 832 w 832"/>
                  <a:gd name="T1" fmla="*/ 302 h 1363"/>
                  <a:gd name="T2" fmla="*/ 832 w 832"/>
                  <a:gd name="T3" fmla="*/ 1363 h 1363"/>
                  <a:gd name="T4" fmla="*/ 0 w 832"/>
                  <a:gd name="T5" fmla="*/ 1061 h 1363"/>
                  <a:gd name="T6" fmla="*/ 0 w 832"/>
                  <a:gd name="T7" fmla="*/ 0 h 1363"/>
                  <a:gd name="T8" fmla="*/ 832 w 832"/>
                  <a:gd name="T9" fmla="*/ 302 h 1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32" h="1363">
                    <a:moveTo>
                      <a:pt x="832" y="302"/>
                    </a:moveTo>
                    <a:lnTo>
                      <a:pt x="832" y="1363"/>
                    </a:lnTo>
                    <a:lnTo>
                      <a:pt x="0" y="1061"/>
                    </a:lnTo>
                    <a:lnTo>
                      <a:pt x="0" y="0"/>
                    </a:lnTo>
                    <a:lnTo>
                      <a:pt x="832" y="302"/>
                    </a:ln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txBody>
              <a:bodyPr vert="horz" wrap="square" lIns="45715" tIns="22857" rIns="45715" bIns="22857" numCol="1" anchor="t" anchorCtr="0" compatLnSpc="1"/>
              <a:lstStyle/>
              <a:p>
                <a:endParaRPr lang="en-US" sz="1000"/>
              </a:p>
            </p:txBody>
          </p:sp>
          <p:sp>
            <p:nvSpPr>
              <p:cNvPr id="34" name="Freeform 126"/>
              <p:cNvSpPr/>
              <p:nvPr/>
            </p:nvSpPr>
            <p:spPr bwMode="auto">
              <a:xfrm>
                <a:off x="7769636" y="6826255"/>
                <a:ext cx="5721842" cy="2082862"/>
              </a:xfrm>
              <a:custGeom>
                <a:avLst/>
                <a:gdLst>
                  <a:gd name="T0" fmla="*/ 830 w 1662"/>
                  <a:gd name="T1" fmla="*/ 0 h 605"/>
                  <a:gd name="T2" fmla="*/ 0 w 1662"/>
                  <a:gd name="T3" fmla="*/ 302 h 605"/>
                  <a:gd name="T4" fmla="*/ 830 w 1662"/>
                  <a:gd name="T5" fmla="*/ 605 h 605"/>
                  <a:gd name="T6" fmla="*/ 1662 w 1662"/>
                  <a:gd name="T7" fmla="*/ 302 h 605"/>
                  <a:gd name="T8" fmla="*/ 830 w 1662"/>
                  <a:gd name="T9" fmla="*/ 0 h 6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62" h="605">
                    <a:moveTo>
                      <a:pt x="830" y="0"/>
                    </a:moveTo>
                    <a:lnTo>
                      <a:pt x="0" y="302"/>
                    </a:lnTo>
                    <a:lnTo>
                      <a:pt x="830" y="605"/>
                    </a:lnTo>
                    <a:lnTo>
                      <a:pt x="1662" y="302"/>
                    </a:lnTo>
                    <a:lnTo>
                      <a:pt x="83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45715" tIns="22857" rIns="45715" bIns="22857" numCol="1" anchor="t" anchorCtr="0" compatLnSpc="1"/>
              <a:lstStyle/>
              <a:p>
                <a:endParaRPr lang="en-US" sz="1000"/>
              </a:p>
            </p:txBody>
          </p:sp>
          <p:sp>
            <p:nvSpPr>
              <p:cNvPr id="35" name="Freeform 127"/>
              <p:cNvSpPr/>
              <p:nvPr/>
            </p:nvSpPr>
            <p:spPr bwMode="auto">
              <a:xfrm>
                <a:off x="10627115" y="7865964"/>
                <a:ext cx="2864364" cy="3508158"/>
              </a:xfrm>
              <a:custGeom>
                <a:avLst/>
                <a:gdLst>
                  <a:gd name="T0" fmla="*/ 0 w 832"/>
                  <a:gd name="T1" fmla="*/ 303 h 1019"/>
                  <a:gd name="T2" fmla="*/ 0 w 832"/>
                  <a:gd name="T3" fmla="*/ 1019 h 1019"/>
                  <a:gd name="T4" fmla="*/ 832 w 832"/>
                  <a:gd name="T5" fmla="*/ 717 h 1019"/>
                  <a:gd name="T6" fmla="*/ 832 w 832"/>
                  <a:gd name="T7" fmla="*/ 0 h 1019"/>
                  <a:gd name="T8" fmla="*/ 0 w 832"/>
                  <a:gd name="T9" fmla="*/ 303 h 10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32" h="1019">
                    <a:moveTo>
                      <a:pt x="0" y="303"/>
                    </a:moveTo>
                    <a:lnTo>
                      <a:pt x="0" y="1019"/>
                    </a:lnTo>
                    <a:lnTo>
                      <a:pt x="832" y="717"/>
                    </a:lnTo>
                    <a:lnTo>
                      <a:pt x="832" y="0"/>
                    </a:lnTo>
                    <a:lnTo>
                      <a:pt x="0" y="303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vert="horz" wrap="square" lIns="45715" tIns="22857" rIns="45715" bIns="22857" numCol="1" anchor="t" anchorCtr="0" compatLnSpc="1"/>
              <a:lstStyle/>
              <a:p>
                <a:endParaRPr lang="en-US" sz="1000"/>
              </a:p>
            </p:txBody>
          </p:sp>
          <p:sp>
            <p:nvSpPr>
              <p:cNvPr id="36" name="Freeform 128"/>
              <p:cNvSpPr/>
              <p:nvPr/>
            </p:nvSpPr>
            <p:spPr bwMode="auto">
              <a:xfrm>
                <a:off x="7769636" y="7865964"/>
                <a:ext cx="2857478" cy="3508158"/>
              </a:xfrm>
              <a:custGeom>
                <a:avLst/>
                <a:gdLst>
                  <a:gd name="T0" fmla="*/ 830 w 830"/>
                  <a:gd name="T1" fmla="*/ 303 h 1019"/>
                  <a:gd name="T2" fmla="*/ 830 w 830"/>
                  <a:gd name="T3" fmla="*/ 1019 h 1019"/>
                  <a:gd name="T4" fmla="*/ 0 w 830"/>
                  <a:gd name="T5" fmla="*/ 717 h 1019"/>
                  <a:gd name="T6" fmla="*/ 0 w 830"/>
                  <a:gd name="T7" fmla="*/ 0 h 1019"/>
                  <a:gd name="T8" fmla="*/ 830 w 830"/>
                  <a:gd name="T9" fmla="*/ 303 h 10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30" h="1019">
                    <a:moveTo>
                      <a:pt x="830" y="303"/>
                    </a:moveTo>
                    <a:lnTo>
                      <a:pt x="830" y="1019"/>
                    </a:lnTo>
                    <a:lnTo>
                      <a:pt x="0" y="717"/>
                    </a:lnTo>
                    <a:lnTo>
                      <a:pt x="0" y="0"/>
                    </a:lnTo>
                    <a:lnTo>
                      <a:pt x="830" y="303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txBody>
              <a:bodyPr vert="horz" wrap="square" lIns="45715" tIns="22857" rIns="45715" bIns="22857" numCol="1" anchor="t" anchorCtr="0" compatLnSpc="1"/>
              <a:lstStyle/>
              <a:p>
                <a:endParaRPr lang="en-US" sz="1000"/>
              </a:p>
            </p:txBody>
          </p:sp>
          <p:sp>
            <p:nvSpPr>
              <p:cNvPr id="37" name="Freeform 129"/>
              <p:cNvSpPr/>
              <p:nvPr/>
            </p:nvSpPr>
            <p:spPr bwMode="auto">
              <a:xfrm>
                <a:off x="4908714" y="9053710"/>
                <a:ext cx="5718401" cy="2079418"/>
              </a:xfrm>
              <a:custGeom>
                <a:avLst/>
                <a:gdLst>
                  <a:gd name="T0" fmla="*/ 831 w 1661"/>
                  <a:gd name="T1" fmla="*/ 0 h 604"/>
                  <a:gd name="T2" fmla="*/ 0 w 1661"/>
                  <a:gd name="T3" fmla="*/ 302 h 604"/>
                  <a:gd name="T4" fmla="*/ 831 w 1661"/>
                  <a:gd name="T5" fmla="*/ 604 h 604"/>
                  <a:gd name="T6" fmla="*/ 1661 w 1661"/>
                  <a:gd name="T7" fmla="*/ 302 h 604"/>
                  <a:gd name="T8" fmla="*/ 831 w 1661"/>
                  <a:gd name="T9" fmla="*/ 0 h 6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61" h="604">
                    <a:moveTo>
                      <a:pt x="831" y="0"/>
                    </a:moveTo>
                    <a:lnTo>
                      <a:pt x="0" y="302"/>
                    </a:lnTo>
                    <a:lnTo>
                      <a:pt x="831" y="604"/>
                    </a:lnTo>
                    <a:lnTo>
                      <a:pt x="1661" y="302"/>
                    </a:lnTo>
                    <a:lnTo>
                      <a:pt x="83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45715" tIns="22857" rIns="45715" bIns="22857" numCol="1" anchor="t" anchorCtr="0" compatLnSpc="1"/>
              <a:lstStyle/>
              <a:p>
                <a:endParaRPr lang="en-US" sz="1000"/>
              </a:p>
            </p:txBody>
          </p:sp>
          <p:sp>
            <p:nvSpPr>
              <p:cNvPr id="38" name="Freeform 130"/>
              <p:cNvSpPr/>
              <p:nvPr/>
            </p:nvSpPr>
            <p:spPr bwMode="auto">
              <a:xfrm>
                <a:off x="7769636" y="10093419"/>
                <a:ext cx="2857478" cy="2320410"/>
              </a:xfrm>
              <a:custGeom>
                <a:avLst/>
                <a:gdLst>
                  <a:gd name="T0" fmla="*/ 0 w 830"/>
                  <a:gd name="T1" fmla="*/ 302 h 674"/>
                  <a:gd name="T2" fmla="*/ 0 w 830"/>
                  <a:gd name="T3" fmla="*/ 674 h 674"/>
                  <a:gd name="T4" fmla="*/ 830 w 830"/>
                  <a:gd name="T5" fmla="*/ 372 h 674"/>
                  <a:gd name="T6" fmla="*/ 830 w 830"/>
                  <a:gd name="T7" fmla="*/ 0 h 674"/>
                  <a:gd name="T8" fmla="*/ 0 w 830"/>
                  <a:gd name="T9" fmla="*/ 302 h 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30" h="674">
                    <a:moveTo>
                      <a:pt x="0" y="302"/>
                    </a:moveTo>
                    <a:lnTo>
                      <a:pt x="0" y="674"/>
                    </a:lnTo>
                    <a:lnTo>
                      <a:pt x="830" y="372"/>
                    </a:lnTo>
                    <a:lnTo>
                      <a:pt x="830" y="0"/>
                    </a:lnTo>
                    <a:lnTo>
                      <a:pt x="0" y="302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45715" tIns="22857" rIns="45715" bIns="22857" numCol="1" anchor="t" anchorCtr="0" compatLnSpc="1"/>
              <a:lstStyle/>
              <a:p>
                <a:endParaRPr lang="en-US" sz="1000"/>
              </a:p>
            </p:txBody>
          </p:sp>
          <p:sp>
            <p:nvSpPr>
              <p:cNvPr id="39" name="Freeform 131"/>
              <p:cNvSpPr/>
              <p:nvPr/>
            </p:nvSpPr>
            <p:spPr bwMode="auto">
              <a:xfrm>
                <a:off x="4908714" y="10093419"/>
                <a:ext cx="2860922" cy="2320410"/>
              </a:xfrm>
              <a:custGeom>
                <a:avLst/>
                <a:gdLst>
                  <a:gd name="T0" fmla="*/ 831 w 831"/>
                  <a:gd name="T1" fmla="*/ 302 h 674"/>
                  <a:gd name="T2" fmla="*/ 831 w 831"/>
                  <a:gd name="T3" fmla="*/ 674 h 674"/>
                  <a:gd name="T4" fmla="*/ 0 w 831"/>
                  <a:gd name="T5" fmla="*/ 372 h 674"/>
                  <a:gd name="T6" fmla="*/ 0 w 831"/>
                  <a:gd name="T7" fmla="*/ 0 h 674"/>
                  <a:gd name="T8" fmla="*/ 831 w 831"/>
                  <a:gd name="T9" fmla="*/ 302 h 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31" h="674">
                    <a:moveTo>
                      <a:pt x="831" y="302"/>
                    </a:moveTo>
                    <a:lnTo>
                      <a:pt x="831" y="674"/>
                    </a:lnTo>
                    <a:lnTo>
                      <a:pt x="0" y="372"/>
                    </a:lnTo>
                    <a:lnTo>
                      <a:pt x="0" y="0"/>
                    </a:lnTo>
                    <a:lnTo>
                      <a:pt x="831" y="302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txBody>
              <a:bodyPr vert="horz" wrap="square" lIns="45715" tIns="22857" rIns="45715" bIns="22857" numCol="1" anchor="t" anchorCtr="0" compatLnSpc="1"/>
              <a:lstStyle/>
              <a:p>
                <a:endParaRPr lang="en-US" sz="1000"/>
              </a:p>
            </p:txBody>
          </p:sp>
        </p:grpSp>
        <p:sp>
          <p:nvSpPr>
            <p:cNvPr id="24" name="Текст 6"/>
            <p:cNvSpPr txBox="1"/>
            <p:nvPr/>
          </p:nvSpPr>
          <p:spPr bwMode="auto">
            <a:xfrm>
              <a:off x="12228420" y="8671918"/>
              <a:ext cx="3097993" cy="1149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48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 kumimoji="1" sz="48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 kumimoji="1" sz="48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 kumimoji="1" sz="48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 kumimoji="1" sz="48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defTabSz="2438400" fontAlgn="base">
                <a:spcBef>
                  <a:spcPct val="0"/>
                </a:spcBef>
                <a:spcAft>
                  <a:spcPct val="0"/>
                </a:spcAft>
                <a:defRPr kumimoji="1" sz="48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defTabSz="2438400" fontAlgn="base">
                <a:spcBef>
                  <a:spcPct val="0"/>
                </a:spcBef>
                <a:spcAft>
                  <a:spcPct val="0"/>
                </a:spcAft>
                <a:defRPr kumimoji="1" sz="48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defTabSz="2438400" fontAlgn="base">
                <a:spcBef>
                  <a:spcPct val="0"/>
                </a:spcBef>
                <a:spcAft>
                  <a:spcPct val="0"/>
                </a:spcAft>
                <a:defRPr kumimoji="1" sz="48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defTabSz="2438400" fontAlgn="base">
                <a:spcBef>
                  <a:spcPct val="0"/>
                </a:spcBef>
                <a:spcAft>
                  <a:spcPct val="0"/>
                </a:spcAft>
                <a:defRPr kumimoji="1" sz="48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70000"/>
                </a:lnSpc>
                <a:spcBef>
                  <a:spcPct val="20000"/>
                </a:spcBef>
                <a:buFont typeface="Arial" panose="020B0604020202020204" pitchFamily="34" charset="0"/>
                <a:buNone/>
              </a:pPr>
              <a:r>
                <a:rPr kumimoji="0" lang="en-US" sz="3600" b="1" dirty="0">
                  <a:solidFill>
                    <a:srgbClr val="FFFFFF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Roboto Medium" charset="0"/>
                </a:rPr>
                <a:t>2015</a:t>
              </a:r>
              <a:endParaRPr kumimoji="0" lang="ru-RU" sz="3600" b="1" dirty="0">
                <a:solidFill>
                  <a:srgbClr val="FFFFFF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Roboto Medium" charset="0"/>
              </a:endParaRPr>
            </a:p>
          </p:txBody>
        </p:sp>
        <p:sp>
          <p:nvSpPr>
            <p:cNvPr id="25" name="Текст 6"/>
            <p:cNvSpPr txBox="1"/>
            <p:nvPr/>
          </p:nvSpPr>
          <p:spPr bwMode="auto">
            <a:xfrm>
              <a:off x="14729432" y="6733490"/>
              <a:ext cx="2871028" cy="1149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48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 kumimoji="1" sz="48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 kumimoji="1" sz="48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 kumimoji="1" sz="48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 kumimoji="1" sz="48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defTabSz="2438400" fontAlgn="base">
                <a:spcBef>
                  <a:spcPct val="0"/>
                </a:spcBef>
                <a:spcAft>
                  <a:spcPct val="0"/>
                </a:spcAft>
                <a:defRPr kumimoji="1" sz="48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defTabSz="2438400" fontAlgn="base">
                <a:spcBef>
                  <a:spcPct val="0"/>
                </a:spcBef>
                <a:spcAft>
                  <a:spcPct val="0"/>
                </a:spcAft>
                <a:defRPr kumimoji="1" sz="48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defTabSz="2438400" fontAlgn="base">
                <a:spcBef>
                  <a:spcPct val="0"/>
                </a:spcBef>
                <a:spcAft>
                  <a:spcPct val="0"/>
                </a:spcAft>
                <a:defRPr kumimoji="1" sz="48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defTabSz="2438400" fontAlgn="base">
                <a:spcBef>
                  <a:spcPct val="0"/>
                </a:spcBef>
                <a:spcAft>
                  <a:spcPct val="0"/>
                </a:spcAft>
                <a:defRPr kumimoji="1" sz="48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lvl="0" algn="ctr">
                <a:lnSpc>
                  <a:spcPct val="70000"/>
                </a:lnSpc>
                <a:spcBef>
                  <a:spcPct val="20000"/>
                </a:spcBef>
              </a:pPr>
              <a:r>
                <a:rPr kumimoji="0" lang="en-US" altLang="zh-CN" sz="3600" b="1" dirty="0">
                  <a:solidFill>
                    <a:srgbClr val="FFFFFF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Roboto Medium" charset="0"/>
                </a:rPr>
                <a:t>2016</a:t>
              </a:r>
              <a:endParaRPr kumimoji="0" lang="ru-RU" altLang="zh-CN" sz="3600" b="1" dirty="0">
                <a:solidFill>
                  <a:srgbClr val="FFFFFF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Roboto Medium" charset="0"/>
              </a:endParaRPr>
            </a:p>
          </p:txBody>
        </p:sp>
        <p:sp>
          <p:nvSpPr>
            <p:cNvPr id="26" name="Текст 6"/>
            <p:cNvSpPr txBox="1"/>
            <p:nvPr/>
          </p:nvSpPr>
          <p:spPr bwMode="auto">
            <a:xfrm>
              <a:off x="18754472" y="3330324"/>
              <a:ext cx="2984256" cy="11550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lvl="0" algn="ctr">
                <a:lnSpc>
                  <a:spcPct val="70000"/>
                </a:lnSpc>
                <a:spcBef>
                  <a:spcPct val="20000"/>
                </a:spcBef>
                <a:defRPr kumimoji="0" sz="3200" b="1">
                  <a:solidFill>
                    <a:srgbClr val="FFFFFF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Roboto Medium" charset="0"/>
                </a:defRPr>
              </a:lvl1pPr>
              <a:lvl2pPr marL="742950" indent="-285750">
                <a:defRPr kumimoji="1" sz="4800"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 kumimoji="1" sz="4800"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 kumimoji="1" sz="4800"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 kumimoji="1" sz="4800"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defTabSz="2438400" fontAlgn="base">
                <a:spcBef>
                  <a:spcPct val="0"/>
                </a:spcBef>
                <a:spcAft>
                  <a:spcPct val="0"/>
                </a:spcAft>
                <a:defRPr kumimoji="1" sz="4800"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defTabSz="2438400" fontAlgn="base">
                <a:spcBef>
                  <a:spcPct val="0"/>
                </a:spcBef>
                <a:spcAft>
                  <a:spcPct val="0"/>
                </a:spcAft>
                <a:defRPr kumimoji="1" sz="4800"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defTabSz="2438400" fontAlgn="base">
                <a:spcBef>
                  <a:spcPct val="0"/>
                </a:spcBef>
                <a:spcAft>
                  <a:spcPct val="0"/>
                </a:spcAft>
                <a:defRPr kumimoji="1" sz="4800"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defTabSz="2438400" fontAlgn="base">
                <a:spcBef>
                  <a:spcPct val="0"/>
                </a:spcBef>
                <a:spcAft>
                  <a:spcPct val="0"/>
                </a:spcAft>
                <a:defRPr kumimoji="1" sz="4800"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sz="3600" dirty="0"/>
                <a:t>2019</a:t>
              </a:r>
              <a:endParaRPr lang="ru-RU" sz="3600" dirty="0"/>
            </a:p>
          </p:txBody>
        </p:sp>
        <p:sp>
          <p:nvSpPr>
            <p:cNvPr id="27" name="Текст 6"/>
            <p:cNvSpPr txBox="1"/>
            <p:nvPr/>
          </p:nvSpPr>
          <p:spPr bwMode="auto">
            <a:xfrm>
              <a:off x="16568700" y="4831033"/>
              <a:ext cx="3566982" cy="1149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lvl="0" algn="ctr">
                <a:lnSpc>
                  <a:spcPct val="70000"/>
                </a:lnSpc>
                <a:spcBef>
                  <a:spcPct val="20000"/>
                </a:spcBef>
                <a:defRPr kumimoji="0" sz="3200" b="1">
                  <a:solidFill>
                    <a:srgbClr val="FFFFFF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Roboto Medium" charset="0"/>
                </a:defRPr>
              </a:lvl1pPr>
              <a:lvl2pPr marL="742950" indent="-285750">
                <a:defRPr kumimoji="1" sz="4800"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 kumimoji="1" sz="4800"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 kumimoji="1" sz="4800"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 kumimoji="1" sz="4800"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defTabSz="2438400" fontAlgn="base">
                <a:spcBef>
                  <a:spcPct val="0"/>
                </a:spcBef>
                <a:spcAft>
                  <a:spcPct val="0"/>
                </a:spcAft>
                <a:defRPr kumimoji="1" sz="4800"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defTabSz="2438400" fontAlgn="base">
                <a:spcBef>
                  <a:spcPct val="0"/>
                </a:spcBef>
                <a:spcAft>
                  <a:spcPct val="0"/>
                </a:spcAft>
                <a:defRPr kumimoji="1" sz="4800"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defTabSz="2438400" fontAlgn="base">
                <a:spcBef>
                  <a:spcPct val="0"/>
                </a:spcBef>
                <a:spcAft>
                  <a:spcPct val="0"/>
                </a:spcAft>
                <a:defRPr kumimoji="1" sz="4800"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defTabSz="2438400" fontAlgn="base">
                <a:spcBef>
                  <a:spcPct val="0"/>
                </a:spcBef>
                <a:spcAft>
                  <a:spcPct val="0"/>
                </a:spcAft>
                <a:defRPr kumimoji="1" sz="4800"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sz="3600" dirty="0"/>
                <a:t>2018</a:t>
              </a:r>
              <a:endParaRPr lang="ru-RU" sz="3600" dirty="0"/>
            </a:p>
          </p:txBody>
        </p:sp>
      </p:grpSp>
      <p:grpSp>
        <p:nvGrpSpPr>
          <p:cNvPr id="46" name="组合 45"/>
          <p:cNvGrpSpPr/>
          <p:nvPr/>
        </p:nvGrpSpPr>
        <p:grpSpPr bwMode="auto">
          <a:xfrm>
            <a:off x="1019175" y="3847880"/>
            <a:ext cx="2826415" cy="956948"/>
            <a:chOff x="1011185" y="2329798"/>
            <a:chExt cx="2826653" cy="956996"/>
          </a:xfrm>
        </p:grpSpPr>
        <p:sp>
          <p:nvSpPr>
            <p:cNvPr id="47" name="矩形 20"/>
            <p:cNvSpPr>
              <a:spLocks noChangeArrowheads="1"/>
            </p:cNvSpPr>
            <p:nvPr/>
          </p:nvSpPr>
          <p:spPr bwMode="auto">
            <a:xfrm>
              <a:off x="1011185" y="2329798"/>
              <a:ext cx="2826653" cy="646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600" dirty="0">
                  <a:solidFill>
                    <a:srgbClr val="C00000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888,888,000</a:t>
              </a:r>
              <a:endParaRPr lang="zh-CN" altLang="en-US" sz="3600" dirty="0">
                <a:solidFill>
                  <a:srgbClr val="C0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48" name="矩形 47"/>
            <p:cNvSpPr>
              <a:spLocks noChangeArrowheads="1"/>
            </p:cNvSpPr>
            <p:nvPr/>
          </p:nvSpPr>
          <p:spPr bwMode="auto">
            <a:xfrm>
              <a:off x="1011185" y="2886664"/>
              <a:ext cx="2050734" cy="400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solidFill>
                    <a:srgbClr val="000000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2016</a:t>
              </a:r>
              <a:r>
                <a:rPr lang="zh-CN" altLang="en-US" sz="2000" dirty="0">
                  <a:solidFill>
                    <a:srgbClr val="000000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年营业总额</a:t>
              </a:r>
            </a:p>
          </p:txBody>
        </p:sp>
      </p:grpSp>
      <p:grpSp>
        <p:nvGrpSpPr>
          <p:cNvPr id="49" name="组合 48"/>
          <p:cNvGrpSpPr/>
          <p:nvPr/>
        </p:nvGrpSpPr>
        <p:grpSpPr bwMode="auto">
          <a:xfrm>
            <a:off x="1019175" y="4948083"/>
            <a:ext cx="2930610" cy="956948"/>
            <a:chOff x="1011185" y="2329798"/>
            <a:chExt cx="2930858" cy="956996"/>
          </a:xfrm>
        </p:grpSpPr>
        <p:sp>
          <p:nvSpPr>
            <p:cNvPr id="50" name="矩形 20"/>
            <p:cNvSpPr>
              <a:spLocks noChangeArrowheads="1"/>
            </p:cNvSpPr>
            <p:nvPr/>
          </p:nvSpPr>
          <p:spPr bwMode="auto">
            <a:xfrm>
              <a:off x="1011185" y="2329798"/>
              <a:ext cx="2930858" cy="646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600" dirty="0">
                  <a:solidFill>
                    <a:srgbClr val="C00000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888,666,000</a:t>
              </a:r>
              <a:endParaRPr lang="zh-CN" altLang="en-US" sz="3600" dirty="0">
                <a:solidFill>
                  <a:srgbClr val="C0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51" name="矩形 50"/>
            <p:cNvSpPr>
              <a:spLocks noChangeArrowheads="1"/>
            </p:cNvSpPr>
            <p:nvPr/>
          </p:nvSpPr>
          <p:spPr bwMode="auto">
            <a:xfrm>
              <a:off x="1011185" y="2886664"/>
              <a:ext cx="2050735" cy="400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solidFill>
                    <a:srgbClr val="000000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2015</a:t>
              </a:r>
              <a:r>
                <a:rPr lang="zh-CN" altLang="en-US" sz="2000" dirty="0">
                  <a:solidFill>
                    <a:srgbClr val="000000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年营业总额</a:t>
              </a: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0.23789 2.59259E-6 " pathEditMode="relative" rAng="0" ptsTypes="AA">
                                      <p:cBhvr>
                                        <p:cTn id="21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88" y="0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500"/>
                            </p:stCondLst>
                            <p:childTnLst>
                              <p:par>
                                <p:cTn id="49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475460"/>
            <a:ext cx="412612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圆角矩形 101"/>
          <p:cNvSpPr/>
          <p:nvPr/>
        </p:nvSpPr>
        <p:spPr>
          <a:xfrm>
            <a:off x="4360957" y="258038"/>
            <a:ext cx="3456384" cy="523213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endParaRPr lang="zh-CN" altLang="en-US" b="1" dirty="0">
              <a:solidFill>
                <a:prstClr val="white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06409" y="288927"/>
            <a:ext cx="3456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业绩回顾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4394504" y="288927"/>
            <a:ext cx="468000" cy="468000"/>
            <a:chOff x="304800" y="673100"/>
            <a:chExt cx="4000500" cy="4000500"/>
          </a:xfrm>
          <a:effectLst/>
        </p:grpSpPr>
        <p:sp>
          <p:nvSpPr>
            <p:cNvPr id="6" name="同心圆 86"/>
            <p:cNvSpPr/>
            <p:nvPr/>
          </p:nvSpPr>
          <p:spPr>
            <a:xfrm>
              <a:off x="304800" y="673100"/>
              <a:ext cx="4000500" cy="400050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prstClr val="black"/>
                </a:solidFill>
                <a:latin typeface="Calibri" panose="020F0502020204030204"/>
                <a:ea typeface="思源黑体 CN Bold" panose="020B0800000000000000" pitchFamily="34" charset="-122"/>
              </a:endParaRPr>
            </a:p>
          </p:txBody>
        </p:sp>
        <p:sp>
          <p:nvSpPr>
            <p:cNvPr id="7" name="椭圆 3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prstClr val="white"/>
                </a:solidFill>
                <a:latin typeface="Calibri" panose="020F0502020204030204"/>
                <a:ea typeface="思源黑体 CN Bold" panose="020B0800000000000000" pitchFamily="34" charset="-122"/>
              </a:endParaRPr>
            </a:p>
          </p:txBody>
        </p:sp>
      </p:grpSp>
      <p:cxnSp>
        <p:nvCxnSpPr>
          <p:cNvPr id="11" name="直接连接符 10"/>
          <p:cNvCxnSpPr/>
          <p:nvPr/>
        </p:nvCxnSpPr>
        <p:spPr>
          <a:xfrm>
            <a:off x="8065877" y="475460"/>
            <a:ext cx="412612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hart 1"/>
          <p:cNvGraphicFramePr/>
          <p:nvPr/>
        </p:nvGraphicFramePr>
        <p:xfrm>
          <a:off x="1031433" y="1087152"/>
          <a:ext cx="10115431" cy="46836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0.23789 2.59259E-6 " pathEditMode="relative" rAng="0" ptsTypes="AA">
                                      <p:cBhvr>
                                        <p:cTn id="21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88" y="0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Graphic spid="9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475460"/>
            <a:ext cx="412612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圆角矩形 101"/>
          <p:cNvSpPr/>
          <p:nvPr/>
        </p:nvSpPr>
        <p:spPr>
          <a:xfrm>
            <a:off x="4360957" y="258038"/>
            <a:ext cx="3456384" cy="523213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endParaRPr lang="zh-CN" altLang="en-US" b="1" dirty="0">
              <a:solidFill>
                <a:prstClr val="white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06409" y="288927"/>
            <a:ext cx="3456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业绩概要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4394504" y="288927"/>
            <a:ext cx="468000" cy="468000"/>
            <a:chOff x="304800" y="673100"/>
            <a:chExt cx="4000500" cy="4000500"/>
          </a:xfrm>
          <a:effectLst/>
        </p:grpSpPr>
        <p:sp>
          <p:nvSpPr>
            <p:cNvPr id="6" name="同心圆 86"/>
            <p:cNvSpPr/>
            <p:nvPr/>
          </p:nvSpPr>
          <p:spPr>
            <a:xfrm>
              <a:off x="304800" y="673100"/>
              <a:ext cx="4000500" cy="400050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prstClr val="black"/>
                </a:solidFill>
                <a:latin typeface="Calibri" panose="020F0502020204030204"/>
                <a:ea typeface="思源黑体 CN Bold" panose="020B0800000000000000" pitchFamily="34" charset="-122"/>
              </a:endParaRPr>
            </a:p>
          </p:txBody>
        </p:sp>
        <p:sp>
          <p:nvSpPr>
            <p:cNvPr id="7" name="椭圆 3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prstClr val="white"/>
                </a:solidFill>
                <a:latin typeface="Calibri" panose="020F0502020204030204"/>
                <a:ea typeface="思源黑体 CN Bold" panose="020B0800000000000000" pitchFamily="34" charset="-122"/>
              </a:endParaRPr>
            </a:p>
          </p:txBody>
        </p:sp>
      </p:grpSp>
      <p:cxnSp>
        <p:nvCxnSpPr>
          <p:cNvPr id="11" name="直接连接符 10"/>
          <p:cNvCxnSpPr/>
          <p:nvPr/>
        </p:nvCxnSpPr>
        <p:spPr>
          <a:xfrm>
            <a:off x="8065877" y="475460"/>
            <a:ext cx="412612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PA-矩形 1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560525" y="1347788"/>
            <a:ext cx="305724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zh-CN" sz="2800" b="1" dirty="0">
                <a:solidFill>
                  <a:srgbClr val="00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上半年</a:t>
            </a:r>
            <a:r>
              <a:rPr lang="zh-CN" altLang="en-US" sz="2800" b="1" dirty="0">
                <a:solidFill>
                  <a:srgbClr val="00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整体营业额</a:t>
            </a:r>
          </a:p>
        </p:txBody>
      </p:sp>
      <p:graphicFrame>
        <p:nvGraphicFramePr>
          <p:cNvPr id="22" name="表格 21"/>
          <p:cNvGraphicFramePr>
            <a:graphicFrameLocks noGrp="1"/>
          </p:cNvGraphicFramePr>
          <p:nvPr/>
        </p:nvGraphicFramePr>
        <p:xfrm>
          <a:off x="695325" y="2108200"/>
          <a:ext cx="10801350" cy="4152900"/>
        </p:xfrm>
        <a:graphic>
          <a:graphicData uri="http://schemas.openxmlformats.org/drawingml/2006/table">
            <a:tbl>
              <a:tblPr/>
              <a:tblGrid>
                <a:gridCol w="1800225"/>
                <a:gridCol w="1800225"/>
                <a:gridCol w="1800225"/>
                <a:gridCol w="1800225"/>
                <a:gridCol w="1800225"/>
                <a:gridCol w="1800225"/>
              </a:tblGrid>
              <a:tr h="935193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</a:rPr>
                        <a:t>　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思源黑体 CN Bold" panose="020B0800000000000000" pitchFamily="34" charset="-122"/>
                        <a:ea typeface="思源黑体 CN Bold" panose="020B0800000000000000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>
                          <a:solidFill>
                            <a:srgbClr val="FFFFFF"/>
                          </a:solidFill>
                          <a:effectLst/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</a:rPr>
                        <a:t>2019</a:t>
                      </a:r>
                      <a:r>
                        <a:rPr lang="zh-CN" alt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</a:rPr>
                        <a:t>年收入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>
                          <a:solidFill>
                            <a:srgbClr val="FFFFFF"/>
                          </a:solidFill>
                          <a:effectLst/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  <a:sym typeface="+mn-ea"/>
                        </a:rPr>
                        <a:t>2019</a:t>
                      </a:r>
                      <a:r>
                        <a:rPr lang="zh-CN" alt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</a:rPr>
                        <a:t>年目标值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>
                          <a:solidFill>
                            <a:srgbClr val="FFFFFF"/>
                          </a:solidFill>
                          <a:effectLst/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  <a:sym typeface="+mn-ea"/>
                        </a:rPr>
                        <a:t>2019</a:t>
                      </a:r>
                      <a:r>
                        <a:rPr lang="zh-CN" alt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</a:rPr>
                        <a:t>年收入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</a:rPr>
                        <a:t>增长率</a:t>
                      </a:r>
                      <a:br>
                        <a:rPr lang="zh-CN" alt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</a:rPr>
                      </a:br>
                      <a:r>
                        <a:rPr lang="en-US" altLang="zh-CN" sz="1600" b="0" i="0" u="none" strike="noStrike">
                          <a:solidFill>
                            <a:srgbClr val="FFFFFF"/>
                          </a:solidFill>
                          <a:effectLst/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</a:rPr>
                        <a:t>(</a:t>
                      </a:r>
                      <a:r>
                        <a:rPr lang="zh-CN" alt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</a:rPr>
                        <a:t>同比</a:t>
                      </a:r>
                      <a:r>
                        <a:rPr lang="en-US" altLang="zh-CN" sz="1600" b="0" i="0" u="none" strike="noStrike">
                          <a:solidFill>
                            <a:srgbClr val="FFFFFF"/>
                          </a:solidFill>
                          <a:effectLst/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</a:rPr>
                        <a:t>2018</a:t>
                      </a:r>
                      <a:r>
                        <a:rPr lang="zh-CN" alt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</a:rPr>
                        <a:t>年</a:t>
                      </a:r>
                      <a:r>
                        <a:rPr lang="en-US" altLang="zh-CN" sz="1600" b="0" i="0" u="none" strike="noStrike">
                          <a:solidFill>
                            <a:srgbClr val="FFFFFF"/>
                          </a:solidFill>
                          <a:effectLst/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</a:rPr>
                        <a:t>增长率</a:t>
                      </a:r>
                      <a:br>
                        <a:rPr lang="zh-CN" altLang="en-U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</a:rPr>
                      </a:br>
                      <a:r>
                        <a:rPr lang="zh-CN" altLang="en-U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</a:rPr>
                        <a:t>（对比目标值）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66177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</a:rPr>
                        <a:t>第</a:t>
                      </a:r>
                      <a:r>
                        <a:rPr lang="en-US" altLang="zh-CN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</a:rPr>
                        <a:t>1</a:t>
                      </a:r>
                      <a:r>
                        <a:rPr lang="zh-CN" altLang="en-U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</a:rPr>
                        <a:t>季度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</a:rPr>
                        <a:t>13871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</a:rPr>
                        <a:t>13616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</a:rPr>
                        <a:t>15234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</a:rPr>
                        <a:t>9.83%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</a:rPr>
                        <a:t>11.88%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177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</a:rPr>
                        <a:t>第</a:t>
                      </a:r>
                      <a:r>
                        <a:rPr lang="en-US" altLang="zh-CN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</a:rPr>
                        <a:t>2</a:t>
                      </a:r>
                      <a:r>
                        <a:rPr lang="zh-CN" altLang="en-U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</a:rPr>
                        <a:t>季度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</a:rPr>
                        <a:t>18599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</a:rPr>
                        <a:t>11249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</a:rPr>
                        <a:t>25632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</a:rPr>
                        <a:t>37.81%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</a:rPr>
                        <a:t>127.86%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66177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</a:rPr>
                        <a:t>第</a:t>
                      </a:r>
                      <a:r>
                        <a:rPr lang="en-US" altLang="zh-CN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</a:rPr>
                        <a:t>*</a:t>
                      </a:r>
                      <a:r>
                        <a:rPr lang="zh-CN" altLang="en-U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</a:rPr>
                        <a:t>季度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</a:rPr>
                        <a:t>17111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</a:rPr>
                        <a:t>14563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</a:rPr>
                        <a:t>18500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</a:rPr>
                        <a:t>8.12%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</a:rPr>
                        <a:t>27.03%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177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</a:rPr>
                        <a:t>第</a:t>
                      </a:r>
                      <a:r>
                        <a:rPr lang="en-US" altLang="zh-CN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</a:rPr>
                        <a:t>*</a:t>
                      </a:r>
                      <a:r>
                        <a:rPr lang="zh-CN" altLang="en-U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</a:rPr>
                        <a:t>季度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</a:rPr>
                        <a:t>14944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</a:rPr>
                        <a:t>11460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</a:rPr>
                        <a:t>18961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</a:rPr>
                        <a:t>26.88%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</a:rPr>
                        <a:t>65.45%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70627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</a:rPr>
                        <a:t>总计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</a:rPr>
                        <a:t>64525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</a:rPr>
                        <a:t>50888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</a:rPr>
                        <a:t>78327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</a:rPr>
                        <a:t>21.39%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</a:rPr>
                        <a:t>53.92%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4000">
        <p:random/>
      </p:transition>
    </mc:Choice>
    <mc:Fallback xmlns="">
      <p:transition spd="slow" advTm="4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0.23789 2.59259E-6 " pathEditMode="relative" rAng="0" ptsTypes="AA">
                                      <p:cBhvr>
                                        <p:cTn id="21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88" y="0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0" presetClass="entr" presetSubtype="0" decel="5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0" dur="1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150000" y="150000"/>
                                      <p:to x="50000" y="50000"/>
                                    </p:animScale>
                                    <p:anim to="" calcmode="lin" valueType="num">
                                      <p:cBhvr>
                                        <p:cTn id="31" dur="1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02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2" dur="250" accel="50000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50000" y="5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33" dur="250" accel="50000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4" dur="1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05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5" dur="250" accel="50000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Rot by="21600000">
                                      <p:cBhvr>
                                        <p:cTn id="3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1600000">
                                      <p:cBhvr>
                                        <p:cTn id="37" dur="250" accel="50000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Effect filter="fade">
                                      <p:cBhvr>
                                        <p:cTn id="3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99"/>
                            </p:stCondLst>
                            <p:childTnLst>
                              <p:par>
                                <p:cTn id="4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组合 129"/>
          <p:cNvGrpSpPr/>
          <p:nvPr/>
        </p:nvGrpSpPr>
        <p:grpSpPr>
          <a:xfrm>
            <a:off x="1709347" y="4640623"/>
            <a:ext cx="1706880" cy="1706875"/>
            <a:chOff x="304800" y="673100"/>
            <a:chExt cx="4000500" cy="400050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31" name="同心圆 120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8524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530" ker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132" name="椭圆 131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8524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530" kern="0">
                <a:solidFill>
                  <a:sysClr val="window" lastClr="FFFFFF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cxnSp>
        <p:nvCxnSpPr>
          <p:cNvPr id="2" name="直接连接符 1"/>
          <p:cNvCxnSpPr/>
          <p:nvPr/>
        </p:nvCxnSpPr>
        <p:spPr>
          <a:xfrm>
            <a:off x="0" y="475460"/>
            <a:ext cx="412612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圆角矩形 101"/>
          <p:cNvSpPr/>
          <p:nvPr/>
        </p:nvSpPr>
        <p:spPr>
          <a:xfrm>
            <a:off x="4360957" y="258038"/>
            <a:ext cx="3456384" cy="523213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endParaRPr lang="zh-CN" altLang="en-US" b="1" dirty="0">
              <a:solidFill>
                <a:prstClr val="white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06409" y="288927"/>
            <a:ext cx="3456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业绩概要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4394504" y="288927"/>
            <a:ext cx="468000" cy="468000"/>
            <a:chOff x="304800" y="673100"/>
            <a:chExt cx="4000500" cy="4000500"/>
          </a:xfrm>
          <a:effectLst/>
        </p:grpSpPr>
        <p:sp>
          <p:nvSpPr>
            <p:cNvPr id="6" name="同心圆 86"/>
            <p:cNvSpPr/>
            <p:nvPr/>
          </p:nvSpPr>
          <p:spPr>
            <a:xfrm>
              <a:off x="304800" y="673100"/>
              <a:ext cx="4000500" cy="400050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prstClr val="black"/>
                </a:solidFill>
                <a:latin typeface="Calibri" panose="020F0502020204030204"/>
                <a:ea typeface="思源黑体 CN Bold" panose="020B0800000000000000" pitchFamily="34" charset="-122"/>
              </a:endParaRPr>
            </a:p>
          </p:txBody>
        </p:sp>
        <p:sp>
          <p:nvSpPr>
            <p:cNvPr id="7" name="椭圆 3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prstClr val="white"/>
                </a:solidFill>
                <a:latin typeface="Calibri" panose="020F0502020204030204"/>
                <a:ea typeface="思源黑体 CN Bold" panose="020B0800000000000000" pitchFamily="34" charset="-122"/>
              </a:endParaRPr>
            </a:p>
          </p:txBody>
        </p:sp>
      </p:grpSp>
      <p:cxnSp>
        <p:nvCxnSpPr>
          <p:cNvPr id="11" name="直接连接符 10"/>
          <p:cNvCxnSpPr/>
          <p:nvPr/>
        </p:nvCxnSpPr>
        <p:spPr>
          <a:xfrm>
            <a:off x="8065877" y="475460"/>
            <a:ext cx="412612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1731058" y="5012074"/>
            <a:ext cx="17068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2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4000" dirty="0">
                <a:solidFill>
                  <a:srgbClr val="C0000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标题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1783478" y="5631665"/>
            <a:ext cx="16020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12192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PERCEPTUAL</a:t>
            </a:r>
          </a:p>
        </p:txBody>
      </p:sp>
      <p:cxnSp>
        <p:nvCxnSpPr>
          <p:cNvPr id="39" name="直接连接符 38"/>
          <p:cNvCxnSpPr/>
          <p:nvPr/>
        </p:nvCxnSpPr>
        <p:spPr>
          <a:xfrm>
            <a:off x="3651447" y="4967158"/>
            <a:ext cx="0" cy="947327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</a:ln>
          <a:effectLst/>
        </p:spPr>
      </p:cxnSp>
      <p:sp>
        <p:nvSpPr>
          <p:cNvPr id="40" name="文本框 39"/>
          <p:cNvSpPr txBox="1"/>
          <p:nvPr/>
        </p:nvSpPr>
        <p:spPr bwMode="auto">
          <a:xfrm>
            <a:off x="3764748" y="4979157"/>
            <a:ext cx="6920601" cy="1171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专业完美财务分析报告，正文字体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12-24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号，标题字体为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28-48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号，字体间距为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1.2-1.5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专业完美财务分析报告，正文字体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12-24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号，标题字体为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28-48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号，字体间距为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1.2-1.5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专业完美财务分析报告，正文字体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12-24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号，标题字体为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28-48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号，字体间距为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1.2-1.5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专业完美财务分析报告，正文字体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12-24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号，标题字体为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28-48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号，字体间距为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1.2-1.5</a:t>
            </a:r>
          </a:p>
        </p:txBody>
      </p:sp>
      <p:grpSp>
        <p:nvGrpSpPr>
          <p:cNvPr id="41" name="组合 40"/>
          <p:cNvGrpSpPr/>
          <p:nvPr/>
        </p:nvGrpSpPr>
        <p:grpSpPr>
          <a:xfrm>
            <a:off x="5069155" y="1852879"/>
            <a:ext cx="791224" cy="791224"/>
            <a:chOff x="3237545" y="4561747"/>
            <a:chExt cx="1146960" cy="1146960"/>
          </a:xfrm>
        </p:grpSpPr>
        <p:sp>
          <p:nvSpPr>
            <p:cNvPr id="42" name="圆角矩形 11"/>
            <p:cNvSpPr/>
            <p:nvPr/>
          </p:nvSpPr>
          <p:spPr>
            <a:xfrm>
              <a:off x="3237545" y="4561747"/>
              <a:ext cx="1146960" cy="1146960"/>
            </a:xfrm>
            <a:prstGeom prst="roundRect">
              <a:avLst>
                <a:gd name="adj" fmla="val 50000"/>
              </a:avLst>
            </a:prstGeom>
            <a:solidFill>
              <a:srgbClr val="C00002"/>
            </a:solidFill>
            <a:ln w="25400" cap="flat" cmpd="sng" algn="ctr">
              <a:gradFill flip="none" rotWithShape="1">
                <a:gsLst>
                  <a:gs pos="0">
                    <a:sysClr val="window" lastClr="FFFFFF">
                      <a:lumMod val="85000"/>
                    </a:sysClr>
                  </a:gs>
                  <a:gs pos="100000">
                    <a:sysClr val="window" lastClr="FFFFFF"/>
                  </a:gs>
                </a:gsLst>
                <a:lin ang="2700000" scaled="1"/>
                <a:tileRect/>
              </a:gradFill>
              <a:prstDash val="solid"/>
            </a:ln>
            <a:effectLst>
              <a:innerShdw blurRad="127000" dist="63500" dir="13500000">
                <a:sysClr val="windowText" lastClr="000000">
                  <a:lumMod val="65000"/>
                  <a:lumOff val="35000"/>
                  <a:alpha val="49000"/>
                </a:sysClr>
              </a:innerShdw>
            </a:effectLst>
          </p:spPr>
          <p:txBody>
            <a:bodyPr rtlCol="0" anchor="ctr"/>
            <a:lstStyle/>
            <a:p>
              <a:pPr marL="0" marR="0" lvl="0" indent="0" algn="ctr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3" name="圆角矩形 12"/>
            <p:cNvSpPr/>
            <p:nvPr/>
          </p:nvSpPr>
          <p:spPr>
            <a:xfrm>
              <a:off x="3351014" y="4675216"/>
              <a:ext cx="920023" cy="920023"/>
            </a:xfrm>
            <a:prstGeom prst="roundRect">
              <a:avLst>
                <a:gd name="adj" fmla="val 50000"/>
              </a:avLst>
            </a:prstGeom>
            <a:solidFill>
              <a:sysClr val="window" lastClr="FFFFFF">
                <a:lumMod val="95000"/>
              </a:sysClr>
            </a:solidFill>
            <a:ln w="50800" cap="flat" cmpd="sng" algn="ctr">
              <a:noFill/>
              <a:prstDash val="solid"/>
            </a:ln>
            <a:effectLst>
              <a:outerShdw blurRad="76200" dist="38100" dir="2700000" algn="tl" rotWithShape="0">
                <a:sysClr val="windowText" lastClr="000000">
                  <a:lumMod val="65000"/>
                  <a:lumOff val="35000"/>
                  <a:alpha val="64000"/>
                </a:sys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1750" h="6350" prst="angle"/>
            </a:sp3d>
          </p:spPr>
          <p:txBody>
            <a:bodyPr rtlCol="0" anchor="ctr"/>
            <a:lstStyle/>
            <a:p>
              <a:pPr marL="0" marR="0" lvl="0" indent="0" algn="ctr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6288021" y="1852879"/>
            <a:ext cx="791224" cy="791224"/>
            <a:chOff x="3237545" y="4561747"/>
            <a:chExt cx="1146960" cy="1146960"/>
          </a:xfrm>
        </p:grpSpPr>
        <p:sp>
          <p:nvSpPr>
            <p:cNvPr id="45" name="圆角矩形 14"/>
            <p:cNvSpPr/>
            <p:nvPr/>
          </p:nvSpPr>
          <p:spPr>
            <a:xfrm>
              <a:off x="3237545" y="4561747"/>
              <a:ext cx="1146960" cy="1146960"/>
            </a:xfrm>
            <a:prstGeom prst="roundRect">
              <a:avLst>
                <a:gd name="adj" fmla="val 50000"/>
              </a:avLst>
            </a:prstGeom>
            <a:solidFill>
              <a:srgbClr val="C00002"/>
            </a:solidFill>
            <a:ln w="25400" cap="flat" cmpd="sng" algn="ctr">
              <a:gradFill flip="none" rotWithShape="1">
                <a:gsLst>
                  <a:gs pos="0">
                    <a:sysClr val="window" lastClr="FFFFFF">
                      <a:lumMod val="85000"/>
                    </a:sysClr>
                  </a:gs>
                  <a:gs pos="100000">
                    <a:sysClr val="window" lastClr="FFFFFF"/>
                  </a:gs>
                </a:gsLst>
                <a:lin ang="2700000" scaled="1"/>
                <a:tileRect/>
              </a:gradFill>
              <a:prstDash val="solid"/>
            </a:ln>
            <a:effectLst>
              <a:innerShdw blurRad="127000" dist="63500" dir="13500000">
                <a:sysClr val="windowText" lastClr="000000">
                  <a:lumMod val="65000"/>
                  <a:lumOff val="35000"/>
                  <a:alpha val="49000"/>
                </a:sysClr>
              </a:innerShdw>
            </a:effectLst>
          </p:spPr>
          <p:txBody>
            <a:bodyPr rtlCol="0" anchor="ctr"/>
            <a:lstStyle/>
            <a:p>
              <a:pPr marL="0" marR="0" lvl="0" indent="0" algn="ctr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6" name="圆角矩形 15"/>
            <p:cNvSpPr/>
            <p:nvPr/>
          </p:nvSpPr>
          <p:spPr>
            <a:xfrm>
              <a:off x="3351014" y="4675216"/>
              <a:ext cx="920023" cy="920023"/>
            </a:xfrm>
            <a:prstGeom prst="roundRect">
              <a:avLst>
                <a:gd name="adj" fmla="val 50000"/>
              </a:avLst>
            </a:prstGeom>
            <a:solidFill>
              <a:sysClr val="window" lastClr="FFFFFF">
                <a:lumMod val="95000"/>
              </a:sysClr>
            </a:solidFill>
            <a:ln w="50800" cap="flat" cmpd="sng" algn="ctr">
              <a:noFill/>
              <a:prstDash val="solid"/>
            </a:ln>
            <a:effectLst>
              <a:outerShdw blurRad="76200" dist="38100" dir="2700000" algn="tl" rotWithShape="0">
                <a:sysClr val="windowText" lastClr="000000">
                  <a:lumMod val="65000"/>
                  <a:lumOff val="35000"/>
                  <a:alpha val="64000"/>
                </a:sys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1750" h="6350" prst="angle"/>
            </a:sp3d>
          </p:spPr>
          <p:txBody>
            <a:bodyPr rtlCol="0" anchor="ctr"/>
            <a:lstStyle/>
            <a:p>
              <a:pPr marL="0" marR="0" lvl="0" indent="0" algn="ctr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5069155" y="3072079"/>
            <a:ext cx="791224" cy="791224"/>
            <a:chOff x="3237545" y="4561747"/>
            <a:chExt cx="1146960" cy="1146960"/>
          </a:xfrm>
        </p:grpSpPr>
        <p:sp>
          <p:nvSpPr>
            <p:cNvPr id="48" name="圆角矩形 17"/>
            <p:cNvSpPr/>
            <p:nvPr/>
          </p:nvSpPr>
          <p:spPr>
            <a:xfrm>
              <a:off x="3237545" y="4561747"/>
              <a:ext cx="1146960" cy="1146960"/>
            </a:xfrm>
            <a:prstGeom prst="roundRect">
              <a:avLst>
                <a:gd name="adj" fmla="val 50000"/>
              </a:avLst>
            </a:prstGeom>
            <a:solidFill>
              <a:srgbClr val="C00002"/>
            </a:solidFill>
            <a:ln w="25400" cap="flat" cmpd="sng" algn="ctr">
              <a:gradFill flip="none" rotWithShape="1">
                <a:gsLst>
                  <a:gs pos="0">
                    <a:sysClr val="window" lastClr="FFFFFF">
                      <a:lumMod val="85000"/>
                    </a:sysClr>
                  </a:gs>
                  <a:gs pos="100000">
                    <a:sysClr val="window" lastClr="FFFFFF"/>
                  </a:gs>
                </a:gsLst>
                <a:lin ang="2700000" scaled="1"/>
                <a:tileRect/>
              </a:gradFill>
              <a:prstDash val="solid"/>
            </a:ln>
            <a:effectLst>
              <a:innerShdw blurRad="127000" dist="63500" dir="13500000">
                <a:sysClr val="windowText" lastClr="000000">
                  <a:lumMod val="65000"/>
                  <a:lumOff val="35000"/>
                  <a:alpha val="49000"/>
                </a:sysClr>
              </a:innerShdw>
            </a:effectLst>
          </p:spPr>
          <p:txBody>
            <a:bodyPr rtlCol="0" anchor="ctr"/>
            <a:lstStyle/>
            <a:p>
              <a:pPr marL="0" marR="0" lvl="0" indent="0" algn="ctr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9" name="圆角矩形 18"/>
            <p:cNvSpPr/>
            <p:nvPr/>
          </p:nvSpPr>
          <p:spPr>
            <a:xfrm>
              <a:off x="3351014" y="4675216"/>
              <a:ext cx="920023" cy="920023"/>
            </a:xfrm>
            <a:prstGeom prst="roundRect">
              <a:avLst>
                <a:gd name="adj" fmla="val 50000"/>
              </a:avLst>
            </a:prstGeom>
            <a:solidFill>
              <a:sysClr val="window" lastClr="FFFFFF">
                <a:lumMod val="95000"/>
              </a:sysClr>
            </a:solidFill>
            <a:ln w="50800" cap="flat" cmpd="sng" algn="ctr">
              <a:noFill/>
              <a:prstDash val="solid"/>
            </a:ln>
            <a:effectLst>
              <a:outerShdw blurRad="76200" dist="38100" dir="2700000" algn="tl" rotWithShape="0">
                <a:sysClr val="windowText" lastClr="000000">
                  <a:lumMod val="65000"/>
                  <a:lumOff val="35000"/>
                  <a:alpha val="64000"/>
                </a:sys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1750" h="6350" prst="angle"/>
            </a:sp3d>
          </p:spPr>
          <p:txBody>
            <a:bodyPr rtlCol="0" anchor="ctr"/>
            <a:lstStyle/>
            <a:p>
              <a:pPr marL="0" marR="0" lvl="0" indent="0" algn="ctr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6288021" y="3072079"/>
            <a:ext cx="791224" cy="791224"/>
            <a:chOff x="3237545" y="4561747"/>
            <a:chExt cx="1146960" cy="1146960"/>
          </a:xfrm>
        </p:grpSpPr>
        <p:sp>
          <p:nvSpPr>
            <p:cNvPr id="51" name="圆角矩形 20"/>
            <p:cNvSpPr/>
            <p:nvPr/>
          </p:nvSpPr>
          <p:spPr>
            <a:xfrm>
              <a:off x="3237545" y="4561747"/>
              <a:ext cx="1146960" cy="1146960"/>
            </a:xfrm>
            <a:prstGeom prst="roundRect">
              <a:avLst>
                <a:gd name="adj" fmla="val 50000"/>
              </a:avLst>
            </a:prstGeom>
            <a:solidFill>
              <a:srgbClr val="C00002"/>
            </a:solidFill>
            <a:ln w="25400" cap="flat" cmpd="sng" algn="ctr">
              <a:gradFill flip="none" rotWithShape="1">
                <a:gsLst>
                  <a:gs pos="0">
                    <a:sysClr val="window" lastClr="FFFFFF">
                      <a:lumMod val="85000"/>
                    </a:sysClr>
                  </a:gs>
                  <a:gs pos="100000">
                    <a:sysClr val="window" lastClr="FFFFFF"/>
                  </a:gs>
                </a:gsLst>
                <a:lin ang="2700000" scaled="1"/>
                <a:tileRect/>
              </a:gradFill>
              <a:prstDash val="solid"/>
            </a:ln>
            <a:effectLst>
              <a:innerShdw blurRad="127000" dist="63500" dir="13500000">
                <a:sysClr val="windowText" lastClr="000000">
                  <a:lumMod val="65000"/>
                  <a:lumOff val="35000"/>
                  <a:alpha val="49000"/>
                </a:sysClr>
              </a:innerShdw>
            </a:effectLst>
          </p:spPr>
          <p:txBody>
            <a:bodyPr rtlCol="0" anchor="ctr"/>
            <a:lstStyle/>
            <a:p>
              <a:pPr marL="0" marR="0" lvl="0" indent="0" algn="ctr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2" name="圆角矩形 21"/>
            <p:cNvSpPr/>
            <p:nvPr/>
          </p:nvSpPr>
          <p:spPr>
            <a:xfrm>
              <a:off x="3351014" y="4675216"/>
              <a:ext cx="920023" cy="920023"/>
            </a:xfrm>
            <a:prstGeom prst="roundRect">
              <a:avLst>
                <a:gd name="adj" fmla="val 50000"/>
              </a:avLst>
            </a:prstGeom>
            <a:solidFill>
              <a:sysClr val="window" lastClr="FFFFFF">
                <a:lumMod val="95000"/>
              </a:sysClr>
            </a:solidFill>
            <a:ln w="50800" cap="flat" cmpd="sng" algn="ctr">
              <a:noFill/>
              <a:prstDash val="solid"/>
            </a:ln>
            <a:effectLst>
              <a:outerShdw blurRad="76200" dist="38100" dir="2700000" algn="tl" rotWithShape="0">
                <a:sysClr val="windowText" lastClr="000000">
                  <a:lumMod val="65000"/>
                  <a:lumOff val="35000"/>
                  <a:alpha val="64000"/>
                </a:sys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1750" h="6350" prst="angle"/>
            </a:sp3d>
          </p:spPr>
          <p:txBody>
            <a:bodyPr rtlCol="0" anchor="ctr"/>
            <a:lstStyle/>
            <a:p>
              <a:pPr marL="0" marR="0" lvl="0" indent="0" algn="ctr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7225049" y="1890333"/>
            <a:ext cx="2963093" cy="1052486"/>
            <a:chOff x="2744012" y="4525702"/>
            <a:chExt cx="2480180" cy="1052486"/>
          </a:xfrm>
        </p:grpSpPr>
        <p:sp>
          <p:nvSpPr>
            <p:cNvPr id="54" name="文本框 53"/>
            <p:cNvSpPr txBox="1"/>
            <p:nvPr/>
          </p:nvSpPr>
          <p:spPr bwMode="auto">
            <a:xfrm>
              <a:off x="2744012" y="4835869"/>
              <a:ext cx="2480180" cy="7423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400" fontAlgn="base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专业完美财务分析报告，正文字体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12-24</a:t>
              </a: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号，标题字体为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28-48</a:t>
              </a: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号，字体间距为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1.2-1.5</a:t>
              </a:r>
            </a:p>
          </p:txBody>
        </p:sp>
        <p:sp>
          <p:nvSpPr>
            <p:cNvPr id="55" name="文本框 54"/>
            <p:cNvSpPr txBox="1"/>
            <p:nvPr/>
          </p:nvSpPr>
          <p:spPr bwMode="auto">
            <a:xfrm>
              <a:off x="2744012" y="4525702"/>
              <a:ext cx="234978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defTabSz="12192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spc="100" dirty="0">
                  <a:solidFill>
                    <a:srgbClr val="C0000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主要业绩</a:t>
              </a:r>
              <a:r>
                <a:rPr lang="en-US" altLang="zh-CN" sz="2000" spc="100" dirty="0">
                  <a:solidFill>
                    <a:srgbClr val="C0000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02</a:t>
              </a:r>
              <a:endParaRPr lang="zh-CN" altLang="en-US" sz="2000" spc="100" dirty="0">
                <a:solidFill>
                  <a:srgbClr val="C0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7225049" y="3072073"/>
            <a:ext cx="2807308" cy="1066143"/>
            <a:chOff x="2744012" y="4525702"/>
            <a:chExt cx="2349784" cy="1066143"/>
          </a:xfrm>
        </p:grpSpPr>
        <p:sp>
          <p:nvSpPr>
            <p:cNvPr id="57" name="文本框 56"/>
            <p:cNvSpPr txBox="1"/>
            <p:nvPr/>
          </p:nvSpPr>
          <p:spPr bwMode="auto">
            <a:xfrm>
              <a:off x="2744012" y="4849526"/>
              <a:ext cx="2253438" cy="7423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400" fontAlgn="base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专业完美财务分析报告，正文字体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12-24</a:t>
              </a: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号，标题字体为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28-48</a:t>
              </a: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号，字体间距为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1.2-1.5</a:t>
              </a:r>
            </a:p>
          </p:txBody>
        </p:sp>
        <p:sp>
          <p:nvSpPr>
            <p:cNvPr id="58" name="文本框 57"/>
            <p:cNvSpPr txBox="1"/>
            <p:nvPr/>
          </p:nvSpPr>
          <p:spPr bwMode="auto">
            <a:xfrm>
              <a:off x="2744012" y="4525702"/>
              <a:ext cx="234978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defTabSz="12192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spc="100" dirty="0">
                  <a:solidFill>
                    <a:srgbClr val="C0000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主要业绩</a:t>
              </a:r>
              <a:r>
                <a:rPr lang="en-US" altLang="zh-CN" sz="2000" spc="100" dirty="0">
                  <a:solidFill>
                    <a:srgbClr val="C0000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04</a:t>
              </a:r>
              <a:endParaRPr lang="zh-CN" altLang="en-US" sz="2000" spc="100" dirty="0">
                <a:solidFill>
                  <a:srgbClr val="C0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2019299" y="1789727"/>
            <a:ext cx="2963093" cy="1054632"/>
            <a:chOff x="2045344" y="3719107"/>
            <a:chExt cx="2963092" cy="1054631"/>
          </a:xfrm>
        </p:grpSpPr>
        <p:sp>
          <p:nvSpPr>
            <p:cNvPr id="60" name="文本框 59"/>
            <p:cNvSpPr txBox="1"/>
            <p:nvPr/>
          </p:nvSpPr>
          <p:spPr bwMode="auto">
            <a:xfrm>
              <a:off x="2045344" y="4031420"/>
              <a:ext cx="2963092" cy="7423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defTabSz="914400" fontAlgn="base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专业完美财务分析报告，正文字体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12-24</a:t>
              </a: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号，标题字体为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28-48</a:t>
              </a: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号，字体间距为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1.2-1.5</a:t>
              </a:r>
            </a:p>
          </p:txBody>
        </p:sp>
        <p:sp>
          <p:nvSpPr>
            <p:cNvPr id="61" name="文本框 60"/>
            <p:cNvSpPr txBox="1"/>
            <p:nvPr/>
          </p:nvSpPr>
          <p:spPr bwMode="auto">
            <a:xfrm>
              <a:off x="2658653" y="3719107"/>
              <a:ext cx="234978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defTabSz="12192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spc="100" dirty="0">
                  <a:solidFill>
                    <a:srgbClr val="C0000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主要业绩</a:t>
              </a:r>
              <a:r>
                <a:rPr lang="en-US" altLang="zh-CN" sz="2000" spc="100" dirty="0">
                  <a:solidFill>
                    <a:srgbClr val="C0000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01</a:t>
              </a:r>
              <a:endParaRPr lang="zh-CN" altLang="en-US" sz="2000" spc="100" dirty="0">
                <a:solidFill>
                  <a:srgbClr val="C0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2019300" y="3072073"/>
            <a:ext cx="2963093" cy="1053919"/>
            <a:chOff x="2045345" y="5001457"/>
            <a:chExt cx="2963092" cy="1053919"/>
          </a:xfrm>
        </p:grpSpPr>
        <p:sp>
          <p:nvSpPr>
            <p:cNvPr id="63" name="文本框 62"/>
            <p:cNvSpPr txBox="1"/>
            <p:nvPr/>
          </p:nvSpPr>
          <p:spPr bwMode="auto">
            <a:xfrm>
              <a:off x="2045345" y="5313057"/>
              <a:ext cx="2963092" cy="7423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defTabSz="914400" fontAlgn="base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专业完美财务分析报告，正文字体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12-24</a:t>
              </a: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号，标题字体为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28-48</a:t>
              </a: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号，字体间距为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1.2-1.5</a:t>
              </a:r>
            </a:p>
          </p:txBody>
        </p:sp>
        <p:sp>
          <p:nvSpPr>
            <p:cNvPr id="64" name="文本框 63"/>
            <p:cNvSpPr txBox="1"/>
            <p:nvPr/>
          </p:nvSpPr>
          <p:spPr bwMode="auto">
            <a:xfrm>
              <a:off x="2658653" y="5001457"/>
              <a:ext cx="234978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r" defTabSz="12192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spc="100" dirty="0">
                  <a:solidFill>
                    <a:srgbClr val="C0000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主要业绩</a:t>
              </a:r>
              <a:r>
                <a:rPr lang="en-US" altLang="zh-CN" sz="2000" spc="100" dirty="0">
                  <a:solidFill>
                    <a:srgbClr val="C0000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03</a:t>
              </a:r>
              <a:endParaRPr lang="zh-CN" altLang="en-US" sz="2000" spc="100" dirty="0">
                <a:solidFill>
                  <a:srgbClr val="C0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5313592" y="2128551"/>
            <a:ext cx="302353" cy="243595"/>
            <a:chOff x="2702739" y="3017462"/>
            <a:chExt cx="535636" cy="431545"/>
          </a:xfrm>
          <a:solidFill>
            <a:srgbClr val="C00002"/>
          </a:solidFill>
        </p:grpSpPr>
        <p:sp>
          <p:nvSpPr>
            <p:cNvPr id="66" name="Freeform 45"/>
            <p:cNvSpPr/>
            <p:nvPr/>
          </p:nvSpPr>
          <p:spPr bwMode="auto">
            <a:xfrm>
              <a:off x="2772133" y="3189864"/>
              <a:ext cx="176739" cy="35782"/>
            </a:xfrm>
            <a:custGeom>
              <a:avLst/>
              <a:gdLst>
                <a:gd name="T0" fmla="*/ 63 w 69"/>
                <a:gd name="T1" fmla="*/ 14 h 14"/>
                <a:gd name="T2" fmla="*/ 7 w 69"/>
                <a:gd name="T3" fmla="*/ 14 h 14"/>
                <a:gd name="T4" fmla="*/ 0 w 69"/>
                <a:gd name="T5" fmla="*/ 7 h 14"/>
                <a:gd name="T6" fmla="*/ 7 w 69"/>
                <a:gd name="T7" fmla="*/ 0 h 14"/>
                <a:gd name="T8" fmla="*/ 63 w 69"/>
                <a:gd name="T9" fmla="*/ 0 h 14"/>
                <a:gd name="T10" fmla="*/ 69 w 69"/>
                <a:gd name="T11" fmla="*/ 7 h 14"/>
                <a:gd name="T12" fmla="*/ 63 w 69"/>
                <a:gd name="T13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9" h="14">
                  <a:moveTo>
                    <a:pt x="63" y="14"/>
                  </a:moveTo>
                  <a:cubicBezTo>
                    <a:pt x="7" y="14"/>
                    <a:pt x="7" y="14"/>
                    <a:pt x="7" y="14"/>
                  </a:cubicBezTo>
                  <a:cubicBezTo>
                    <a:pt x="3" y="14"/>
                    <a:pt x="0" y="11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6" y="0"/>
                    <a:pt x="69" y="3"/>
                    <a:pt x="69" y="7"/>
                  </a:cubicBezTo>
                  <a:cubicBezTo>
                    <a:pt x="69" y="11"/>
                    <a:pt x="66" y="14"/>
                    <a:pt x="63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Freeform 46"/>
            <p:cNvSpPr/>
            <p:nvPr/>
          </p:nvSpPr>
          <p:spPr bwMode="auto">
            <a:xfrm>
              <a:off x="2792734" y="3194201"/>
              <a:ext cx="35782" cy="72647"/>
            </a:xfrm>
            <a:custGeom>
              <a:avLst/>
              <a:gdLst>
                <a:gd name="T0" fmla="*/ 7 w 14"/>
                <a:gd name="T1" fmla="*/ 28 h 28"/>
                <a:gd name="T2" fmla="*/ 0 w 14"/>
                <a:gd name="T3" fmla="*/ 21 h 28"/>
                <a:gd name="T4" fmla="*/ 0 w 14"/>
                <a:gd name="T5" fmla="*/ 7 h 28"/>
                <a:gd name="T6" fmla="*/ 7 w 14"/>
                <a:gd name="T7" fmla="*/ 0 h 28"/>
                <a:gd name="T8" fmla="*/ 14 w 14"/>
                <a:gd name="T9" fmla="*/ 7 h 28"/>
                <a:gd name="T10" fmla="*/ 14 w 14"/>
                <a:gd name="T11" fmla="*/ 21 h 28"/>
                <a:gd name="T12" fmla="*/ 7 w 14"/>
                <a:gd name="T13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28">
                  <a:moveTo>
                    <a:pt x="7" y="28"/>
                  </a:moveTo>
                  <a:cubicBezTo>
                    <a:pt x="3" y="28"/>
                    <a:pt x="0" y="25"/>
                    <a:pt x="0" y="2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1" y="0"/>
                    <a:pt x="14" y="3"/>
                    <a:pt x="14" y="7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5"/>
                    <a:pt x="11" y="28"/>
                    <a:pt x="7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Freeform 47"/>
            <p:cNvSpPr/>
            <p:nvPr/>
          </p:nvSpPr>
          <p:spPr bwMode="auto">
            <a:xfrm>
              <a:off x="2836106" y="3194201"/>
              <a:ext cx="33613" cy="72647"/>
            </a:xfrm>
            <a:custGeom>
              <a:avLst/>
              <a:gdLst>
                <a:gd name="T0" fmla="*/ 7 w 13"/>
                <a:gd name="T1" fmla="*/ 28 h 28"/>
                <a:gd name="T2" fmla="*/ 0 w 13"/>
                <a:gd name="T3" fmla="*/ 21 h 28"/>
                <a:gd name="T4" fmla="*/ 0 w 13"/>
                <a:gd name="T5" fmla="*/ 7 h 28"/>
                <a:gd name="T6" fmla="*/ 7 w 13"/>
                <a:gd name="T7" fmla="*/ 0 h 28"/>
                <a:gd name="T8" fmla="*/ 13 w 13"/>
                <a:gd name="T9" fmla="*/ 7 h 28"/>
                <a:gd name="T10" fmla="*/ 13 w 13"/>
                <a:gd name="T11" fmla="*/ 21 h 28"/>
                <a:gd name="T12" fmla="*/ 7 w 13"/>
                <a:gd name="T13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28">
                  <a:moveTo>
                    <a:pt x="7" y="28"/>
                  </a:moveTo>
                  <a:cubicBezTo>
                    <a:pt x="3" y="28"/>
                    <a:pt x="0" y="25"/>
                    <a:pt x="0" y="2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0" y="0"/>
                    <a:pt x="13" y="3"/>
                    <a:pt x="13" y="7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3" y="25"/>
                    <a:pt x="10" y="28"/>
                    <a:pt x="7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Freeform 48"/>
            <p:cNvSpPr>
              <a:spLocks noEditPoints="1"/>
            </p:cNvSpPr>
            <p:nvPr/>
          </p:nvSpPr>
          <p:spPr bwMode="auto">
            <a:xfrm>
              <a:off x="2920680" y="3133481"/>
              <a:ext cx="101923" cy="148547"/>
            </a:xfrm>
            <a:custGeom>
              <a:avLst/>
              <a:gdLst>
                <a:gd name="T0" fmla="*/ 20 w 40"/>
                <a:gd name="T1" fmla="*/ 58 h 58"/>
                <a:gd name="T2" fmla="*/ 0 w 40"/>
                <a:gd name="T3" fmla="*/ 38 h 58"/>
                <a:gd name="T4" fmla="*/ 0 w 40"/>
                <a:gd name="T5" fmla="*/ 20 h 58"/>
                <a:gd name="T6" fmla="*/ 20 w 40"/>
                <a:gd name="T7" fmla="*/ 0 h 58"/>
                <a:gd name="T8" fmla="*/ 40 w 40"/>
                <a:gd name="T9" fmla="*/ 20 h 58"/>
                <a:gd name="T10" fmla="*/ 40 w 40"/>
                <a:gd name="T11" fmla="*/ 38 h 58"/>
                <a:gd name="T12" fmla="*/ 20 w 40"/>
                <a:gd name="T13" fmla="*/ 58 h 58"/>
                <a:gd name="T14" fmla="*/ 20 w 40"/>
                <a:gd name="T15" fmla="*/ 13 h 58"/>
                <a:gd name="T16" fmla="*/ 14 w 40"/>
                <a:gd name="T17" fmla="*/ 20 h 58"/>
                <a:gd name="T18" fmla="*/ 14 w 40"/>
                <a:gd name="T19" fmla="*/ 38 h 58"/>
                <a:gd name="T20" fmla="*/ 20 w 40"/>
                <a:gd name="T21" fmla="*/ 45 h 58"/>
                <a:gd name="T22" fmla="*/ 27 w 40"/>
                <a:gd name="T23" fmla="*/ 38 h 58"/>
                <a:gd name="T24" fmla="*/ 27 w 40"/>
                <a:gd name="T25" fmla="*/ 20 h 58"/>
                <a:gd name="T26" fmla="*/ 20 w 40"/>
                <a:gd name="T27" fmla="*/ 1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0" h="58">
                  <a:moveTo>
                    <a:pt x="20" y="58"/>
                  </a:moveTo>
                  <a:cubicBezTo>
                    <a:pt x="9" y="58"/>
                    <a:pt x="0" y="49"/>
                    <a:pt x="0" y="38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49"/>
                    <a:pt x="31" y="58"/>
                    <a:pt x="20" y="58"/>
                  </a:cubicBezTo>
                  <a:close/>
                  <a:moveTo>
                    <a:pt x="20" y="13"/>
                  </a:moveTo>
                  <a:cubicBezTo>
                    <a:pt x="17" y="13"/>
                    <a:pt x="14" y="16"/>
                    <a:pt x="14" y="20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42"/>
                    <a:pt x="17" y="45"/>
                    <a:pt x="20" y="45"/>
                  </a:cubicBezTo>
                  <a:cubicBezTo>
                    <a:pt x="24" y="45"/>
                    <a:pt x="27" y="42"/>
                    <a:pt x="27" y="3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16"/>
                    <a:pt x="24" y="13"/>
                    <a:pt x="20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Freeform 49"/>
            <p:cNvSpPr>
              <a:spLocks noEditPoints="1"/>
            </p:cNvSpPr>
            <p:nvPr/>
          </p:nvSpPr>
          <p:spPr bwMode="auto">
            <a:xfrm>
              <a:off x="2702739" y="3017462"/>
              <a:ext cx="535636" cy="431545"/>
            </a:xfrm>
            <a:custGeom>
              <a:avLst/>
              <a:gdLst>
                <a:gd name="T0" fmla="*/ 200 w 209"/>
                <a:gd name="T1" fmla="*/ 140 h 168"/>
                <a:gd name="T2" fmla="*/ 159 w 209"/>
                <a:gd name="T3" fmla="*/ 114 h 168"/>
                <a:gd name="T4" fmla="*/ 148 w 209"/>
                <a:gd name="T5" fmla="*/ 112 h 168"/>
                <a:gd name="T6" fmla="*/ 144 w 209"/>
                <a:gd name="T7" fmla="*/ 113 h 168"/>
                <a:gd name="T8" fmla="*/ 137 w 209"/>
                <a:gd name="T9" fmla="*/ 109 h 168"/>
                <a:gd name="T10" fmla="*/ 144 w 209"/>
                <a:gd name="T11" fmla="*/ 60 h 168"/>
                <a:gd name="T12" fmla="*/ 60 w 209"/>
                <a:gd name="T13" fmla="*/ 9 h 168"/>
                <a:gd name="T14" fmla="*/ 9 w 209"/>
                <a:gd name="T15" fmla="*/ 92 h 168"/>
                <a:gd name="T16" fmla="*/ 93 w 209"/>
                <a:gd name="T17" fmla="*/ 143 h 168"/>
                <a:gd name="T18" fmla="*/ 129 w 209"/>
                <a:gd name="T19" fmla="*/ 121 h 168"/>
                <a:gd name="T20" fmla="*/ 136 w 209"/>
                <a:gd name="T21" fmla="*/ 125 h 168"/>
                <a:gd name="T22" fmla="*/ 143 w 209"/>
                <a:gd name="T23" fmla="*/ 139 h 168"/>
                <a:gd name="T24" fmla="*/ 183 w 209"/>
                <a:gd name="T25" fmla="*/ 165 h 168"/>
                <a:gd name="T26" fmla="*/ 195 w 209"/>
                <a:gd name="T27" fmla="*/ 167 h 168"/>
                <a:gd name="T28" fmla="*/ 204 w 209"/>
                <a:gd name="T29" fmla="*/ 161 h 168"/>
                <a:gd name="T30" fmla="*/ 200 w 209"/>
                <a:gd name="T31" fmla="*/ 140 h 168"/>
                <a:gd name="T32" fmla="*/ 90 w 209"/>
                <a:gd name="T33" fmla="*/ 131 h 168"/>
                <a:gd name="T34" fmla="*/ 22 w 209"/>
                <a:gd name="T35" fmla="*/ 89 h 168"/>
                <a:gd name="T36" fmla="*/ 63 w 209"/>
                <a:gd name="T37" fmla="*/ 21 h 168"/>
                <a:gd name="T38" fmla="*/ 131 w 209"/>
                <a:gd name="T39" fmla="*/ 63 h 168"/>
                <a:gd name="T40" fmla="*/ 90 w 209"/>
                <a:gd name="T41" fmla="*/ 131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09" h="168">
                  <a:moveTo>
                    <a:pt x="200" y="140"/>
                  </a:moveTo>
                  <a:cubicBezTo>
                    <a:pt x="159" y="114"/>
                    <a:pt x="159" y="114"/>
                    <a:pt x="159" y="114"/>
                  </a:cubicBezTo>
                  <a:cubicBezTo>
                    <a:pt x="156" y="111"/>
                    <a:pt x="152" y="111"/>
                    <a:pt x="148" y="112"/>
                  </a:cubicBezTo>
                  <a:cubicBezTo>
                    <a:pt x="146" y="112"/>
                    <a:pt x="145" y="113"/>
                    <a:pt x="144" y="113"/>
                  </a:cubicBezTo>
                  <a:cubicBezTo>
                    <a:pt x="137" y="109"/>
                    <a:pt x="137" y="109"/>
                    <a:pt x="137" y="109"/>
                  </a:cubicBezTo>
                  <a:cubicBezTo>
                    <a:pt x="145" y="94"/>
                    <a:pt x="148" y="77"/>
                    <a:pt x="144" y="60"/>
                  </a:cubicBezTo>
                  <a:cubicBezTo>
                    <a:pt x="135" y="22"/>
                    <a:pt x="97" y="0"/>
                    <a:pt x="60" y="9"/>
                  </a:cubicBezTo>
                  <a:cubicBezTo>
                    <a:pt x="23" y="18"/>
                    <a:pt x="0" y="55"/>
                    <a:pt x="9" y="92"/>
                  </a:cubicBezTo>
                  <a:cubicBezTo>
                    <a:pt x="18" y="129"/>
                    <a:pt x="56" y="152"/>
                    <a:pt x="93" y="143"/>
                  </a:cubicBezTo>
                  <a:cubicBezTo>
                    <a:pt x="108" y="140"/>
                    <a:pt x="120" y="132"/>
                    <a:pt x="129" y="121"/>
                  </a:cubicBezTo>
                  <a:cubicBezTo>
                    <a:pt x="136" y="125"/>
                    <a:pt x="136" y="125"/>
                    <a:pt x="136" y="125"/>
                  </a:cubicBezTo>
                  <a:cubicBezTo>
                    <a:pt x="136" y="131"/>
                    <a:pt x="138" y="136"/>
                    <a:pt x="143" y="139"/>
                  </a:cubicBezTo>
                  <a:cubicBezTo>
                    <a:pt x="183" y="165"/>
                    <a:pt x="183" y="165"/>
                    <a:pt x="183" y="165"/>
                  </a:cubicBezTo>
                  <a:cubicBezTo>
                    <a:pt x="187" y="168"/>
                    <a:pt x="191" y="168"/>
                    <a:pt x="195" y="167"/>
                  </a:cubicBezTo>
                  <a:cubicBezTo>
                    <a:pt x="199" y="166"/>
                    <a:pt x="202" y="164"/>
                    <a:pt x="204" y="161"/>
                  </a:cubicBezTo>
                  <a:cubicBezTo>
                    <a:pt x="209" y="154"/>
                    <a:pt x="207" y="144"/>
                    <a:pt x="200" y="140"/>
                  </a:cubicBezTo>
                  <a:close/>
                  <a:moveTo>
                    <a:pt x="90" y="131"/>
                  </a:moveTo>
                  <a:cubicBezTo>
                    <a:pt x="60" y="138"/>
                    <a:pt x="29" y="120"/>
                    <a:pt x="22" y="89"/>
                  </a:cubicBezTo>
                  <a:cubicBezTo>
                    <a:pt x="14" y="59"/>
                    <a:pt x="33" y="28"/>
                    <a:pt x="63" y="21"/>
                  </a:cubicBezTo>
                  <a:cubicBezTo>
                    <a:pt x="94" y="14"/>
                    <a:pt x="124" y="32"/>
                    <a:pt x="131" y="63"/>
                  </a:cubicBezTo>
                  <a:cubicBezTo>
                    <a:pt x="139" y="93"/>
                    <a:pt x="120" y="123"/>
                    <a:pt x="90" y="1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6552949" y="2147356"/>
            <a:ext cx="305415" cy="219725"/>
            <a:chOff x="3820635" y="3071676"/>
            <a:chExt cx="541058" cy="389258"/>
          </a:xfrm>
          <a:solidFill>
            <a:srgbClr val="C00002"/>
          </a:solidFill>
        </p:grpSpPr>
        <p:sp>
          <p:nvSpPr>
            <p:cNvPr id="72" name="Freeform 226"/>
            <p:cNvSpPr>
              <a:spLocks noEditPoints="1"/>
            </p:cNvSpPr>
            <p:nvPr/>
          </p:nvSpPr>
          <p:spPr bwMode="auto">
            <a:xfrm>
              <a:off x="3820635" y="3071676"/>
              <a:ext cx="438051" cy="389258"/>
            </a:xfrm>
            <a:custGeom>
              <a:avLst/>
              <a:gdLst>
                <a:gd name="T0" fmla="*/ 166 w 171"/>
                <a:gd name="T1" fmla="*/ 0 h 152"/>
                <a:gd name="T2" fmla="*/ 6 w 171"/>
                <a:gd name="T3" fmla="*/ 0 h 152"/>
                <a:gd name="T4" fmla="*/ 0 w 171"/>
                <a:gd name="T5" fmla="*/ 6 h 152"/>
                <a:gd name="T6" fmla="*/ 0 w 171"/>
                <a:gd name="T7" fmla="*/ 147 h 152"/>
                <a:gd name="T8" fmla="*/ 6 w 171"/>
                <a:gd name="T9" fmla="*/ 152 h 152"/>
                <a:gd name="T10" fmla="*/ 166 w 171"/>
                <a:gd name="T11" fmla="*/ 152 h 152"/>
                <a:gd name="T12" fmla="*/ 171 w 171"/>
                <a:gd name="T13" fmla="*/ 147 h 152"/>
                <a:gd name="T14" fmla="*/ 171 w 171"/>
                <a:gd name="T15" fmla="*/ 6 h 152"/>
                <a:gd name="T16" fmla="*/ 166 w 171"/>
                <a:gd name="T17" fmla="*/ 0 h 152"/>
                <a:gd name="T18" fmla="*/ 132 w 171"/>
                <a:gd name="T19" fmla="*/ 12 h 152"/>
                <a:gd name="T20" fmla="*/ 139 w 171"/>
                <a:gd name="T21" fmla="*/ 19 h 152"/>
                <a:gd name="T22" fmla="*/ 132 w 171"/>
                <a:gd name="T23" fmla="*/ 26 h 152"/>
                <a:gd name="T24" fmla="*/ 124 w 171"/>
                <a:gd name="T25" fmla="*/ 19 h 152"/>
                <a:gd name="T26" fmla="*/ 132 w 171"/>
                <a:gd name="T27" fmla="*/ 12 h 152"/>
                <a:gd name="T28" fmla="*/ 110 w 171"/>
                <a:gd name="T29" fmla="*/ 12 h 152"/>
                <a:gd name="T30" fmla="*/ 118 w 171"/>
                <a:gd name="T31" fmla="*/ 19 h 152"/>
                <a:gd name="T32" fmla="*/ 110 w 171"/>
                <a:gd name="T33" fmla="*/ 26 h 152"/>
                <a:gd name="T34" fmla="*/ 103 w 171"/>
                <a:gd name="T35" fmla="*/ 19 h 152"/>
                <a:gd name="T36" fmla="*/ 110 w 171"/>
                <a:gd name="T37" fmla="*/ 12 h 152"/>
                <a:gd name="T38" fmla="*/ 160 w 171"/>
                <a:gd name="T39" fmla="*/ 141 h 152"/>
                <a:gd name="T40" fmla="*/ 11 w 171"/>
                <a:gd name="T41" fmla="*/ 141 h 152"/>
                <a:gd name="T42" fmla="*/ 11 w 171"/>
                <a:gd name="T43" fmla="*/ 38 h 152"/>
                <a:gd name="T44" fmla="*/ 160 w 171"/>
                <a:gd name="T45" fmla="*/ 38 h 152"/>
                <a:gd name="T46" fmla="*/ 160 w 171"/>
                <a:gd name="T47" fmla="*/ 141 h 152"/>
                <a:gd name="T48" fmla="*/ 153 w 171"/>
                <a:gd name="T49" fmla="*/ 26 h 152"/>
                <a:gd name="T50" fmla="*/ 146 w 171"/>
                <a:gd name="T51" fmla="*/ 19 h 152"/>
                <a:gd name="T52" fmla="*/ 153 w 171"/>
                <a:gd name="T53" fmla="*/ 12 h 152"/>
                <a:gd name="T54" fmla="*/ 160 w 171"/>
                <a:gd name="T55" fmla="*/ 19 h 152"/>
                <a:gd name="T56" fmla="*/ 153 w 171"/>
                <a:gd name="T57" fmla="*/ 26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71" h="152">
                  <a:moveTo>
                    <a:pt x="166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50"/>
                    <a:pt x="3" y="152"/>
                    <a:pt x="6" y="152"/>
                  </a:cubicBezTo>
                  <a:cubicBezTo>
                    <a:pt x="166" y="152"/>
                    <a:pt x="166" y="152"/>
                    <a:pt x="166" y="152"/>
                  </a:cubicBezTo>
                  <a:cubicBezTo>
                    <a:pt x="169" y="152"/>
                    <a:pt x="171" y="150"/>
                    <a:pt x="171" y="147"/>
                  </a:cubicBezTo>
                  <a:cubicBezTo>
                    <a:pt x="171" y="6"/>
                    <a:pt x="171" y="6"/>
                    <a:pt x="171" y="6"/>
                  </a:cubicBezTo>
                  <a:cubicBezTo>
                    <a:pt x="171" y="3"/>
                    <a:pt x="169" y="0"/>
                    <a:pt x="166" y="0"/>
                  </a:cubicBezTo>
                  <a:close/>
                  <a:moveTo>
                    <a:pt x="132" y="12"/>
                  </a:moveTo>
                  <a:cubicBezTo>
                    <a:pt x="136" y="12"/>
                    <a:pt x="139" y="15"/>
                    <a:pt x="139" y="19"/>
                  </a:cubicBezTo>
                  <a:cubicBezTo>
                    <a:pt x="139" y="23"/>
                    <a:pt x="136" y="26"/>
                    <a:pt x="132" y="26"/>
                  </a:cubicBezTo>
                  <a:cubicBezTo>
                    <a:pt x="128" y="26"/>
                    <a:pt x="124" y="23"/>
                    <a:pt x="124" y="19"/>
                  </a:cubicBezTo>
                  <a:cubicBezTo>
                    <a:pt x="124" y="15"/>
                    <a:pt x="128" y="12"/>
                    <a:pt x="132" y="12"/>
                  </a:cubicBezTo>
                  <a:close/>
                  <a:moveTo>
                    <a:pt x="110" y="12"/>
                  </a:moveTo>
                  <a:cubicBezTo>
                    <a:pt x="114" y="12"/>
                    <a:pt x="118" y="15"/>
                    <a:pt x="118" y="19"/>
                  </a:cubicBezTo>
                  <a:cubicBezTo>
                    <a:pt x="118" y="23"/>
                    <a:pt x="114" y="26"/>
                    <a:pt x="110" y="26"/>
                  </a:cubicBezTo>
                  <a:cubicBezTo>
                    <a:pt x="106" y="26"/>
                    <a:pt x="103" y="23"/>
                    <a:pt x="103" y="19"/>
                  </a:cubicBezTo>
                  <a:cubicBezTo>
                    <a:pt x="103" y="15"/>
                    <a:pt x="106" y="12"/>
                    <a:pt x="110" y="12"/>
                  </a:cubicBezTo>
                  <a:close/>
                  <a:moveTo>
                    <a:pt x="160" y="141"/>
                  </a:moveTo>
                  <a:cubicBezTo>
                    <a:pt x="11" y="141"/>
                    <a:pt x="11" y="141"/>
                    <a:pt x="11" y="14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60" y="38"/>
                    <a:pt x="160" y="38"/>
                    <a:pt x="160" y="38"/>
                  </a:cubicBezTo>
                  <a:lnTo>
                    <a:pt x="160" y="141"/>
                  </a:lnTo>
                  <a:close/>
                  <a:moveTo>
                    <a:pt x="153" y="26"/>
                  </a:moveTo>
                  <a:cubicBezTo>
                    <a:pt x="149" y="26"/>
                    <a:pt x="146" y="23"/>
                    <a:pt x="146" y="19"/>
                  </a:cubicBezTo>
                  <a:cubicBezTo>
                    <a:pt x="146" y="15"/>
                    <a:pt x="149" y="12"/>
                    <a:pt x="153" y="12"/>
                  </a:cubicBezTo>
                  <a:cubicBezTo>
                    <a:pt x="157" y="12"/>
                    <a:pt x="160" y="15"/>
                    <a:pt x="160" y="19"/>
                  </a:cubicBezTo>
                  <a:cubicBezTo>
                    <a:pt x="160" y="23"/>
                    <a:pt x="157" y="26"/>
                    <a:pt x="153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Freeform 227"/>
            <p:cNvSpPr/>
            <p:nvPr/>
          </p:nvSpPr>
          <p:spPr bwMode="auto">
            <a:xfrm>
              <a:off x="4117729" y="3336242"/>
              <a:ext cx="41203" cy="40119"/>
            </a:xfrm>
            <a:custGeom>
              <a:avLst/>
              <a:gdLst>
                <a:gd name="T0" fmla="*/ 12 w 38"/>
                <a:gd name="T1" fmla="*/ 0 h 37"/>
                <a:gd name="T2" fmla="*/ 12 w 38"/>
                <a:gd name="T3" fmla="*/ 2 h 37"/>
                <a:gd name="T4" fmla="*/ 0 w 38"/>
                <a:gd name="T5" fmla="*/ 37 h 37"/>
                <a:gd name="T6" fmla="*/ 36 w 38"/>
                <a:gd name="T7" fmla="*/ 28 h 37"/>
                <a:gd name="T8" fmla="*/ 38 w 38"/>
                <a:gd name="T9" fmla="*/ 26 h 37"/>
                <a:gd name="T10" fmla="*/ 12 w 38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37">
                  <a:moveTo>
                    <a:pt x="12" y="0"/>
                  </a:moveTo>
                  <a:lnTo>
                    <a:pt x="12" y="2"/>
                  </a:lnTo>
                  <a:lnTo>
                    <a:pt x="0" y="37"/>
                  </a:lnTo>
                  <a:lnTo>
                    <a:pt x="36" y="28"/>
                  </a:lnTo>
                  <a:lnTo>
                    <a:pt x="38" y="26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Freeform 228"/>
            <p:cNvSpPr/>
            <p:nvPr/>
          </p:nvSpPr>
          <p:spPr bwMode="auto">
            <a:xfrm>
              <a:off x="4281456" y="3135649"/>
              <a:ext cx="80237" cy="76984"/>
            </a:xfrm>
            <a:custGeom>
              <a:avLst/>
              <a:gdLst>
                <a:gd name="T0" fmla="*/ 23 w 31"/>
                <a:gd name="T1" fmla="*/ 30 h 30"/>
                <a:gd name="T2" fmla="*/ 29 w 31"/>
                <a:gd name="T3" fmla="*/ 24 h 30"/>
                <a:gd name="T4" fmla="*/ 29 w 31"/>
                <a:gd name="T5" fmla="*/ 17 h 30"/>
                <a:gd name="T6" fmla="*/ 13 w 31"/>
                <a:gd name="T7" fmla="*/ 2 h 30"/>
                <a:gd name="T8" fmla="*/ 6 w 31"/>
                <a:gd name="T9" fmla="*/ 2 h 30"/>
                <a:gd name="T10" fmla="*/ 0 w 31"/>
                <a:gd name="T11" fmla="*/ 8 h 30"/>
                <a:gd name="T12" fmla="*/ 23 w 31"/>
                <a:gd name="T13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30">
                  <a:moveTo>
                    <a:pt x="23" y="30"/>
                  </a:moveTo>
                  <a:cubicBezTo>
                    <a:pt x="29" y="24"/>
                    <a:pt x="29" y="24"/>
                    <a:pt x="29" y="24"/>
                  </a:cubicBezTo>
                  <a:cubicBezTo>
                    <a:pt x="31" y="22"/>
                    <a:pt x="31" y="19"/>
                    <a:pt x="29" y="17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1" y="0"/>
                    <a:pt x="8" y="0"/>
                    <a:pt x="6" y="2"/>
                  </a:cubicBezTo>
                  <a:cubicBezTo>
                    <a:pt x="0" y="8"/>
                    <a:pt x="0" y="8"/>
                    <a:pt x="0" y="8"/>
                  </a:cubicBezTo>
                  <a:lnTo>
                    <a:pt x="23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Freeform 229"/>
            <p:cNvSpPr/>
            <p:nvPr/>
          </p:nvSpPr>
          <p:spPr bwMode="auto">
            <a:xfrm>
              <a:off x="4151342" y="3161672"/>
              <a:ext cx="182160" cy="184328"/>
            </a:xfrm>
            <a:custGeom>
              <a:avLst/>
              <a:gdLst>
                <a:gd name="T0" fmla="*/ 49 w 71"/>
                <a:gd name="T1" fmla="*/ 0 h 72"/>
                <a:gd name="T2" fmla="*/ 48 w 71"/>
                <a:gd name="T3" fmla="*/ 1 h 72"/>
                <a:gd name="T4" fmla="*/ 2 w 71"/>
                <a:gd name="T5" fmla="*/ 47 h 72"/>
                <a:gd name="T6" fmla="*/ 2 w 71"/>
                <a:gd name="T7" fmla="*/ 55 h 72"/>
                <a:gd name="T8" fmla="*/ 2 w 71"/>
                <a:gd name="T9" fmla="*/ 55 h 72"/>
                <a:gd name="T10" fmla="*/ 8 w 71"/>
                <a:gd name="T11" fmla="*/ 57 h 72"/>
                <a:gd name="T12" fmla="*/ 9 w 71"/>
                <a:gd name="T13" fmla="*/ 62 h 72"/>
                <a:gd name="T14" fmla="*/ 9 w 71"/>
                <a:gd name="T15" fmla="*/ 62 h 72"/>
                <a:gd name="T16" fmla="*/ 15 w 71"/>
                <a:gd name="T17" fmla="*/ 64 h 72"/>
                <a:gd name="T18" fmla="*/ 16 w 71"/>
                <a:gd name="T19" fmla="*/ 69 h 72"/>
                <a:gd name="T20" fmla="*/ 17 w 71"/>
                <a:gd name="T21" fmla="*/ 70 h 72"/>
                <a:gd name="T22" fmla="*/ 24 w 71"/>
                <a:gd name="T23" fmla="*/ 70 h 72"/>
                <a:gd name="T24" fmla="*/ 71 w 71"/>
                <a:gd name="T25" fmla="*/ 23 h 72"/>
                <a:gd name="T26" fmla="*/ 71 w 71"/>
                <a:gd name="T27" fmla="*/ 23 h 72"/>
                <a:gd name="T28" fmla="*/ 49 w 71"/>
                <a:gd name="T29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72">
                  <a:moveTo>
                    <a:pt x="49" y="0"/>
                  </a:moveTo>
                  <a:cubicBezTo>
                    <a:pt x="49" y="0"/>
                    <a:pt x="48" y="0"/>
                    <a:pt x="48" y="1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0" y="49"/>
                    <a:pt x="0" y="53"/>
                    <a:pt x="2" y="55"/>
                  </a:cubicBezTo>
                  <a:cubicBezTo>
                    <a:pt x="2" y="55"/>
                    <a:pt x="2" y="55"/>
                    <a:pt x="2" y="55"/>
                  </a:cubicBezTo>
                  <a:cubicBezTo>
                    <a:pt x="4" y="57"/>
                    <a:pt x="6" y="57"/>
                    <a:pt x="8" y="57"/>
                  </a:cubicBezTo>
                  <a:cubicBezTo>
                    <a:pt x="7" y="58"/>
                    <a:pt x="7" y="60"/>
                    <a:pt x="9" y="62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1" y="64"/>
                    <a:pt x="13" y="64"/>
                    <a:pt x="15" y="64"/>
                  </a:cubicBezTo>
                  <a:cubicBezTo>
                    <a:pt x="14" y="66"/>
                    <a:pt x="15" y="68"/>
                    <a:pt x="16" y="69"/>
                  </a:cubicBezTo>
                  <a:cubicBezTo>
                    <a:pt x="17" y="70"/>
                    <a:pt x="17" y="70"/>
                    <a:pt x="17" y="70"/>
                  </a:cubicBezTo>
                  <a:cubicBezTo>
                    <a:pt x="19" y="72"/>
                    <a:pt x="22" y="72"/>
                    <a:pt x="24" y="70"/>
                  </a:cubicBezTo>
                  <a:cubicBezTo>
                    <a:pt x="71" y="23"/>
                    <a:pt x="71" y="23"/>
                    <a:pt x="71" y="23"/>
                  </a:cubicBezTo>
                  <a:cubicBezTo>
                    <a:pt x="71" y="23"/>
                    <a:pt x="71" y="23"/>
                    <a:pt x="71" y="23"/>
                  </a:cubicBezTo>
                  <a:lnTo>
                    <a:pt x="4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Rectangle 230"/>
            <p:cNvSpPr>
              <a:spLocks noChangeArrowheads="1"/>
            </p:cNvSpPr>
            <p:nvPr/>
          </p:nvSpPr>
          <p:spPr bwMode="auto">
            <a:xfrm>
              <a:off x="3879187" y="3222392"/>
              <a:ext cx="140957" cy="1626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Rectangle 231"/>
            <p:cNvSpPr>
              <a:spLocks noChangeArrowheads="1"/>
            </p:cNvSpPr>
            <p:nvPr/>
          </p:nvSpPr>
          <p:spPr bwMode="auto">
            <a:xfrm>
              <a:off x="3879187" y="3269016"/>
              <a:ext cx="225531" cy="1518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Rectangle 232"/>
            <p:cNvSpPr>
              <a:spLocks noChangeArrowheads="1"/>
            </p:cNvSpPr>
            <p:nvPr/>
          </p:nvSpPr>
          <p:spPr bwMode="auto">
            <a:xfrm>
              <a:off x="3879187" y="3315640"/>
              <a:ext cx="225531" cy="1518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Rectangle 233"/>
            <p:cNvSpPr>
              <a:spLocks noChangeArrowheads="1"/>
            </p:cNvSpPr>
            <p:nvPr/>
          </p:nvSpPr>
          <p:spPr bwMode="auto">
            <a:xfrm>
              <a:off x="3879187" y="3361180"/>
              <a:ext cx="225531" cy="1518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5315417" y="3339726"/>
            <a:ext cx="276035" cy="260733"/>
            <a:chOff x="4882149" y="3025052"/>
            <a:chExt cx="489013" cy="461905"/>
          </a:xfrm>
          <a:solidFill>
            <a:srgbClr val="C00002"/>
          </a:solidFill>
        </p:grpSpPr>
        <p:sp>
          <p:nvSpPr>
            <p:cNvPr id="81" name="Freeform 250"/>
            <p:cNvSpPr/>
            <p:nvPr/>
          </p:nvSpPr>
          <p:spPr bwMode="auto">
            <a:xfrm>
              <a:off x="4882149" y="3161672"/>
              <a:ext cx="468411" cy="325285"/>
            </a:xfrm>
            <a:custGeom>
              <a:avLst/>
              <a:gdLst>
                <a:gd name="T0" fmla="*/ 102 w 183"/>
                <a:gd name="T1" fmla="*/ 127 h 127"/>
                <a:gd name="T2" fmla="*/ 65 w 183"/>
                <a:gd name="T3" fmla="*/ 119 h 127"/>
                <a:gd name="T4" fmla="*/ 20 w 183"/>
                <a:gd name="T5" fmla="*/ 0 h 127"/>
                <a:gd name="T6" fmla="*/ 50 w 183"/>
                <a:gd name="T7" fmla="*/ 14 h 127"/>
                <a:gd name="T8" fmla="*/ 78 w 183"/>
                <a:gd name="T9" fmla="*/ 89 h 127"/>
                <a:gd name="T10" fmla="*/ 154 w 183"/>
                <a:gd name="T11" fmla="*/ 60 h 127"/>
                <a:gd name="T12" fmla="*/ 183 w 183"/>
                <a:gd name="T13" fmla="*/ 74 h 127"/>
                <a:gd name="T14" fmla="*/ 134 w 183"/>
                <a:gd name="T15" fmla="*/ 121 h 127"/>
                <a:gd name="T16" fmla="*/ 102 w 183"/>
                <a:gd name="T17" fmla="*/ 127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127">
                  <a:moveTo>
                    <a:pt x="102" y="127"/>
                  </a:moveTo>
                  <a:cubicBezTo>
                    <a:pt x="89" y="127"/>
                    <a:pt x="77" y="124"/>
                    <a:pt x="65" y="119"/>
                  </a:cubicBezTo>
                  <a:cubicBezTo>
                    <a:pt x="20" y="98"/>
                    <a:pt x="0" y="45"/>
                    <a:pt x="20" y="0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37" y="42"/>
                    <a:pt x="50" y="76"/>
                    <a:pt x="78" y="89"/>
                  </a:cubicBezTo>
                  <a:cubicBezTo>
                    <a:pt x="107" y="102"/>
                    <a:pt x="141" y="89"/>
                    <a:pt x="154" y="60"/>
                  </a:cubicBezTo>
                  <a:cubicBezTo>
                    <a:pt x="183" y="74"/>
                    <a:pt x="183" y="74"/>
                    <a:pt x="183" y="74"/>
                  </a:cubicBezTo>
                  <a:cubicBezTo>
                    <a:pt x="174" y="96"/>
                    <a:pt x="156" y="112"/>
                    <a:pt x="134" y="121"/>
                  </a:cubicBezTo>
                  <a:cubicBezTo>
                    <a:pt x="123" y="125"/>
                    <a:pt x="112" y="127"/>
                    <a:pt x="102" y="1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Freeform 251"/>
            <p:cNvSpPr/>
            <p:nvPr/>
          </p:nvSpPr>
          <p:spPr bwMode="auto">
            <a:xfrm>
              <a:off x="4942869" y="3028305"/>
              <a:ext cx="179991" cy="148547"/>
            </a:xfrm>
            <a:custGeom>
              <a:avLst/>
              <a:gdLst>
                <a:gd name="T0" fmla="*/ 70 w 70"/>
                <a:gd name="T1" fmla="*/ 0 h 58"/>
                <a:gd name="T2" fmla="*/ 8 w 70"/>
                <a:gd name="T3" fmla="*/ 33 h 58"/>
                <a:gd name="T4" fmla="*/ 0 w 70"/>
                <a:gd name="T5" fmla="*/ 45 h 58"/>
                <a:gd name="T6" fmla="*/ 30 w 70"/>
                <a:gd name="T7" fmla="*/ 58 h 58"/>
                <a:gd name="T8" fmla="*/ 33 w 70"/>
                <a:gd name="T9" fmla="*/ 53 h 58"/>
                <a:gd name="T10" fmla="*/ 70 w 70"/>
                <a:gd name="T11" fmla="*/ 33 h 58"/>
                <a:gd name="T12" fmla="*/ 70 w 70"/>
                <a:gd name="T13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58">
                  <a:moveTo>
                    <a:pt x="70" y="0"/>
                  </a:moveTo>
                  <a:cubicBezTo>
                    <a:pt x="45" y="2"/>
                    <a:pt x="23" y="14"/>
                    <a:pt x="8" y="33"/>
                  </a:cubicBezTo>
                  <a:cubicBezTo>
                    <a:pt x="5" y="37"/>
                    <a:pt x="2" y="41"/>
                    <a:pt x="0" y="45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1" y="57"/>
                    <a:pt x="32" y="55"/>
                    <a:pt x="33" y="53"/>
                  </a:cubicBezTo>
                  <a:cubicBezTo>
                    <a:pt x="42" y="42"/>
                    <a:pt x="55" y="35"/>
                    <a:pt x="70" y="33"/>
                  </a:cubicBezTo>
                  <a:lnTo>
                    <a:pt x="7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Freeform 252"/>
            <p:cNvSpPr/>
            <p:nvPr/>
          </p:nvSpPr>
          <p:spPr bwMode="auto">
            <a:xfrm>
              <a:off x="5284419" y="3276606"/>
              <a:ext cx="86743" cy="54214"/>
            </a:xfrm>
            <a:custGeom>
              <a:avLst/>
              <a:gdLst>
                <a:gd name="T0" fmla="*/ 1 w 34"/>
                <a:gd name="T1" fmla="*/ 0 h 21"/>
                <a:gd name="T2" fmla="*/ 0 w 34"/>
                <a:gd name="T3" fmla="*/ 8 h 21"/>
                <a:gd name="T4" fmla="*/ 29 w 34"/>
                <a:gd name="T5" fmla="*/ 21 h 21"/>
                <a:gd name="T6" fmla="*/ 34 w 34"/>
                <a:gd name="T7" fmla="*/ 0 h 21"/>
                <a:gd name="T8" fmla="*/ 1 w 34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21">
                  <a:moveTo>
                    <a:pt x="1" y="0"/>
                  </a:moveTo>
                  <a:cubicBezTo>
                    <a:pt x="1" y="3"/>
                    <a:pt x="0" y="5"/>
                    <a:pt x="0" y="8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2" y="14"/>
                    <a:pt x="33" y="7"/>
                    <a:pt x="34" y="0"/>
                  </a:cubicBez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Freeform 253"/>
            <p:cNvSpPr/>
            <p:nvPr/>
          </p:nvSpPr>
          <p:spPr bwMode="auto">
            <a:xfrm>
              <a:off x="5143462" y="3025052"/>
              <a:ext cx="227700" cy="230953"/>
            </a:xfrm>
            <a:custGeom>
              <a:avLst/>
              <a:gdLst>
                <a:gd name="T0" fmla="*/ 89 w 89"/>
                <a:gd name="T1" fmla="*/ 90 h 90"/>
                <a:gd name="T2" fmla="*/ 57 w 89"/>
                <a:gd name="T3" fmla="*/ 90 h 90"/>
                <a:gd name="T4" fmla="*/ 0 w 89"/>
                <a:gd name="T5" fmla="*/ 33 h 90"/>
                <a:gd name="T6" fmla="*/ 0 w 89"/>
                <a:gd name="T7" fmla="*/ 0 h 90"/>
                <a:gd name="T8" fmla="*/ 89 w 89"/>
                <a:gd name="T9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9" h="90">
                  <a:moveTo>
                    <a:pt x="89" y="90"/>
                  </a:moveTo>
                  <a:cubicBezTo>
                    <a:pt x="57" y="90"/>
                    <a:pt x="57" y="90"/>
                    <a:pt x="57" y="90"/>
                  </a:cubicBezTo>
                  <a:cubicBezTo>
                    <a:pt x="57" y="59"/>
                    <a:pt x="31" y="33"/>
                    <a:pt x="0" y="3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9" y="0"/>
                    <a:pt x="89" y="41"/>
                    <a:pt x="89" y="9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5" name="Rectangle 254"/>
            <p:cNvSpPr>
              <a:spLocks noChangeArrowheads="1"/>
            </p:cNvSpPr>
            <p:nvPr/>
          </p:nvSpPr>
          <p:spPr bwMode="auto">
            <a:xfrm>
              <a:off x="5058888" y="3284196"/>
              <a:ext cx="43371" cy="5421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" name="Rectangle 255"/>
            <p:cNvSpPr>
              <a:spLocks noChangeArrowheads="1"/>
            </p:cNvSpPr>
            <p:nvPr/>
          </p:nvSpPr>
          <p:spPr bwMode="auto">
            <a:xfrm>
              <a:off x="5122860" y="3218054"/>
              <a:ext cx="41203" cy="12035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Rectangle 256"/>
            <p:cNvSpPr>
              <a:spLocks noChangeArrowheads="1"/>
            </p:cNvSpPr>
            <p:nvPr/>
          </p:nvSpPr>
          <p:spPr bwMode="auto">
            <a:xfrm>
              <a:off x="5184664" y="3182273"/>
              <a:ext cx="41203" cy="1561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8" name="组合 87"/>
          <p:cNvGrpSpPr/>
          <p:nvPr/>
        </p:nvGrpSpPr>
        <p:grpSpPr>
          <a:xfrm>
            <a:off x="6525406" y="3317130"/>
            <a:ext cx="302353" cy="302353"/>
            <a:chOff x="5958843" y="2994692"/>
            <a:chExt cx="535637" cy="535637"/>
          </a:xfrm>
          <a:solidFill>
            <a:srgbClr val="C00002"/>
          </a:solidFill>
        </p:grpSpPr>
        <p:sp>
          <p:nvSpPr>
            <p:cNvPr id="89" name="Freeform 257"/>
            <p:cNvSpPr>
              <a:spLocks noEditPoints="1"/>
            </p:cNvSpPr>
            <p:nvPr/>
          </p:nvSpPr>
          <p:spPr bwMode="auto">
            <a:xfrm>
              <a:off x="6077030" y="3109626"/>
              <a:ext cx="302516" cy="305768"/>
            </a:xfrm>
            <a:custGeom>
              <a:avLst/>
              <a:gdLst>
                <a:gd name="T0" fmla="*/ 101 w 118"/>
                <a:gd name="T1" fmla="*/ 91 h 119"/>
                <a:gd name="T2" fmla="*/ 107 w 118"/>
                <a:gd name="T3" fmla="*/ 77 h 119"/>
                <a:gd name="T4" fmla="*/ 23 w 118"/>
                <a:gd name="T5" fmla="*/ 25 h 119"/>
                <a:gd name="T6" fmla="*/ 30 w 118"/>
                <a:gd name="T7" fmla="*/ 25 h 119"/>
                <a:gd name="T8" fmla="*/ 27 w 118"/>
                <a:gd name="T9" fmla="*/ 24 h 119"/>
                <a:gd name="T10" fmla="*/ 21 w 118"/>
                <a:gd name="T11" fmla="*/ 35 h 119"/>
                <a:gd name="T12" fmla="*/ 28 w 118"/>
                <a:gd name="T13" fmla="*/ 33 h 119"/>
                <a:gd name="T14" fmla="*/ 33 w 118"/>
                <a:gd name="T15" fmla="*/ 41 h 119"/>
                <a:gd name="T16" fmla="*/ 25 w 118"/>
                <a:gd name="T17" fmla="*/ 46 h 119"/>
                <a:gd name="T18" fmla="*/ 15 w 118"/>
                <a:gd name="T19" fmla="*/ 54 h 119"/>
                <a:gd name="T20" fmla="*/ 25 w 118"/>
                <a:gd name="T21" fmla="*/ 63 h 119"/>
                <a:gd name="T22" fmla="*/ 40 w 118"/>
                <a:gd name="T23" fmla="*/ 72 h 119"/>
                <a:gd name="T24" fmla="*/ 34 w 118"/>
                <a:gd name="T25" fmla="*/ 89 h 119"/>
                <a:gd name="T26" fmla="*/ 28 w 118"/>
                <a:gd name="T27" fmla="*/ 102 h 119"/>
                <a:gd name="T28" fmla="*/ 25 w 118"/>
                <a:gd name="T29" fmla="*/ 92 h 119"/>
                <a:gd name="T30" fmla="*/ 21 w 118"/>
                <a:gd name="T31" fmla="*/ 70 h 119"/>
                <a:gd name="T32" fmla="*/ 11 w 118"/>
                <a:gd name="T33" fmla="*/ 57 h 119"/>
                <a:gd name="T34" fmla="*/ 34 w 118"/>
                <a:gd name="T35" fmla="*/ 12 h 119"/>
                <a:gd name="T36" fmla="*/ 23 w 118"/>
                <a:gd name="T37" fmla="*/ 20 h 119"/>
                <a:gd name="T38" fmla="*/ 105 w 118"/>
                <a:gd name="T39" fmla="*/ 50 h 119"/>
                <a:gd name="T40" fmla="*/ 98 w 118"/>
                <a:gd name="T41" fmla="*/ 59 h 119"/>
                <a:gd name="T42" fmla="*/ 94 w 118"/>
                <a:gd name="T43" fmla="*/ 64 h 119"/>
                <a:gd name="T44" fmla="*/ 86 w 118"/>
                <a:gd name="T45" fmla="*/ 65 h 119"/>
                <a:gd name="T46" fmla="*/ 76 w 118"/>
                <a:gd name="T47" fmla="*/ 55 h 119"/>
                <a:gd name="T48" fmla="*/ 70 w 118"/>
                <a:gd name="T49" fmla="*/ 60 h 119"/>
                <a:gd name="T50" fmla="*/ 70 w 118"/>
                <a:gd name="T51" fmla="*/ 70 h 119"/>
                <a:gd name="T52" fmla="*/ 57 w 118"/>
                <a:gd name="T53" fmla="*/ 77 h 119"/>
                <a:gd name="T54" fmla="*/ 45 w 118"/>
                <a:gd name="T55" fmla="*/ 58 h 119"/>
                <a:gd name="T56" fmla="*/ 61 w 118"/>
                <a:gd name="T57" fmla="*/ 51 h 119"/>
                <a:gd name="T58" fmla="*/ 63 w 118"/>
                <a:gd name="T59" fmla="*/ 49 h 119"/>
                <a:gd name="T60" fmla="*/ 59 w 118"/>
                <a:gd name="T61" fmla="*/ 48 h 119"/>
                <a:gd name="T62" fmla="*/ 48 w 118"/>
                <a:gd name="T63" fmla="*/ 48 h 119"/>
                <a:gd name="T64" fmla="*/ 50 w 118"/>
                <a:gd name="T65" fmla="*/ 39 h 119"/>
                <a:gd name="T66" fmla="*/ 54 w 118"/>
                <a:gd name="T67" fmla="*/ 38 h 119"/>
                <a:gd name="T68" fmla="*/ 59 w 118"/>
                <a:gd name="T69" fmla="*/ 24 h 119"/>
                <a:gd name="T70" fmla="*/ 75 w 118"/>
                <a:gd name="T71" fmla="*/ 25 h 119"/>
                <a:gd name="T72" fmla="*/ 83 w 118"/>
                <a:gd name="T73" fmla="*/ 20 h 119"/>
                <a:gd name="T74" fmla="*/ 95 w 118"/>
                <a:gd name="T75" fmla="*/ 21 h 119"/>
                <a:gd name="T76" fmla="*/ 105 w 118"/>
                <a:gd name="T77" fmla="*/ 63 h 119"/>
                <a:gd name="T78" fmla="*/ 105 w 118"/>
                <a:gd name="T79" fmla="*/ 70 h 119"/>
                <a:gd name="T80" fmla="*/ 102 w 118"/>
                <a:gd name="T81" fmla="*/ 68 h 119"/>
                <a:gd name="T82" fmla="*/ 105 w 118"/>
                <a:gd name="T83" fmla="*/ 59 h 119"/>
                <a:gd name="T84" fmla="*/ 107 w 118"/>
                <a:gd name="T85" fmla="*/ 50 h 119"/>
                <a:gd name="T86" fmla="*/ 109 w 118"/>
                <a:gd name="T87" fmla="*/ 39 h 119"/>
                <a:gd name="T88" fmla="*/ 86 w 118"/>
                <a:gd name="T89" fmla="*/ 66 h 119"/>
                <a:gd name="T90" fmla="*/ 73 w 118"/>
                <a:gd name="T91" fmla="*/ 76 h 119"/>
                <a:gd name="T92" fmla="*/ 35 w 118"/>
                <a:gd name="T93" fmla="*/ 26 h 119"/>
                <a:gd name="T94" fmla="*/ 31 w 118"/>
                <a:gd name="T95" fmla="*/ 17 h 119"/>
                <a:gd name="T96" fmla="*/ 46 w 118"/>
                <a:gd name="T97" fmla="*/ 11 h 119"/>
                <a:gd name="T98" fmla="*/ 50 w 118"/>
                <a:gd name="T99" fmla="*/ 18 h 119"/>
                <a:gd name="T100" fmla="*/ 42 w 118"/>
                <a:gd name="T101" fmla="*/ 27 h 119"/>
                <a:gd name="T102" fmla="*/ 57 w 118"/>
                <a:gd name="T103" fmla="*/ 16 h 119"/>
                <a:gd name="T104" fmla="*/ 59 w 118"/>
                <a:gd name="T105" fmla="*/ 14 h 119"/>
                <a:gd name="T106" fmla="*/ 47 w 118"/>
                <a:gd name="T107" fmla="*/ 27 h 119"/>
                <a:gd name="T108" fmla="*/ 75 w 118"/>
                <a:gd name="T109" fmla="*/ 19 h 119"/>
                <a:gd name="T110" fmla="*/ 87 w 118"/>
                <a:gd name="T111" fmla="*/ 15 h 119"/>
                <a:gd name="T112" fmla="*/ 27 w 118"/>
                <a:gd name="T113" fmla="*/ 59 h 119"/>
                <a:gd name="T114" fmla="*/ 24 w 118"/>
                <a:gd name="T115" fmla="*/ 59 h 119"/>
                <a:gd name="T116" fmla="*/ 23 w 118"/>
                <a:gd name="T117" fmla="*/ 55 h 119"/>
                <a:gd name="T118" fmla="*/ 111 w 118"/>
                <a:gd name="T119" fmla="*/ 73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18" h="119">
                  <a:moveTo>
                    <a:pt x="59" y="0"/>
                  </a:moveTo>
                  <a:cubicBezTo>
                    <a:pt x="26" y="0"/>
                    <a:pt x="0" y="27"/>
                    <a:pt x="0" y="60"/>
                  </a:cubicBezTo>
                  <a:cubicBezTo>
                    <a:pt x="0" y="92"/>
                    <a:pt x="26" y="119"/>
                    <a:pt x="59" y="119"/>
                  </a:cubicBezTo>
                  <a:cubicBezTo>
                    <a:pt x="91" y="119"/>
                    <a:pt x="118" y="92"/>
                    <a:pt x="118" y="60"/>
                  </a:cubicBezTo>
                  <a:cubicBezTo>
                    <a:pt x="118" y="27"/>
                    <a:pt x="91" y="0"/>
                    <a:pt x="59" y="0"/>
                  </a:cubicBezTo>
                  <a:close/>
                  <a:moveTo>
                    <a:pt x="110" y="77"/>
                  </a:moveTo>
                  <a:cubicBezTo>
                    <a:pt x="110" y="77"/>
                    <a:pt x="110" y="77"/>
                    <a:pt x="110" y="78"/>
                  </a:cubicBezTo>
                  <a:cubicBezTo>
                    <a:pt x="110" y="78"/>
                    <a:pt x="110" y="78"/>
                    <a:pt x="110" y="78"/>
                  </a:cubicBezTo>
                  <a:cubicBezTo>
                    <a:pt x="108" y="82"/>
                    <a:pt x="107" y="86"/>
                    <a:pt x="104" y="89"/>
                  </a:cubicBezTo>
                  <a:cubicBezTo>
                    <a:pt x="104" y="89"/>
                    <a:pt x="104" y="89"/>
                    <a:pt x="103" y="90"/>
                  </a:cubicBezTo>
                  <a:cubicBezTo>
                    <a:pt x="102" y="89"/>
                    <a:pt x="102" y="90"/>
                    <a:pt x="101" y="91"/>
                  </a:cubicBezTo>
                  <a:cubicBezTo>
                    <a:pt x="100" y="91"/>
                    <a:pt x="100" y="90"/>
                    <a:pt x="100" y="90"/>
                  </a:cubicBezTo>
                  <a:cubicBezTo>
                    <a:pt x="100" y="89"/>
                    <a:pt x="100" y="89"/>
                    <a:pt x="100" y="88"/>
                  </a:cubicBezTo>
                  <a:cubicBezTo>
                    <a:pt x="100" y="87"/>
                    <a:pt x="100" y="87"/>
                    <a:pt x="99" y="87"/>
                  </a:cubicBezTo>
                  <a:cubicBezTo>
                    <a:pt x="100" y="86"/>
                    <a:pt x="99" y="85"/>
                    <a:pt x="99" y="84"/>
                  </a:cubicBezTo>
                  <a:cubicBezTo>
                    <a:pt x="99" y="83"/>
                    <a:pt x="100" y="83"/>
                    <a:pt x="101" y="83"/>
                  </a:cubicBezTo>
                  <a:cubicBezTo>
                    <a:pt x="101" y="83"/>
                    <a:pt x="101" y="81"/>
                    <a:pt x="102" y="81"/>
                  </a:cubicBezTo>
                  <a:cubicBezTo>
                    <a:pt x="102" y="80"/>
                    <a:pt x="102" y="81"/>
                    <a:pt x="102" y="81"/>
                  </a:cubicBezTo>
                  <a:cubicBezTo>
                    <a:pt x="103" y="81"/>
                    <a:pt x="102" y="80"/>
                    <a:pt x="103" y="80"/>
                  </a:cubicBezTo>
                  <a:cubicBezTo>
                    <a:pt x="103" y="80"/>
                    <a:pt x="104" y="79"/>
                    <a:pt x="104" y="80"/>
                  </a:cubicBezTo>
                  <a:cubicBezTo>
                    <a:pt x="105" y="80"/>
                    <a:pt x="105" y="79"/>
                    <a:pt x="105" y="78"/>
                  </a:cubicBezTo>
                  <a:cubicBezTo>
                    <a:pt x="105" y="78"/>
                    <a:pt x="106" y="77"/>
                    <a:pt x="107" y="77"/>
                  </a:cubicBezTo>
                  <a:cubicBezTo>
                    <a:pt x="107" y="77"/>
                    <a:pt x="107" y="76"/>
                    <a:pt x="107" y="76"/>
                  </a:cubicBezTo>
                  <a:cubicBezTo>
                    <a:pt x="108" y="77"/>
                    <a:pt x="109" y="76"/>
                    <a:pt x="110" y="77"/>
                  </a:cubicBezTo>
                  <a:cubicBezTo>
                    <a:pt x="110" y="77"/>
                    <a:pt x="110" y="77"/>
                    <a:pt x="110" y="77"/>
                  </a:cubicBezTo>
                  <a:close/>
                  <a:moveTo>
                    <a:pt x="17" y="25"/>
                  </a:moveTo>
                  <a:cubicBezTo>
                    <a:pt x="17" y="25"/>
                    <a:pt x="18" y="25"/>
                    <a:pt x="18" y="25"/>
                  </a:cubicBezTo>
                  <a:cubicBezTo>
                    <a:pt x="19" y="25"/>
                    <a:pt x="19" y="24"/>
                    <a:pt x="19" y="25"/>
                  </a:cubicBezTo>
                  <a:cubicBezTo>
                    <a:pt x="19" y="25"/>
                    <a:pt x="20" y="26"/>
                    <a:pt x="20" y="26"/>
                  </a:cubicBezTo>
                  <a:cubicBezTo>
                    <a:pt x="20" y="25"/>
                    <a:pt x="20" y="24"/>
                    <a:pt x="20" y="23"/>
                  </a:cubicBezTo>
                  <a:cubicBezTo>
                    <a:pt x="20" y="23"/>
                    <a:pt x="20" y="23"/>
                    <a:pt x="20" y="22"/>
                  </a:cubicBezTo>
                  <a:cubicBezTo>
                    <a:pt x="21" y="22"/>
                    <a:pt x="21" y="23"/>
                    <a:pt x="21" y="23"/>
                  </a:cubicBezTo>
                  <a:cubicBezTo>
                    <a:pt x="22" y="24"/>
                    <a:pt x="22" y="24"/>
                    <a:pt x="23" y="25"/>
                  </a:cubicBezTo>
                  <a:cubicBezTo>
                    <a:pt x="23" y="25"/>
                    <a:pt x="22" y="25"/>
                    <a:pt x="23" y="26"/>
                  </a:cubicBezTo>
                  <a:cubicBezTo>
                    <a:pt x="23" y="25"/>
                    <a:pt x="23" y="25"/>
                    <a:pt x="24" y="24"/>
                  </a:cubicBezTo>
                  <a:cubicBezTo>
                    <a:pt x="24" y="24"/>
                    <a:pt x="23" y="24"/>
                    <a:pt x="23" y="24"/>
                  </a:cubicBezTo>
                  <a:cubicBezTo>
                    <a:pt x="22" y="23"/>
                    <a:pt x="23" y="21"/>
                    <a:pt x="24" y="20"/>
                  </a:cubicBezTo>
                  <a:cubicBezTo>
                    <a:pt x="24" y="20"/>
                    <a:pt x="24" y="21"/>
                    <a:pt x="24" y="21"/>
                  </a:cubicBezTo>
                  <a:cubicBezTo>
                    <a:pt x="25" y="21"/>
                    <a:pt x="26" y="20"/>
                    <a:pt x="26" y="22"/>
                  </a:cubicBezTo>
                  <a:cubicBezTo>
                    <a:pt x="27" y="22"/>
                    <a:pt x="27" y="21"/>
                    <a:pt x="28" y="21"/>
                  </a:cubicBezTo>
                  <a:cubicBezTo>
                    <a:pt x="28" y="22"/>
                    <a:pt x="28" y="22"/>
                    <a:pt x="28" y="23"/>
                  </a:cubicBezTo>
                  <a:cubicBezTo>
                    <a:pt x="29" y="23"/>
                    <a:pt x="29" y="23"/>
                    <a:pt x="30" y="23"/>
                  </a:cubicBezTo>
                  <a:cubicBezTo>
                    <a:pt x="30" y="23"/>
                    <a:pt x="30" y="24"/>
                    <a:pt x="31" y="24"/>
                  </a:cubicBezTo>
                  <a:cubicBezTo>
                    <a:pt x="31" y="24"/>
                    <a:pt x="30" y="24"/>
                    <a:pt x="30" y="25"/>
                  </a:cubicBezTo>
                  <a:cubicBezTo>
                    <a:pt x="31" y="25"/>
                    <a:pt x="31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7"/>
                    <a:pt x="31" y="28"/>
                    <a:pt x="32" y="28"/>
                  </a:cubicBezTo>
                  <a:cubicBezTo>
                    <a:pt x="31" y="28"/>
                    <a:pt x="31" y="27"/>
                    <a:pt x="30" y="27"/>
                  </a:cubicBezTo>
                  <a:cubicBezTo>
                    <a:pt x="30" y="28"/>
                    <a:pt x="31" y="28"/>
                    <a:pt x="31" y="29"/>
                  </a:cubicBezTo>
                  <a:cubicBezTo>
                    <a:pt x="31" y="30"/>
                    <a:pt x="30" y="30"/>
                    <a:pt x="30" y="31"/>
                  </a:cubicBezTo>
                  <a:cubicBezTo>
                    <a:pt x="29" y="31"/>
                    <a:pt x="29" y="29"/>
                    <a:pt x="27" y="29"/>
                  </a:cubicBezTo>
                  <a:cubicBezTo>
                    <a:pt x="27" y="29"/>
                    <a:pt x="26" y="29"/>
                    <a:pt x="26" y="28"/>
                  </a:cubicBezTo>
                  <a:cubicBezTo>
                    <a:pt x="26" y="27"/>
                    <a:pt x="28" y="27"/>
                    <a:pt x="28" y="26"/>
                  </a:cubicBezTo>
                  <a:cubicBezTo>
                    <a:pt x="28" y="25"/>
                    <a:pt x="27" y="26"/>
                    <a:pt x="27" y="24"/>
                  </a:cubicBezTo>
                  <a:cubicBezTo>
                    <a:pt x="27" y="25"/>
                    <a:pt x="26" y="24"/>
                    <a:pt x="26" y="24"/>
                  </a:cubicBezTo>
                  <a:cubicBezTo>
                    <a:pt x="25" y="24"/>
                    <a:pt x="25" y="24"/>
                    <a:pt x="24" y="24"/>
                  </a:cubicBezTo>
                  <a:cubicBezTo>
                    <a:pt x="24" y="24"/>
                    <a:pt x="25" y="24"/>
                    <a:pt x="25" y="25"/>
                  </a:cubicBezTo>
                  <a:cubicBezTo>
                    <a:pt x="25" y="25"/>
                    <a:pt x="25" y="26"/>
                    <a:pt x="25" y="27"/>
                  </a:cubicBezTo>
                  <a:cubicBezTo>
                    <a:pt x="24" y="27"/>
                    <a:pt x="23" y="27"/>
                    <a:pt x="22" y="28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1" y="29"/>
                    <a:pt x="21" y="29"/>
                    <a:pt x="21" y="30"/>
                  </a:cubicBezTo>
                  <a:cubicBezTo>
                    <a:pt x="20" y="30"/>
                    <a:pt x="20" y="31"/>
                    <a:pt x="19" y="32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9" y="33"/>
                    <a:pt x="20" y="33"/>
                    <a:pt x="19" y="34"/>
                  </a:cubicBezTo>
                  <a:cubicBezTo>
                    <a:pt x="20" y="34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3" y="36"/>
                    <a:pt x="23" y="37"/>
                    <a:pt x="24" y="38"/>
                  </a:cubicBezTo>
                  <a:cubicBezTo>
                    <a:pt x="24" y="37"/>
                    <a:pt x="24" y="36"/>
                    <a:pt x="24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5" y="35"/>
                    <a:pt x="25" y="35"/>
                  </a:cubicBezTo>
                  <a:cubicBezTo>
                    <a:pt x="25" y="33"/>
                    <a:pt x="25" y="32"/>
                    <a:pt x="25" y="30"/>
                  </a:cubicBezTo>
                  <a:cubicBezTo>
                    <a:pt x="26" y="30"/>
                    <a:pt x="26" y="30"/>
                    <a:pt x="26" y="30"/>
                  </a:cubicBezTo>
                  <a:cubicBezTo>
                    <a:pt x="26" y="30"/>
                    <a:pt x="26" y="30"/>
                    <a:pt x="27" y="30"/>
                  </a:cubicBezTo>
                  <a:cubicBezTo>
                    <a:pt x="28" y="30"/>
                    <a:pt x="28" y="31"/>
                    <a:pt x="28" y="31"/>
                  </a:cubicBezTo>
                  <a:cubicBezTo>
                    <a:pt x="28" y="31"/>
                    <a:pt x="28" y="32"/>
                    <a:pt x="28" y="33"/>
                  </a:cubicBezTo>
                  <a:cubicBezTo>
                    <a:pt x="29" y="33"/>
                    <a:pt x="29" y="33"/>
                    <a:pt x="30" y="33"/>
                  </a:cubicBezTo>
                  <a:cubicBezTo>
                    <a:pt x="30" y="33"/>
                    <a:pt x="30" y="32"/>
                    <a:pt x="30" y="32"/>
                  </a:cubicBezTo>
                  <a:cubicBezTo>
                    <a:pt x="31" y="32"/>
                    <a:pt x="31" y="33"/>
                    <a:pt x="31" y="34"/>
                  </a:cubicBezTo>
                  <a:cubicBezTo>
                    <a:pt x="31" y="34"/>
                    <a:pt x="31" y="35"/>
                    <a:pt x="31" y="35"/>
                  </a:cubicBezTo>
                  <a:cubicBezTo>
                    <a:pt x="31" y="36"/>
                    <a:pt x="32" y="36"/>
                    <a:pt x="32" y="37"/>
                  </a:cubicBezTo>
                  <a:cubicBezTo>
                    <a:pt x="33" y="37"/>
                    <a:pt x="33" y="36"/>
                    <a:pt x="33" y="37"/>
                  </a:cubicBezTo>
                  <a:cubicBezTo>
                    <a:pt x="33" y="38"/>
                    <a:pt x="33" y="38"/>
                    <a:pt x="33" y="39"/>
                  </a:cubicBezTo>
                  <a:cubicBezTo>
                    <a:pt x="33" y="40"/>
                    <a:pt x="33" y="41"/>
                    <a:pt x="34" y="41"/>
                  </a:cubicBezTo>
                  <a:cubicBezTo>
                    <a:pt x="34" y="41"/>
                    <a:pt x="34" y="42"/>
                    <a:pt x="34" y="42"/>
                  </a:cubicBezTo>
                  <a:cubicBezTo>
                    <a:pt x="34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1"/>
                  </a:cubicBezTo>
                  <a:cubicBezTo>
                    <a:pt x="32" y="41"/>
                    <a:pt x="32" y="42"/>
                    <a:pt x="31" y="42"/>
                  </a:cubicBezTo>
                  <a:cubicBezTo>
                    <a:pt x="32" y="40"/>
                    <a:pt x="32" y="40"/>
                    <a:pt x="33" y="39"/>
                  </a:cubicBezTo>
                  <a:cubicBezTo>
                    <a:pt x="32" y="38"/>
                    <a:pt x="31" y="40"/>
                    <a:pt x="30" y="39"/>
                  </a:cubicBezTo>
                  <a:cubicBezTo>
                    <a:pt x="30" y="40"/>
                    <a:pt x="31" y="40"/>
                    <a:pt x="30" y="40"/>
                  </a:cubicBezTo>
                  <a:cubicBezTo>
                    <a:pt x="30" y="41"/>
                    <a:pt x="29" y="41"/>
                    <a:pt x="29" y="41"/>
                  </a:cubicBezTo>
                  <a:cubicBezTo>
                    <a:pt x="29" y="42"/>
                    <a:pt x="30" y="42"/>
                    <a:pt x="31" y="42"/>
                  </a:cubicBezTo>
                  <a:cubicBezTo>
                    <a:pt x="30" y="43"/>
                    <a:pt x="29" y="43"/>
                    <a:pt x="29" y="43"/>
                  </a:cubicBezTo>
                  <a:cubicBezTo>
                    <a:pt x="29" y="43"/>
                    <a:pt x="29" y="43"/>
                    <a:pt x="29" y="43"/>
                  </a:cubicBezTo>
                  <a:cubicBezTo>
                    <a:pt x="28" y="43"/>
                    <a:pt x="27" y="43"/>
                    <a:pt x="26" y="44"/>
                  </a:cubicBezTo>
                  <a:cubicBezTo>
                    <a:pt x="26" y="45"/>
                    <a:pt x="27" y="44"/>
                    <a:pt x="27" y="45"/>
                  </a:cubicBezTo>
                  <a:cubicBezTo>
                    <a:pt x="26" y="45"/>
                    <a:pt x="26" y="46"/>
                    <a:pt x="25" y="46"/>
                  </a:cubicBezTo>
                  <a:cubicBezTo>
                    <a:pt x="25" y="47"/>
                    <a:pt x="24" y="47"/>
                    <a:pt x="25" y="48"/>
                  </a:cubicBezTo>
                  <a:cubicBezTo>
                    <a:pt x="24" y="48"/>
                    <a:pt x="24" y="49"/>
                    <a:pt x="24" y="49"/>
                  </a:cubicBezTo>
                  <a:cubicBezTo>
                    <a:pt x="24" y="49"/>
                    <a:pt x="24" y="49"/>
                    <a:pt x="24" y="50"/>
                  </a:cubicBezTo>
                  <a:cubicBezTo>
                    <a:pt x="23" y="50"/>
                    <a:pt x="22" y="51"/>
                    <a:pt x="21" y="52"/>
                  </a:cubicBezTo>
                  <a:cubicBezTo>
                    <a:pt x="21" y="53"/>
                    <a:pt x="22" y="53"/>
                    <a:pt x="22" y="53"/>
                  </a:cubicBezTo>
                  <a:cubicBezTo>
                    <a:pt x="22" y="54"/>
                    <a:pt x="22" y="54"/>
                    <a:pt x="22" y="55"/>
                  </a:cubicBezTo>
                  <a:cubicBezTo>
                    <a:pt x="21" y="55"/>
                    <a:pt x="21" y="55"/>
                    <a:pt x="21" y="54"/>
                  </a:cubicBezTo>
                  <a:cubicBezTo>
                    <a:pt x="21" y="53"/>
                    <a:pt x="19" y="53"/>
                    <a:pt x="19" y="53"/>
                  </a:cubicBezTo>
                  <a:cubicBezTo>
                    <a:pt x="18" y="53"/>
                    <a:pt x="18" y="53"/>
                    <a:pt x="18" y="54"/>
                  </a:cubicBezTo>
                  <a:cubicBezTo>
                    <a:pt x="17" y="54"/>
                    <a:pt x="17" y="53"/>
                    <a:pt x="16" y="53"/>
                  </a:cubicBezTo>
                  <a:cubicBezTo>
                    <a:pt x="16" y="53"/>
                    <a:pt x="15" y="54"/>
                    <a:pt x="15" y="54"/>
                  </a:cubicBezTo>
                  <a:cubicBezTo>
                    <a:pt x="15" y="55"/>
                    <a:pt x="14" y="59"/>
                    <a:pt x="16" y="59"/>
                  </a:cubicBezTo>
                  <a:cubicBezTo>
                    <a:pt x="17" y="59"/>
                    <a:pt x="16" y="58"/>
                    <a:pt x="17" y="57"/>
                  </a:cubicBezTo>
                  <a:cubicBezTo>
                    <a:pt x="18" y="58"/>
                    <a:pt x="18" y="58"/>
                    <a:pt x="19" y="57"/>
                  </a:cubicBezTo>
                  <a:cubicBezTo>
                    <a:pt x="19" y="59"/>
                    <a:pt x="18" y="59"/>
                    <a:pt x="18" y="60"/>
                  </a:cubicBezTo>
                  <a:cubicBezTo>
                    <a:pt x="19" y="61"/>
                    <a:pt x="20" y="60"/>
                    <a:pt x="20" y="61"/>
                  </a:cubicBezTo>
                  <a:cubicBezTo>
                    <a:pt x="20" y="62"/>
                    <a:pt x="20" y="63"/>
                    <a:pt x="20" y="64"/>
                  </a:cubicBezTo>
                  <a:cubicBezTo>
                    <a:pt x="21" y="64"/>
                    <a:pt x="21" y="64"/>
                    <a:pt x="21" y="64"/>
                  </a:cubicBezTo>
                  <a:cubicBezTo>
                    <a:pt x="22" y="64"/>
                    <a:pt x="22" y="64"/>
                    <a:pt x="22" y="65"/>
                  </a:cubicBezTo>
                  <a:cubicBezTo>
                    <a:pt x="23" y="64"/>
                    <a:pt x="23" y="64"/>
                    <a:pt x="24" y="63"/>
                  </a:cubicBezTo>
                  <a:cubicBezTo>
                    <a:pt x="24" y="63"/>
                    <a:pt x="24" y="62"/>
                    <a:pt x="24" y="62"/>
                  </a:cubicBezTo>
                  <a:cubicBezTo>
                    <a:pt x="25" y="62"/>
                    <a:pt x="25" y="63"/>
                    <a:pt x="25" y="63"/>
                  </a:cubicBezTo>
                  <a:cubicBezTo>
                    <a:pt x="26" y="63"/>
                    <a:pt x="26" y="62"/>
                    <a:pt x="26" y="62"/>
                  </a:cubicBezTo>
                  <a:cubicBezTo>
                    <a:pt x="26" y="63"/>
                    <a:pt x="27" y="63"/>
                    <a:pt x="27" y="64"/>
                  </a:cubicBezTo>
                  <a:cubicBezTo>
                    <a:pt x="28" y="64"/>
                    <a:pt x="28" y="64"/>
                    <a:pt x="28" y="64"/>
                  </a:cubicBezTo>
                  <a:cubicBezTo>
                    <a:pt x="29" y="64"/>
                    <a:pt x="30" y="64"/>
                    <a:pt x="30" y="65"/>
                  </a:cubicBezTo>
                  <a:cubicBezTo>
                    <a:pt x="31" y="66"/>
                    <a:pt x="31" y="66"/>
                    <a:pt x="32" y="67"/>
                  </a:cubicBezTo>
                  <a:cubicBezTo>
                    <a:pt x="33" y="66"/>
                    <a:pt x="34" y="68"/>
                    <a:pt x="34" y="69"/>
                  </a:cubicBezTo>
                  <a:cubicBezTo>
                    <a:pt x="34" y="70"/>
                    <a:pt x="34" y="70"/>
                    <a:pt x="35" y="70"/>
                  </a:cubicBezTo>
                  <a:cubicBezTo>
                    <a:pt x="35" y="71"/>
                    <a:pt x="36" y="70"/>
                    <a:pt x="36" y="71"/>
                  </a:cubicBezTo>
                  <a:cubicBezTo>
                    <a:pt x="37" y="71"/>
                    <a:pt x="37" y="71"/>
                    <a:pt x="38" y="71"/>
                  </a:cubicBezTo>
                  <a:cubicBezTo>
                    <a:pt x="38" y="71"/>
                    <a:pt x="39" y="71"/>
                    <a:pt x="39" y="72"/>
                  </a:cubicBezTo>
                  <a:cubicBezTo>
                    <a:pt x="40" y="72"/>
                    <a:pt x="40" y="72"/>
                    <a:pt x="40" y="72"/>
                  </a:cubicBezTo>
                  <a:cubicBezTo>
                    <a:pt x="40" y="73"/>
                    <a:pt x="41" y="73"/>
                    <a:pt x="41" y="74"/>
                  </a:cubicBezTo>
                  <a:cubicBezTo>
                    <a:pt x="41" y="74"/>
                    <a:pt x="40" y="74"/>
                    <a:pt x="40" y="75"/>
                  </a:cubicBezTo>
                  <a:cubicBezTo>
                    <a:pt x="40" y="75"/>
                    <a:pt x="40" y="76"/>
                    <a:pt x="40" y="76"/>
                  </a:cubicBezTo>
                  <a:cubicBezTo>
                    <a:pt x="40" y="77"/>
                    <a:pt x="39" y="77"/>
                    <a:pt x="39" y="78"/>
                  </a:cubicBezTo>
                  <a:cubicBezTo>
                    <a:pt x="39" y="78"/>
                    <a:pt x="39" y="78"/>
                    <a:pt x="39" y="78"/>
                  </a:cubicBezTo>
                  <a:cubicBezTo>
                    <a:pt x="39" y="79"/>
                    <a:pt x="38" y="79"/>
                    <a:pt x="38" y="79"/>
                  </a:cubicBezTo>
                  <a:cubicBezTo>
                    <a:pt x="39" y="81"/>
                    <a:pt x="38" y="82"/>
                    <a:pt x="38" y="83"/>
                  </a:cubicBezTo>
                  <a:cubicBezTo>
                    <a:pt x="37" y="83"/>
                    <a:pt x="37" y="83"/>
                    <a:pt x="36" y="84"/>
                  </a:cubicBezTo>
                  <a:cubicBezTo>
                    <a:pt x="36" y="84"/>
                    <a:pt x="36" y="85"/>
                    <a:pt x="35" y="85"/>
                  </a:cubicBezTo>
                  <a:cubicBezTo>
                    <a:pt x="35" y="86"/>
                    <a:pt x="35" y="86"/>
                    <a:pt x="35" y="87"/>
                  </a:cubicBezTo>
                  <a:cubicBezTo>
                    <a:pt x="35" y="87"/>
                    <a:pt x="34" y="87"/>
                    <a:pt x="34" y="89"/>
                  </a:cubicBezTo>
                  <a:cubicBezTo>
                    <a:pt x="34" y="89"/>
                    <a:pt x="34" y="89"/>
                    <a:pt x="34" y="90"/>
                  </a:cubicBezTo>
                  <a:cubicBezTo>
                    <a:pt x="33" y="90"/>
                    <a:pt x="33" y="90"/>
                    <a:pt x="33" y="90"/>
                  </a:cubicBezTo>
                  <a:cubicBezTo>
                    <a:pt x="33" y="90"/>
                    <a:pt x="32" y="90"/>
                    <a:pt x="32" y="90"/>
                  </a:cubicBezTo>
                  <a:cubicBezTo>
                    <a:pt x="32" y="91"/>
                    <a:pt x="32" y="91"/>
                    <a:pt x="32" y="92"/>
                  </a:cubicBezTo>
                  <a:cubicBezTo>
                    <a:pt x="31" y="92"/>
                    <a:pt x="31" y="93"/>
                    <a:pt x="30" y="93"/>
                  </a:cubicBezTo>
                  <a:cubicBezTo>
                    <a:pt x="30" y="94"/>
                    <a:pt x="30" y="95"/>
                    <a:pt x="29" y="94"/>
                  </a:cubicBezTo>
                  <a:cubicBezTo>
                    <a:pt x="30" y="95"/>
                    <a:pt x="29" y="97"/>
                    <a:pt x="29" y="97"/>
                  </a:cubicBezTo>
                  <a:cubicBezTo>
                    <a:pt x="29" y="98"/>
                    <a:pt x="29" y="98"/>
                    <a:pt x="29" y="99"/>
                  </a:cubicBezTo>
                  <a:cubicBezTo>
                    <a:pt x="29" y="99"/>
                    <a:pt x="29" y="99"/>
                    <a:pt x="28" y="99"/>
                  </a:cubicBezTo>
                  <a:cubicBezTo>
                    <a:pt x="28" y="100"/>
                    <a:pt x="28" y="100"/>
                    <a:pt x="28" y="101"/>
                  </a:cubicBezTo>
                  <a:cubicBezTo>
                    <a:pt x="28" y="102"/>
                    <a:pt x="29" y="102"/>
                    <a:pt x="28" y="102"/>
                  </a:cubicBezTo>
                  <a:cubicBezTo>
                    <a:pt x="29" y="103"/>
                    <a:pt x="29" y="103"/>
                    <a:pt x="30" y="103"/>
                  </a:cubicBezTo>
                  <a:cubicBezTo>
                    <a:pt x="29" y="104"/>
                    <a:pt x="28" y="104"/>
                    <a:pt x="28" y="104"/>
                  </a:cubicBezTo>
                  <a:cubicBezTo>
                    <a:pt x="27" y="103"/>
                    <a:pt x="27" y="103"/>
                    <a:pt x="27" y="103"/>
                  </a:cubicBezTo>
                  <a:cubicBezTo>
                    <a:pt x="27" y="103"/>
                    <a:pt x="27" y="103"/>
                    <a:pt x="26" y="103"/>
                  </a:cubicBezTo>
                  <a:cubicBezTo>
                    <a:pt x="27" y="103"/>
                    <a:pt x="26" y="103"/>
                    <a:pt x="26" y="102"/>
                  </a:cubicBezTo>
                  <a:cubicBezTo>
                    <a:pt x="26" y="102"/>
                    <a:pt x="26" y="101"/>
                    <a:pt x="25" y="100"/>
                  </a:cubicBezTo>
                  <a:cubicBezTo>
                    <a:pt x="26" y="99"/>
                    <a:pt x="25" y="98"/>
                    <a:pt x="25" y="97"/>
                  </a:cubicBezTo>
                  <a:cubicBezTo>
                    <a:pt x="25" y="96"/>
                    <a:pt x="25" y="96"/>
                    <a:pt x="25" y="95"/>
                  </a:cubicBezTo>
                  <a:cubicBezTo>
                    <a:pt x="25" y="94"/>
                    <a:pt x="24" y="95"/>
                    <a:pt x="25" y="94"/>
                  </a:cubicBezTo>
                  <a:cubicBezTo>
                    <a:pt x="25" y="94"/>
                    <a:pt x="26" y="94"/>
                    <a:pt x="26" y="93"/>
                  </a:cubicBezTo>
                  <a:cubicBezTo>
                    <a:pt x="25" y="92"/>
                    <a:pt x="25" y="93"/>
                    <a:pt x="25" y="92"/>
                  </a:cubicBezTo>
                  <a:cubicBezTo>
                    <a:pt x="25" y="91"/>
                    <a:pt x="25" y="89"/>
                    <a:pt x="26" y="88"/>
                  </a:cubicBezTo>
                  <a:cubicBezTo>
                    <a:pt x="26" y="87"/>
                    <a:pt x="25" y="86"/>
                    <a:pt x="26" y="85"/>
                  </a:cubicBezTo>
                  <a:cubicBezTo>
                    <a:pt x="26" y="84"/>
                    <a:pt x="25" y="84"/>
                    <a:pt x="25" y="84"/>
                  </a:cubicBezTo>
                  <a:cubicBezTo>
                    <a:pt x="25" y="84"/>
                    <a:pt x="25" y="83"/>
                    <a:pt x="26" y="83"/>
                  </a:cubicBezTo>
                  <a:cubicBezTo>
                    <a:pt x="26" y="81"/>
                    <a:pt x="25" y="81"/>
                    <a:pt x="25" y="80"/>
                  </a:cubicBezTo>
                  <a:cubicBezTo>
                    <a:pt x="24" y="80"/>
                    <a:pt x="23" y="78"/>
                    <a:pt x="23" y="78"/>
                  </a:cubicBezTo>
                  <a:cubicBezTo>
                    <a:pt x="23" y="77"/>
                    <a:pt x="23" y="77"/>
                    <a:pt x="23" y="77"/>
                  </a:cubicBezTo>
                  <a:cubicBezTo>
                    <a:pt x="22" y="76"/>
                    <a:pt x="21" y="76"/>
                    <a:pt x="21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3"/>
                    <a:pt x="21" y="73"/>
                    <a:pt x="21" y="73"/>
                  </a:cubicBezTo>
                  <a:cubicBezTo>
                    <a:pt x="22" y="72"/>
                    <a:pt x="21" y="71"/>
                    <a:pt x="21" y="70"/>
                  </a:cubicBezTo>
                  <a:cubicBezTo>
                    <a:pt x="21" y="69"/>
                    <a:pt x="22" y="69"/>
                    <a:pt x="22" y="68"/>
                  </a:cubicBezTo>
                  <a:cubicBezTo>
                    <a:pt x="21" y="67"/>
                    <a:pt x="22" y="67"/>
                    <a:pt x="22" y="67"/>
                  </a:cubicBezTo>
                  <a:cubicBezTo>
                    <a:pt x="22" y="66"/>
                    <a:pt x="21" y="66"/>
                    <a:pt x="21" y="65"/>
                  </a:cubicBezTo>
                  <a:cubicBezTo>
                    <a:pt x="21" y="65"/>
                    <a:pt x="21" y="66"/>
                    <a:pt x="21" y="66"/>
                  </a:cubicBezTo>
                  <a:cubicBezTo>
                    <a:pt x="20" y="66"/>
                    <a:pt x="20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3"/>
                    <a:pt x="17" y="62"/>
                    <a:pt x="16" y="62"/>
                  </a:cubicBezTo>
                  <a:cubicBezTo>
                    <a:pt x="16" y="62"/>
                    <a:pt x="16" y="62"/>
                    <a:pt x="16" y="61"/>
                  </a:cubicBezTo>
                  <a:cubicBezTo>
                    <a:pt x="14" y="61"/>
                    <a:pt x="13" y="60"/>
                    <a:pt x="11" y="60"/>
                  </a:cubicBezTo>
                  <a:cubicBezTo>
                    <a:pt x="11" y="59"/>
                    <a:pt x="11" y="58"/>
                    <a:pt x="11" y="57"/>
                  </a:cubicBezTo>
                  <a:cubicBezTo>
                    <a:pt x="10" y="56"/>
                    <a:pt x="10" y="56"/>
                    <a:pt x="9" y="55"/>
                  </a:cubicBezTo>
                  <a:cubicBezTo>
                    <a:pt x="9" y="55"/>
                    <a:pt x="9" y="54"/>
                    <a:pt x="9" y="54"/>
                  </a:cubicBezTo>
                  <a:cubicBezTo>
                    <a:pt x="9" y="56"/>
                    <a:pt x="9" y="55"/>
                    <a:pt x="9" y="56"/>
                  </a:cubicBezTo>
                  <a:cubicBezTo>
                    <a:pt x="9" y="56"/>
                    <a:pt x="9" y="56"/>
                    <a:pt x="8" y="56"/>
                  </a:cubicBezTo>
                  <a:cubicBezTo>
                    <a:pt x="8" y="55"/>
                    <a:pt x="8" y="54"/>
                    <a:pt x="7" y="54"/>
                  </a:cubicBezTo>
                  <a:cubicBezTo>
                    <a:pt x="7" y="54"/>
                    <a:pt x="7" y="53"/>
                    <a:pt x="7" y="53"/>
                  </a:cubicBezTo>
                  <a:cubicBezTo>
                    <a:pt x="7" y="53"/>
                    <a:pt x="7" y="51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41"/>
                    <a:pt x="11" y="32"/>
                    <a:pt x="17" y="25"/>
                  </a:cubicBezTo>
                  <a:close/>
                  <a:moveTo>
                    <a:pt x="24" y="18"/>
                  </a:moveTo>
                  <a:cubicBezTo>
                    <a:pt x="27" y="16"/>
                    <a:pt x="30" y="14"/>
                    <a:pt x="34" y="12"/>
                  </a:cubicBezTo>
                  <a:cubicBezTo>
                    <a:pt x="34" y="12"/>
                    <a:pt x="34" y="12"/>
                    <a:pt x="34" y="12"/>
                  </a:cubicBezTo>
                  <a:cubicBezTo>
                    <a:pt x="34" y="13"/>
                    <a:pt x="33" y="13"/>
                    <a:pt x="32" y="13"/>
                  </a:cubicBezTo>
                  <a:cubicBezTo>
                    <a:pt x="32" y="13"/>
                    <a:pt x="32" y="14"/>
                    <a:pt x="32" y="14"/>
                  </a:cubicBezTo>
                  <a:cubicBezTo>
                    <a:pt x="31" y="14"/>
                    <a:pt x="31" y="15"/>
                    <a:pt x="31" y="15"/>
                  </a:cubicBezTo>
                  <a:cubicBezTo>
                    <a:pt x="30" y="15"/>
                    <a:pt x="30" y="16"/>
                    <a:pt x="29" y="16"/>
                  </a:cubicBezTo>
                  <a:cubicBezTo>
                    <a:pt x="29" y="17"/>
                    <a:pt x="28" y="17"/>
                    <a:pt x="28" y="18"/>
                  </a:cubicBezTo>
                  <a:cubicBezTo>
                    <a:pt x="27" y="18"/>
                    <a:pt x="27" y="18"/>
                    <a:pt x="26" y="18"/>
                  </a:cubicBezTo>
                  <a:cubicBezTo>
                    <a:pt x="26" y="19"/>
                    <a:pt x="27" y="18"/>
                    <a:pt x="27" y="19"/>
                  </a:cubicBezTo>
                  <a:cubicBezTo>
                    <a:pt x="27" y="19"/>
                    <a:pt x="27" y="19"/>
                    <a:pt x="26" y="19"/>
                  </a:cubicBezTo>
                  <a:cubicBezTo>
                    <a:pt x="26" y="21"/>
                    <a:pt x="24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4" y="19"/>
                    <a:pt x="24" y="19"/>
                    <a:pt x="25" y="19"/>
                  </a:cubicBezTo>
                  <a:cubicBezTo>
                    <a:pt x="25" y="19"/>
                    <a:pt x="24" y="18"/>
                    <a:pt x="24" y="18"/>
                  </a:cubicBezTo>
                  <a:close/>
                  <a:moveTo>
                    <a:pt x="107" y="35"/>
                  </a:moveTo>
                  <a:cubicBezTo>
                    <a:pt x="107" y="35"/>
                    <a:pt x="106" y="35"/>
                    <a:pt x="106" y="36"/>
                  </a:cubicBezTo>
                  <a:cubicBezTo>
                    <a:pt x="106" y="37"/>
                    <a:pt x="107" y="36"/>
                    <a:pt x="107" y="36"/>
                  </a:cubicBezTo>
                  <a:cubicBezTo>
                    <a:pt x="108" y="36"/>
                    <a:pt x="108" y="37"/>
                    <a:pt x="108" y="38"/>
                  </a:cubicBezTo>
                  <a:cubicBezTo>
                    <a:pt x="108" y="39"/>
                    <a:pt x="109" y="40"/>
                    <a:pt x="108" y="41"/>
                  </a:cubicBezTo>
                  <a:cubicBezTo>
                    <a:pt x="108" y="42"/>
                    <a:pt x="107" y="43"/>
                    <a:pt x="107" y="44"/>
                  </a:cubicBezTo>
                  <a:cubicBezTo>
                    <a:pt x="106" y="44"/>
                    <a:pt x="106" y="44"/>
                    <a:pt x="106" y="45"/>
                  </a:cubicBezTo>
                  <a:cubicBezTo>
                    <a:pt x="105" y="46"/>
                    <a:pt x="106" y="49"/>
                    <a:pt x="105" y="50"/>
                  </a:cubicBezTo>
                  <a:cubicBezTo>
                    <a:pt x="104" y="49"/>
                    <a:pt x="104" y="49"/>
                    <a:pt x="104" y="48"/>
                  </a:cubicBezTo>
                  <a:cubicBezTo>
                    <a:pt x="104" y="47"/>
                    <a:pt x="103" y="47"/>
                    <a:pt x="103" y="46"/>
                  </a:cubicBezTo>
                  <a:cubicBezTo>
                    <a:pt x="102" y="46"/>
                    <a:pt x="103" y="47"/>
                    <a:pt x="103" y="48"/>
                  </a:cubicBezTo>
                  <a:cubicBezTo>
                    <a:pt x="103" y="48"/>
                    <a:pt x="102" y="48"/>
                    <a:pt x="102" y="48"/>
                  </a:cubicBezTo>
                  <a:cubicBezTo>
                    <a:pt x="102" y="49"/>
                    <a:pt x="102" y="49"/>
                    <a:pt x="102" y="49"/>
                  </a:cubicBezTo>
                  <a:cubicBezTo>
                    <a:pt x="102" y="50"/>
                    <a:pt x="102" y="50"/>
                    <a:pt x="103" y="50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2"/>
                    <a:pt x="103" y="54"/>
                    <a:pt x="103" y="54"/>
                  </a:cubicBezTo>
                  <a:cubicBezTo>
                    <a:pt x="102" y="54"/>
                    <a:pt x="102" y="55"/>
                    <a:pt x="102" y="55"/>
                  </a:cubicBezTo>
                  <a:cubicBezTo>
                    <a:pt x="102" y="56"/>
                    <a:pt x="101" y="57"/>
                    <a:pt x="100" y="58"/>
                  </a:cubicBezTo>
                  <a:cubicBezTo>
                    <a:pt x="100" y="58"/>
                    <a:pt x="99" y="58"/>
                    <a:pt x="98" y="59"/>
                  </a:cubicBezTo>
                  <a:cubicBezTo>
                    <a:pt x="99" y="59"/>
                    <a:pt x="99" y="59"/>
                    <a:pt x="99" y="59"/>
                  </a:cubicBezTo>
                  <a:cubicBezTo>
                    <a:pt x="99" y="59"/>
                    <a:pt x="99" y="60"/>
                    <a:pt x="98" y="60"/>
                  </a:cubicBezTo>
                  <a:cubicBezTo>
                    <a:pt x="99" y="63"/>
                    <a:pt x="98" y="65"/>
                    <a:pt x="97" y="65"/>
                  </a:cubicBezTo>
                  <a:cubicBezTo>
                    <a:pt x="97" y="64"/>
                    <a:pt x="96" y="64"/>
                    <a:pt x="96" y="64"/>
                  </a:cubicBezTo>
                  <a:cubicBezTo>
                    <a:pt x="96" y="64"/>
                    <a:pt x="95" y="63"/>
                    <a:pt x="95" y="62"/>
                  </a:cubicBezTo>
                  <a:cubicBezTo>
                    <a:pt x="94" y="63"/>
                    <a:pt x="95" y="64"/>
                    <a:pt x="95" y="64"/>
                  </a:cubicBezTo>
                  <a:cubicBezTo>
                    <a:pt x="95" y="65"/>
                    <a:pt x="95" y="65"/>
                    <a:pt x="96" y="66"/>
                  </a:cubicBezTo>
                  <a:cubicBezTo>
                    <a:pt x="96" y="67"/>
                    <a:pt x="97" y="67"/>
                    <a:pt x="97" y="69"/>
                  </a:cubicBezTo>
                  <a:cubicBezTo>
                    <a:pt x="96" y="68"/>
                    <a:pt x="95" y="67"/>
                    <a:pt x="94" y="66"/>
                  </a:cubicBezTo>
                  <a:cubicBezTo>
                    <a:pt x="94" y="65"/>
                    <a:pt x="94" y="65"/>
                    <a:pt x="94" y="65"/>
                  </a:cubicBezTo>
                  <a:cubicBezTo>
                    <a:pt x="93" y="64"/>
                    <a:pt x="94" y="64"/>
                    <a:pt x="94" y="64"/>
                  </a:cubicBezTo>
                  <a:cubicBezTo>
                    <a:pt x="94" y="63"/>
                    <a:pt x="94" y="62"/>
                    <a:pt x="93" y="62"/>
                  </a:cubicBezTo>
                  <a:cubicBezTo>
                    <a:pt x="93" y="62"/>
                    <a:pt x="93" y="61"/>
                    <a:pt x="93" y="61"/>
                  </a:cubicBezTo>
                  <a:cubicBezTo>
                    <a:pt x="93" y="60"/>
                    <a:pt x="92" y="61"/>
                    <a:pt x="91" y="60"/>
                  </a:cubicBezTo>
                  <a:cubicBezTo>
                    <a:pt x="91" y="60"/>
                    <a:pt x="92" y="60"/>
                    <a:pt x="92" y="59"/>
                  </a:cubicBezTo>
                  <a:cubicBezTo>
                    <a:pt x="91" y="59"/>
                    <a:pt x="91" y="58"/>
                    <a:pt x="91" y="57"/>
                  </a:cubicBezTo>
                  <a:cubicBezTo>
                    <a:pt x="90" y="58"/>
                    <a:pt x="89" y="58"/>
                    <a:pt x="89" y="58"/>
                  </a:cubicBezTo>
                  <a:cubicBezTo>
                    <a:pt x="89" y="59"/>
                    <a:pt x="88" y="59"/>
                    <a:pt x="88" y="60"/>
                  </a:cubicBezTo>
                  <a:cubicBezTo>
                    <a:pt x="87" y="60"/>
                    <a:pt x="88" y="61"/>
                    <a:pt x="87" y="60"/>
                  </a:cubicBezTo>
                  <a:cubicBezTo>
                    <a:pt x="87" y="61"/>
                    <a:pt x="87" y="61"/>
                    <a:pt x="87" y="61"/>
                  </a:cubicBezTo>
                  <a:cubicBezTo>
                    <a:pt x="87" y="61"/>
                    <a:pt x="87" y="61"/>
                    <a:pt x="86" y="61"/>
                  </a:cubicBezTo>
                  <a:cubicBezTo>
                    <a:pt x="87" y="63"/>
                    <a:pt x="86" y="64"/>
                    <a:pt x="86" y="65"/>
                  </a:cubicBezTo>
                  <a:cubicBezTo>
                    <a:pt x="85" y="65"/>
                    <a:pt x="85" y="65"/>
                    <a:pt x="84" y="65"/>
                  </a:cubicBezTo>
                  <a:cubicBezTo>
                    <a:pt x="84" y="65"/>
                    <a:pt x="84" y="64"/>
                    <a:pt x="84" y="64"/>
                  </a:cubicBezTo>
                  <a:cubicBezTo>
                    <a:pt x="84" y="63"/>
                    <a:pt x="84" y="63"/>
                    <a:pt x="84" y="62"/>
                  </a:cubicBezTo>
                  <a:cubicBezTo>
                    <a:pt x="83" y="61"/>
                    <a:pt x="83" y="60"/>
                    <a:pt x="82" y="59"/>
                  </a:cubicBezTo>
                  <a:cubicBezTo>
                    <a:pt x="83" y="59"/>
                    <a:pt x="82" y="59"/>
                    <a:pt x="82" y="58"/>
                  </a:cubicBezTo>
                  <a:cubicBezTo>
                    <a:pt x="82" y="58"/>
                    <a:pt x="81" y="58"/>
                    <a:pt x="81" y="57"/>
                  </a:cubicBezTo>
                  <a:cubicBezTo>
                    <a:pt x="81" y="57"/>
                    <a:pt x="81" y="57"/>
                    <a:pt x="82" y="57"/>
                  </a:cubicBezTo>
                  <a:cubicBezTo>
                    <a:pt x="81" y="57"/>
                    <a:pt x="80" y="56"/>
                    <a:pt x="79" y="56"/>
                  </a:cubicBezTo>
                  <a:cubicBezTo>
                    <a:pt x="79" y="56"/>
                    <a:pt x="79" y="56"/>
                    <a:pt x="79" y="55"/>
                  </a:cubicBezTo>
                  <a:cubicBezTo>
                    <a:pt x="78" y="55"/>
                    <a:pt x="78" y="56"/>
                    <a:pt x="77" y="56"/>
                  </a:cubicBez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3"/>
                    <a:pt x="74" y="52"/>
                  </a:cubicBezTo>
                  <a:cubicBezTo>
                    <a:pt x="74" y="52"/>
                    <a:pt x="73" y="53"/>
                    <a:pt x="73" y="53"/>
                  </a:cubicBezTo>
                  <a:cubicBezTo>
                    <a:pt x="74" y="53"/>
                    <a:pt x="74" y="54"/>
                    <a:pt x="74" y="54"/>
                  </a:cubicBezTo>
                  <a:cubicBezTo>
                    <a:pt x="74" y="55"/>
                    <a:pt x="75" y="55"/>
                    <a:pt x="75" y="56"/>
                  </a:cubicBezTo>
                  <a:cubicBezTo>
                    <a:pt x="75" y="55"/>
                    <a:pt x="76" y="55"/>
                    <a:pt x="76" y="55"/>
                  </a:cubicBezTo>
                  <a:cubicBezTo>
                    <a:pt x="76" y="57"/>
                    <a:pt x="77" y="57"/>
                    <a:pt x="77" y="57"/>
                  </a:cubicBezTo>
                  <a:cubicBezTo>
                    <a:pt x="77" y="58"/>
                    <a:pt x="77" y="58"/>
                    <a:pt x="77" y="59"/>
                  </a:cubicBezTo>
                  <a:cubicBezTo>
                    <a:pt x="76" y="59"/>
                    <a:pt x="76" y="60"/>
                    <a:pt x="75" y="60"/>
                  </a:cubicBezTo>
                  <a:cubicBezTo>
                    <a:pt x="75" y="60"/>
                    <a:pt x="75" y="61"/>
                    <a:pt x="75" y="61"/>
                  </a:cubicBezTo>
                  <a:cubicBezTo>
                    <a:pt x="73" y="61"/>
                    <a:pt x="72" y="62"/>
                    <a:pt x="71" y="63"/>
                  </a:cubicBezTo>
                  <a:cubicBezTo>
                    <a:pt x="70" y="62"/>
                    <a:pt x="70" y="61"/>
                    <a:pt x="70" y="60"/>
                  </a:cubicBezTo>
                  <a:cubicBezTo>
                    <a:pt x="69" y="59"/>
                    <a:pt x="69" y="58"/>
                    <a:pt x="68" y="57"/>
                  </a:cubicBezTo>
                  <a:cubicBezTo>
                    <a:pt x="68" y="56"/>
                    <a:pt x="67" y="55"/>
                    <a:pt x="67" y="55"/>
                  </a:cubicBezTo>
                  <a:cubicBezTo>
                    <a:pt x="67" y="55"/>
                    <a:pt x="67" y="56"/>
                    <a:pt x="67" y="57"/>
                  </a:cubicBezTo>
                  <a:cubicBezTo>
                    <a:pt x="67" y="57"/>
                    <a:pt x="68" y="57"/>
                    <a:pt x="68" y="58"/>
                  </a:cubicBezTo>
                  <a:cubicBezTo>
                    <a:pt x="68" y="59"/>
                    <a:pt x="69" y="59"/>
                    <a:pt x="69" y="61"/>
                  </a:cubicBezTo>
                  <a:cubicBezTo>
                    <a:pt x="70" y="61"/>
                    <a:pt x="70" y="62"/>
                    <a:pt x="71" y="63"/>
                  </a:cubicBezTo>
                  <a:cubicBezTo>
                    <a:pt x="71" y="63"/>
                    <a:pt x="72" y="63"/>
                    <a:pt x="72" y="63"/>
                  </a:cubicBezTo>
                  <a:cubicBezTo>
                    <a:pt x="73" y="63"/>
                    <a:pt x="73" y="63"/>
                    <a:pt x="74" y="63"/>
                  </a:cubicBezTo>
                  <a:cubicBezTo>
                    <a:pt x="74" y="63"/>
                    <a:pt x="74" y="64"/>
                    <a:pt x="74" y="65"/>
                  </a:cubicBezTo>
                  <a:cubicBezTo>
                    <a:pt x="73" y="66"/>
                    <a:pt x="72" y="68"/>
                    <a:pt x="71" y="69"/>
                  </a:cubicBezTo>
                  <a:cubicBezTo>
                    <a:pt x="71" y="70"/>
                    <a:pt x="70" y="70"/>
                    <a:pt x="70" y="70"/>
                  </a:cubicBezTo>
                  <a:cubicBezTo>
                    <a:pt x="70" y="72"/>
                    <a:pt x="69" y="72"/>
                    <a:pt x="69" y="73"/>
                  </a:cubicBezTo>
                  <a:cubicBezTo>
                    <a:pt x="69" y="75"/>
                    <a:pt x="69" y="77"/>
                    <a:pt x="69" y="79"/>
                  </a:cubicBezTo>
                  <a:cubicBezTo>
                    <a:pt x="68" y="80"/>
                    <a:pt x="67" y="82"/>
                    <a:pt x="67" y="84"/>
                  </a:cubicBezTo>
                  <a:cubicBezTo>
                    <a:pt x="66" y="84"/>
                    <a:pt x="66" y="84"/>
                    <a:pt x="66" y="84"/>
                  </a:cubicBezTo>
                  <a:cubicBezTo>
                    <a:pt x="66" y="85"/>
                    <a:pt x="66" y="86"/>
                    <a:pt x="66" y="86"/>
                  </a:cubicBezTo>
                  <a:cubicBezTo>
                    <a:pt x="65" y="87"/>
                    <a:pt x="64" y="88"/>
                    <a:pt x="64" y="89"/>
                  </a:cubicBezTo>
                  <a:cubicBezTo>
                    <a:pt x="62" y="89"/>
                    <a:pt x="62" y="90"/>
                    <a:pt x="60" y="91"/>
                  </a:cubicBezTo>
                  <a:cubicBezTo>
                    <a:pt x="59" y="89"/>
                    <a:pt x="59" y="87"/>
                    <a:pt x="58" y="86"/>
                  </a:cubicBezTo>
                  <a:cubicBezTo>
                    <a:pt x="58" y="86"/>
                    <a:pt x="58" y="85"/>
                    <a:pt x="58" y="84"/>
                  </a:cubicBezTo>
                  <a:cubicBezTo>
                    <a:pt x="58" y="83"/>
                    <a:pt x="57" y="82"/>
                    <a:pt x="57" y="81"/>
                  </a:cubicBezTo>
                  <a:cubicBezTo>
                    <a:pt x="57" y="80"/>
                    <a:pt x="57" y="78"/>
                    <a:pt x="57" y="77"/>
                  </a:cubicBezTo>
                  <a:cubicBezTo>
                    <a:pt x="57" y="76"/>
                    <a:pt x="57" y="75"/>
                    <a:pt x="57" y="74"/>
                  </a:cubicBezTo>
                  <a:cubicBezTo>
                    <a:pt x="57" y="73"/>
                    <a:pt x="56" y="72"/>
                    <a:pt x="55" y="71"/>
                  </a:cubicBezTo>
                  <a:cubicBezTo>
                    <a:pt x="55" y="70"/>
                    <a:pt x="56" y="69"/>
                    <a:pt x="56" y="67"/>
                  </a:cubicBezTo>
                  <a:cubicBezTo>
                    <a:pt x="55" y="67"/>
                    <a:pt x="55" y="68"/>
                    <a:pt x="55" y="68"/>
                  </a:cubicBezTo>
                  <a:cubicBezTo>
                    <a:pt x="54" y="68"/>
                    <a:pt x="54" y="67"/>
                    <a:pt x="53" y="67"/>
                  </a:cubicBezTo>
                  <a:cubicBezTo>
                    <a:pt x="53" y="67"/>
                    <a:pt x="53" y="66"/>
                    <a:pt x="53" y="66"/>
                  </a:cubicBezTo>
                  <a:cubicBezTo>
                    <a:pt x="52" y="66"/>
                    <a:pt x="52" y="67"/>
                    <a:pt x="52" y="68"/>
                  </a:cubicBezTo>
                  <a:cubicBezTo>
                    <a:pt x="51" y="67"/>
                    <a:pt x="50" y="68"/>
                    <a:pt x="49" y="68"/>
                  </a:cubicBezTo>
                  <a:cubicBezTo>
                    <a:pt x="48" y="68"/>
                    <a:pt x="47" y="67"/>
                    <a:pt x="46" y="66"/>
                  </a:cubicBezTo>
                  <a:cubicBezTo>
                    <a:pt x="46" y="65"/>
                    <a:pt x="46" y="64"/>
                    <a:pt x="45" y="63"/>
                  </a:cubicBezTo>
                  <a:cubicBezTo>
                    <a:pt x="45" y="61"/>
                    <a:pt x="45" y="59"/>
                    <a:pt x="45" y="58"/>
                  </a:cubicBezTo>
                  <a:cubicBezTo>
                    <a:pt x="45" y="57"/>
                    <a:pt x="46" y="56"/>
                    <a:pt x="46" y="55"/>
                  </a:cubicBezTo>
                  <a:cubicBezTo>
                    <a:pt x="46" y="54"/>
                    <a:pt x="47" y="54"/>
                    <a:pt x="48" y="53"/>
                  </a:cubicBezTo>
                  <a:cubicBezTo>
                    <a:pt x="48" y="52"/>
                    <a:pt x="48" y="51"/>
                    <a:pt x="48" y="50"/>
                  </a:cubicBezTo>
                  <a:cubicBezTo>
                    <a:pt x="49" y="50"/>
                    <a:pt x="49" y="49"/>
                    <a:pt x="50" y="49"/>
                  </a:cubicBezTo>
                  <a:cubicBezTo>
                    <a:pt x="50" y="49"/>
                    <a:pt x="50" y="49"/>
                    <a:pt x="51" y="49"/>
                  </a:cubicBezTo>
                  <a:cubicBezTo>
                    <a:pt x="51" y="49"/>
                    <a:pt x="53" y="48"/>
                    <a:pt x="54" y="49"/>
                  </a:cubicBezTo>
                  <a:cubicBezTo>
                    <a:pt x="55" y="48"/>
                    <a:pt x="56" y="48"/>
                    <a:pt x="57" y="48"/>
                  </a:cubicBezTo>
                  <a:cubicBezTo>
                    <a:pt x="57" y="48"/>
                    <a:pt x="57" y="49"/>
                    <a:pt x="57" y="49"/>
                  </a:cubicBezTo>
                  <a:cubicBezTo>
                    <a:pt x="57" y="49"/>
                    <a:pt x="57" y="49"/>
                    <a:pt x="57" y="50"/>
                  </a:cubicBezTo>
                  <a:cubicBezTo>
                    <a:pt x="58" y="51"/>
                    <a:pt x="59" y="51"/>
                    <a:pt x="60" y="52"/>
                  </a:cubicBezTo>
                  <a:cubicBezTo>
                    <a:pt x="61" y="52"/>
                    <a:pt x="61" y="51"/>
                    <a:pt x="61" y="51"/>
                  </a:cubicBezTo>
                  <a:cubicBezTo>
                    <a:pt x="63" y="51"/>
                    <a:pt x="64" y="51"/>
                    <a:pt x="66" y="52"/>
                  </a:cubicBezTo>
                  <a:cubicBezTo>
                    <a:pt x="67" y="52"/>
                    <a:pt x="66" y="50"/>
                    <a:pt x="67" y="50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66" y="48"/>
                    <a:pt x="67" y="50"/>
                    <a:pt x="66" y="50"/>
                  </a:cubicBezTo>
                  <a:cubicBezTo>
                    <a:pt x="65" y="50"/>
                    <a:pt x="66" y="49"/>
                    <a:pt x="65" y="49"/>
                  </a:cubicBezTo>
                  <a:cubicBezTo>
                    <a:pt x="65" y="49"/>
                    <a:pt x="64" y="49"/>
                    <a:pt x="63" y="49"/>
                  </a:cubicBezTo>
                  <a:cubicBezTo>
                    <a:pt x="63" y="48"/>
                    <a:pt x="63" y="48"/>
                    <a:pt x="63" y="48"/>
                  </a:cubicBezTo>
                  <a:cubicBezTo>
                    <a:pt x="63" y="47"/>
                    <a:pt x="63" y="47"/>
                    <a:pt x="63" y="46"/>
                  </a:cubicBezTo>
                  <a:cubicBezTo>
                    <a:pt x="63" y="46"/>
                    <a:pt x="62" y="46"/>
                    <a:pt x="62" y="46"/>
                  </a:cubicBezTo>
                  <a:cubicBezTo>
                    <a:pt x="62" y="47"/>
                    <a:pt x="62" y="48"/>
                    <a:pt x="62" y="49"/>
                  </a:cubicBezTo>
                  <a:cubicBezTo>
                    <a:pt x="63" y="48"/>
                    <a:pt x="63" y="49"/>
                    <a:pt x="63" y="49"/>
                  </a:cubicBezTo>
                  <a:cubicBezTo>
                    <a:pt x="62" y="49"/>
                    <a:pt x="62" y="49"/>
                    <a:pt x="62" y="49"/>
                  </a:cubicBezTo>
                  <a:cubicBezTo>
                    <a:pt x="62" y="49"/>
                    <a:pt x="62" y="49"/>
                    <a:pt x="62" y="49"/>
                  </a:cubicBezTo>
                  <a:cubicBezTo>
                    <a:pt x="62" y="49"/>
                    <a:pt x="61" y="49"/>
                    <a:pt x="61" y="48"/>
                  </a:cubicBezTo>
                  <a:cubicBezTo>
                    <a:pt x="61" y="48"/>
                    <a:pt x="61" y="47"/>
                    <a:pt x="61" y="47"/>
                  </a:cubicBezTo>
                  <a:cubicBezTo>
                    <a:pt x="61" y="47"/>
                    <a:pt x="61" y="46"/>
                    <a:pt x="60" y="46"/>
                  </a:cubicBezTo>
                  <a:cubicBezTo>
                    <a:pt x="60" y="46"/>
                    <a:pt x="60" y="45"/>
                    <a:pt x="60" y="45"/>
                  </a:cubicBezTo>
                  <a:cubicBezTo>
                    <a:pt x="59" y="44"/>
                    <a:pt x="58" y="44"/>
                    <a:pt x="58" y="43"/>
                  </a:cubicBezTo>
                  <a:cubicBezTo>
                    <a:pt x="57" y="45"/>
                    <a:pt x="60" y="45"/>
                    <a:pt x="60" y="46"/>
                  </a:cubicBezTo>
                  <a:cubicBezTo>
                    <a:pt x="60" y="47"/>
                    <a:pt x="59" y="45"/>
                    <a:pt x="59" y="46"/>
                  </a:cubicBezTo>
                  <a:cubicBezTo>
                    <a:pt x="59" y="46"/>
                    <a:pt x="60" y="46"/>
                    <a:pt x="59" y="47"/>
                  </a:cubicBezTo>
                  <a:cubicBezTo>
                    <a:pt x="59" y="47"/>
                    <a:pt x="58" y="47"/>
                    <a:pt x="59" y="48"/>
                  </a:cubicBezTo>
                  <a:cubicBezTo>
                    <a:pt x="58" y="48"/>
                    <a:pt x="58" y="48"/>
                    <a:pt x="58" y="47"/>
                  </a:cubicBezTo>
                  <a:cubicBezTo>
                    <a:pt x="58" y="47"/>
                    <a:pt x="59" y="47"/>
                    <a:pt x="59" y="47"/>
                  </a:cubicBezTo>
                  <a:cubicBezTo>
                    <a:pt x="58" y="46"/>
                    <a:pt x="58" y="45"/>
                    <a:pt x="57" y="45"/>
                  </a:cubicBezTo>
                  <a:cubicBezTo>
                    <a:pt x="57" y="45"/>
                    <a:pt x="57" y="45"/>
                    <a:pt x="56" y="44"/>
                  </a:cubicBezTo>
                  <a:cubicBezTo>
                    <a:pt x="56" y="46"/>
                    <a:pt x="57" y="47"/>
                    <a:pt x="56" y="47"/>
                  </a:cubicBezTo>
                  <a:cubicBezTo>
                    <a:pt x="56" y="46"/>
                    <a:pt x="55" y="44"/>
                    <a:pt x="56" y="44"/>
                  </a:cubicBezTo>
                  <a:cubicBezTo>
                    <a:pt x="55" y="44"/>
                    <a:pt x="55" y="44"/>
                    <a:pt x="54" y="44"/>
                  </a:cubicBezTo>
                  <a:cubicBezTo>
                    <a:pt x="53" y="44"/>
                    <a:pt x="53" y="45"/>
                    <a:pt x="52" y="46"/>
                  </a:cubicBezTo>
                  <a:cubicBezTo>
                    <a:pt x="53" y="47"/>
                    <a:pt x="52" y="48"/>
                    <a:pt x="52" y="49"/>
                  </a:cubicBezTo>
                  <a:cubicBezTo>
                    <a:pt x="51" y="48"/>
                    <a:pt x="51" y="48"/>
                    <a:pt x="50" y="49"/>
                  </a:cubicBezTo>
                  <a:cubicBezTo>
                    <a:pt x="50" y="48"/>
                    <a:pt x="49" y="48"/>
                    <a:pt x="48" y="48"/>
                  </a:cubicBezTo>
                  <a:cubicBezTo>
                    <a:pt x="49" y="47"/>
                    <a:pt x="48" y="47"/>
                    <a:pt x="48" y="46"/>
                  </a:cubicBezTo>
                  <a:cubicBezTo>
                    <a:pt x="49" y="46"/>
                    <a:pt x="48" y="45"/>
                    <a:pt x="48" y="44"/>
                  </a:cubicBezTo>
                  <a:cubicBezTo>
                    <a:pt x="50" y="44"/>
                    <a:pt x="50" y="43"/>
                    <a:pt x="51" y="44"/>
                  </a:cubicBezTo>
                  <a:cubicBezTo>
                    <a:pt x="52" y="44"/>
                    <a:pt x="52" y="43"/>
                    <a:pt x="52" y="43"/>
                  </a:cubicBezTo>
                  <a:cubicBezTo>
                    <a:pt x="52" y="42"/>
                    <a:pt x="51" y="42"/>
                    <a:pt x="51" y="41"/>
                  </a:cubicBezTo>
                  <a:cubicBezTo>
                    <a:pt x="51" y="41"/>
                    <a:pt x="50" y="41"/>
                    <a:pt x="50" y="41"/>
                  </a:cubicBezTo>
                  <a:cubicBezTo>
                    <a:pt x="50" y="40"/>
                    <a:pt x="50" y="40"/>
                    <a:pt x="51" y="40"/>
                  </a:cubicBezTo>
                  <a:cubicBezTo>
                    <a:pt x="51" y="40"/>
                    <a:pt x="51" y="39"/>
                    <a:pt x="52" y="39"/>
                  </a:cubicBezTo>
                  <a:cubicBezTo>
                    <a:pt x="52" y="39"/>
                    <a:pt x="52" y="39"/>
                    <a:pt x="52" y="39"/>
                  </a:cubicBezTo>
                  <a:cubicBezTo>
                    <a:pt x="51" y="39"/>
                    <a:pt x="50" y="39"/>
                    <a:pt x="49" y="39"/>
                  </a:cubicBezTo>
                  <a:cubicBezTo>
                    <a:pt x="49" y="39"/>
                    <a:pt x="50" y="39"/>
                    <a:pt x="50" y="39"/>
                  </a:cubicBezTo>
                  <a:cubicBezTo>
                    <a:pt x="50" y="38"/>
                    <a:pt x="50" y="38"/>
                    <a:pt x="50" y="37"/>
                  </a:cubicBezTo>
                  <a:cubicBezTo>
                    <a:pt x="50" y="37"/>
                    <a:pt x="51" y="37"/>
                    <a:pt x="51" y="36"/>
                  </a:cubicBezTo>
                  <a:cubicBezTo>
                    <a:pt x="51" y="36"/>
                    <a:pt x="50" y="36"/>
                    <a:pt x="50" y="35"/>
                  </a:cubicBezTo>
                  <a:cubicBezTo>
                    <a:pt x="50" y="34"/>
                    <a:pt x="50" y="34"/>
                    <a:pt x="50" y="33"/>
                  </a:cubicBezTo>
                  <a:cubicBezTo>
                    <a:pt x="51" y="32"/>
                    <a:pt x="51" y="32"/>
                    <a:pt x="52" y="32"/>
                  </a:cubicBezTo>
                  <a:cubicBezTo>
                    <a:pt x="52" y="33"/>
                    <a:pt x="51" y="33"/>
                    <a:pt x="51" y="33"/>
                  </a:cubicBezTo>
                  <a:cubicBezTo>
                    <a:pt x="51" y="33"/>
                    <a:pt x="51" y="33"/>
                    <a:pt x="52" y="34"/>
                  </a:cubicBezTo>
                  <a:cubicBezTo>
                    <a:pt x="51" y="35"/>
                    <a:pt x="52" y="35"/>
                    <a:pt x="52" y="36"/>
                  </a:cubicBezTo>
                  <a:cubicBezTo>
                    <a:pt x="52" y="37"/>
                    <a:pt x="53" y="37"/>
                    <a:pt x="53" y="37"/>
                  </a:cubicBezTo>
                  <a:cubicBezTo>
                    <a:pt x="52" y="38"/>
                    <a:pt x="52" y="38"/>
                    <a:pt x="52" y="39"/>
                  </a:cubicBezTo>
                  <a:cubicBezTo>
                    <a:pt x="53" y="39"/>
                    <a:pt x="52" y="38"/>
                    <a:pt x="54" y="38"/>
                  </a:cubicBezTo>
                  <a:cubicBezTo>
                    <a:pt x="53" y="37"/>
                    <a:pt x="54" y="37"/>
                    <a:pt x="54" y="37"/>
                  </a:cubicBezTo>
                  <a:cubicBezTo>
                    <a:pt x="54" y="37"/>
                    <a:pt x="55" y="36"/>
                    <a:pt x="55" y="36"/>
                  </a:cubicBezTo>
                  <a:cubicBezTo>
                    <a:pt x="55" y="36"/>
                    <a:pt x="56" y="36"/>
                    <a:pt x="55" y="36"/>
                  </a:cubicBezTo>
                  <a:cubicBezTo>
                    <a:pt x="55" y="35"/>
                    <a:pt x="55" y="35"/>
                    <a:pt x="56" y="34"/>
                  </a:cubicBezTo>
                  <a:cubicBezTo>
                    <a:pt x="56" y="34"/>
                    <a:pt x="55" y="34"/>
                    <a:pt x="54" y="33"/>
                  </a:cubicBezTo>
                  <a:cubicBezTo>
                    <a:pt x="54" y="33"/>
                    <a:pt x="54" y="32"/>
                    <a:pt x="54" y="31"/>
                  </a:cubicBezTo>
                  <a:cubicBezTo>
                    <a:pt x="54" y="30"/>
                    <a:pt x="55" y="29"/>
                    <a:pt x="56" y="29"/>
                  </a:cubicBezTo>
                  <a:cubicBezTo>
                    <a:pt x="56" y="29"/>
                    <a:pt x="56" y="28"/>
                    <a:pt x="56" y="28"/>
                  </a:cubicBezTo>
                  <a:cubicBezTo>
                    <a:pt x="56" y="28"/>
                    <a:pt x="56" y="28"/>
                    <a:pt x="56" y="28"/>
                  </a:cubicBezTo>
                  <a:cubicBezTo>
                    <a:pt x="57" y="28"/>
                    <a:pt x="57" y="27"/>
                    <a:pt x="57" y="26"/>
                  </a:cubicBezTo>
                  <a:cubicBezTo>
                    <a:pt x="58" y="25"/>
                    <a:pt x="59" y="25"/>
                    <a:pt x="59" y="24"/>
                  </a:cubicBezTo>
                  <a:cubicBezTo>
                    <a:pt x="60" y="24"/>
                    <a:pt x="60" y="23"/>
                    <a:pt x="60" y="24"/>
                  </a:cubicBezTo>
                  <a:cubicBezTo>
                    <a:pt x="61" y="23"/>
                    <a:pt x="61" y="23"/>
                    <a:pt x="61" y="23"/>
                  </a:cubicBezTo>
                  <a:cubicBezTo>
                    <a:pt x="62" y="23"/>
                    <a:pt x="63" y="23"/>
                    <a:pt x="63" y="23"/>
                  </a:cubicBezTo>
                  <a:cubicBezTo>
                    <a:pt x="63" y="23"/>
                    <a:pt x="64" y="23"/>
                    <a:pt x="64" y="24"/>
                  </a:cubicBezTo>
                  <a:cubicBezTo>
                    <a:pt x="65" y="24"/>
                    <a:pt x="65" y="24"/>
                    <a:pt x="65" y="25"/>
                  </a:cubicBezTo>
                  <a:cubicBezTo>
                    <a:pt x="67" y="25"/>
                    <a:pt x="68" y="25"/>
                    <a:pt x="68" y="27"/>
                  </a:cubicBezTo>
                  <a:cubicBezTo>
                    <a:pt x="69" y="27"/>
                    <a:pt x="69" y="26"/>
                    <a:pt x="69" y="25"/>
                  </a:cubicBezTo>
                  <a:cubicBezTo>
                    <a:pt x="69" y="25"/>
                    <a:pt x="69" y="25"/>
                    <a:pt x="70" y="25"/>
                  </a:cubicBezTo>
                  <a:cubicBezTo>
                    <a:pt x="70" y="25"/>
                    <a:pt x="70" y="26"/>
                    <a:pt x="70" y="26"/>
                  </a:cubicBezTo>
                  <a:cubicBezTo>
                    <a:pt x="71" y="26"/>
                    <a:pt x="71" y="25"/>
                    <a:pt x="72" y="25"/>
                  </a:cubicBezTo>
                  <a:cubicBezTo>
                    <a:pt x="73" y="25"/>
                    <a:pt x="74" y="24"/>
                    <a:pt x="75" y="25"/>
                  </a:cubicBezTo>
                  <a:cubicBezTo>
                    <a:pt x="75" y="24"/>
                    <a:pt x="74" y="24"/>
                    <a:pt x="74" y="23"/>
                  </a:cubicBezTo>
                  <a:cubicBezTo>
                    <a:pt x="75" y="23"/>
                    <a:pt x="75" y="24"/>
                    <a:pt x="76" y="24"/>
                  </a:cubicBezTo>
                  <a:cubicBezTo>
                    <a:pt x="77" y="23"/>
                    <a:pt x="78" y="22"/>
                    <a:pt x="78" y="21"/>
                  </a:cubicBezTo>
                  <a:cubicBezTo>
                    <a:pt x="79" y="21"/>
                    <a:pt x="79" y="22"/>
                    <a:pt x="79" y="22"/>
                  </a:cubicBezTo>
                  <a:cubicBezTo>
                    <a:pt x="80" y="23"/>
                    <a:pt x="80" y="21"/>
                    <a:pt x="80" y="22"/>
                  </a:cubicBezTo>
                  <a:cubicBezTo>
                    <a:pt x="80" y="22"/>
                    <a:pt x="80" y="23"/>
                    <a:pt x="80" y="23"/>
                  </a:cubicBezTo>
                  <a:cubicBezTo>
                    <a:pt x="81" y="23"/>
                    <a:pt x="81" y="22"/>
                    <a:pt x="81" y="22"/>
                  </a:cubicBezTo>
                  <a:cubicBezTo>
                    <a:pt x="82" y="22"/>
                    <a:pt x="82" y="22"/>
                    <a:pt x="83" y="23"/>
                  </a:cubicBezTo>
                  <a:cubicBezTo>
                    <a:pt x="83" y="22"/>
                    <a:pt x="82" y="22"/>
                    <a:pt x="82" y="21"/>
                  </a:cubicBezTo>
                  <a:cubicBezTo>
                    <a:pt x="82" y="20"/>
                    <a:pt x="82" y="21"/>
                    <a:pt x="83" y="21"/>
                  </a:cubicBezTo>
                  <a:cubicBezTo>
                    <a:pt x="83" y="21"/>
                    <a:pt x="83" y="20"/>
                    <a:pt x="83" y="20"/>
                  </a:cubicBezTo>
                  <a:cubicBezTo>
                    <a:pt x="84" y="20"/>
                    <a:pt x="84" y="19"/>
                    <a:pt x="84" y="19"/>
                  </a:cubicBezTo>
                  <a:cubicBezTo>
                    <a:pt x="85" y="19"/>
                    <a:pt x="86" y="19"/>
                    <a:pt x="87" y="18"/>
                  </a:cubicBezTo>
                  <a:cubicBezTo>
                    <a:pt x="87" y="18"/>
                    <a:pt x="87" y="19"/>
                    <a:pt x="87" y="19"/>
                  </a:cubicBezTo>
                  <a:cubicBezTo>
                    <a:pt x="88" y="19"/>
                    <a:pt x="88" y="18"/>
                    <a:pt x="89" y="18"/>
                  </a:cubicBezTo>
                  <a:cubicBezTo>
                    <a:pt x="89" y="18"/>
                    <a:pt x="89" y="17"/>
                    <a:pt x="89" y="17"/>
                  </a:cubicBezTo>
                  <a:cubicBezTo>
                    <a:pt x="90" y="17"/>
                    <a:pt x="90" y="17"/>
                    <a:pt x="90" y="18"/>
                  </a:cubicBezTo>
                  <a:cubicBezTo>
                    <a:pt x="91" y="18"/>
                    <a:pt x="92" y="18"/>
                    <a:pt x="92" y="17"/>
                  </a:cubicBezTo>
                  <a:cubicBezTo>
                    <a:pt x="93" y="18"/>
                    <a:pt x="93" y="18"/>
                    <a:pt x="93" y="19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94" y="20"/>
                    <a:pt x="94" y="21"/>
                    <a:pt x="95" y="21"/>
                  </a:cubicBezTo>
                  <a:cubicBezTo>
                    <a:pt x="95" y="21"/>
                    <a:pt x="95" y="21"/>
                    <a:pt x="95" y="21"/>
                  </a:cubicBezTo>
                  <a:cubicBezTo>
                    <a:pt x="96" y="21"/>
                    <a:pt x="96" y="21"/>
                    <a:pt x="97" y="21"/>
                  </a:cubicBezTo>
                  <a:cubicBezTo>
                    <a:pt x="101" y="25"/>
                    <a:pt x="104" y="30"/>
                    <a:pt x="107" y="35"/>
                  </a:cubicBez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0" y="45"/>
                    <a:pt x="110" y="44"/>
                    <a:pt x="110" y="44"/>
                  </a:cubicBezTo>
                  <a:cubicBezTo>
                    <a:pt x="109" y="44"/>
                    <a:pt x="109" y="45"/>
                    <a:pt x="109" y="44"/>
                  </a:cubicBezTo>
                  <a:cubicBezTo>
                    <a:pt x="109" y="43"/>
                    <a:pt x="109" y="43"/>
                    <a:pt x="109" y="42"/>
                  </a:cubicBezTo>
                  <a:cubicBezTo>
                    <a:pt x="109" y="42"/>
                    <a:pt x="110" y="42"/>
                    <a:pt x="110" y="42"/>
                  </a:cubicBezTo>
                  <a:cubicBezTo>
                    <a:pt x="110" y="43"/>
                    <a:pt x="111" y="44"/>
                    <a:pt x="111" y="44"/>
                  </a:cubicBezTo>
                  <a:close/>
                  <a:moveTo>
                    <a:pt x="104" y="63"/>
                  </a:moveTo>
                  <a:cubicBezTo>
                    <a:pt x="105" y="63"/>
                    <a:pt x="105" y="62"/>
                    <a:pt x="105" y="63"/>
                  </a:cubicBezTo>
                  <a:cubicBezTo>
                    <a:pt x="105" y="62"/>
                    <a:pt x="105" y="61"/>
                    <a:pt x="106" y="61"/>
                  </a:cubicBezTo>
                  <a:cubicBezTo>
                    <a:pt x="106" y="61"/>
                    <a:pt x="106" y="62"/>
                    <a:pt x="106" y="62"/>
                  </a:cubicBezTo>
                  <a:cubicBezTo>
                    <a:pt x="107" y="63"/>
                    <a:pt x="107" y="63"/>
                    <a:pt x="107" y="64"/>
                  </a:cubicBezTo>
                  <a:cubicBezTo>
                    <a:pt x="106" y="63"/>
                    <a:pt x="106" y="64"/>
                    <a:pt x="106" y="64"/>
                  </a:cubicBezTo>
                  <a:cubicBezTo>
                    <a:pt x="105" y="64"/>
                    <a:pt x="105" y="64"/>
                    <a:pt x="105" y="63"/>
                  </a:cubicBezTo>
                  <a:cubicBezTo>
                    <a:pt x="105" y="63"/>
                    <a:pt x="105" y="64"/>
                    <a:pt x="104" y="63"/>
                  </a:cubicBezTo>
                  <a:close/>
                  <a:moveTo>
                    <a:pt x="105" y="72"/>
                  </a:moveTo>
                  <a:cubicBezTo>
                    <a:pt x="104" y="72"/>
                    <a:pt x="104" y="72"/>
                    <a:pt x="104" y="71"/>
                  </a:cubicBezTo>
                  <a:cubicBezTo>
                    <a:pt x="103" y="72"/>
                    <a:pt x="103" y="72"/>
                    <a:pt x="103" y="73"/>
                  </a:cubicBezTo>
                  <a:cubicBezTo>
                    <a:pt x="102" y="72"/>
                    <a:pt x="103" y="69"/>
                    <a:pt x="104" y="69"/>
                  </a:cubicBezTo>
                  <a:cubicBezTo>
                    <a:pt x="104" y="69"/>
                    <a:pt x="105" y="69"/>
                    <a:pt x="105" y="70"/>
                  </a:cubicBezTo>
                  <a:cubicBezTo>
                    <a:pt x="105" y="70"/>
                    <a:pt x="104" y="70"/>
                    <a:pt x="104" y="70"/>
                  </a:cubicBezTo>
                  <a:cubicBezTo>
                    <a:pt x="104" y="71"/>
                    <a:pt x="105" y="71"/>
                    <a:pt x="105" y="72"/>
                  </a:cubicBezTo>
                  <a:close/>
                  <a:moveTo>
                    <a:pt x="102" y="70"/>
                  </a:moveTo>
                  <a:cubicBezTo>
                    <a:pt x="102" y="70"/>
                    <a:pt x="102" y="71"/>
                    <a:pt x="102" y="72"/>
                  </a:cubicBezTo>
                  <a:cubicBezTo>
                    <a:pt x="102" y="72"/>
                    <a:pt x="102" y="72"/>
                    <a:pt x="102" y="72"/>
                  </a:cubicBezTo>
                  <a:cubicBezTo>
                    <a:pt x="102" y="72"/>
                    <a:pt x="101" y="72"/>
                    <a:pt x="101" y="72"/>
                  </a:cubicBezTo>
                  <a:cubicBezTo>
                    <a:pt x="100" y="73"/>
                    <a:pt x="100" y="71"/>
                    <a:pt x="99" y="72"/>
                  </a:cubicBezTo>
                  <a:cubicBezTo>
                    <a:pt x="99" y="71"/>
                    <a:pt x="98" y="70"/>
                    <a:pt x="98" y="70"/>
                  </a:cubicBezTo>
                  <a:cubicBezTo>
                    <a:pt x="99" y="68"/>
                    <a:pt x="101" y="68"/>
                    <a:pt x="101" y="66"/>
                  </a:cubicBezTo>
                  <a:cubicBezTo>
                    <a:pt x="102" y="66"/>
                    <a:pt x="102" y="66"/>
                    <a:pt x="103" y="67"/>
                  </a:cubicBezTo>
                  <a:cubicBezTo>
                    <a:pt x="103" y="67"/>
                    <a:pt x="103" y="68"/>
                    <a:pt x="102" y="68"/>
                  </a:cubicBezTo>
                  <a:cubicBezTo>
                    <a:pt x="103" y="68"/>
                    <a:pt x="102" y="69"/>
                    <a:pt x="102" y="70"/>
                  </a:cubicBezTo>
                  <a:close/>
                  <a:moveTo>
                    <a:pt x="101" y="75"/>
                  </a:moveTo>
                  <a:cubicBezTo>
                    <a:pt x="99" y="75"/>
                    <a:pt x="99" y="74"/>
                    <a:pt x="97" y="74"/>
                  </a:cubicBezTo>
                  <a:cubicBezTo>
                    <a:pt x="97" y="73"/>
                    <a:pt x="97" y="73"/>
                    <a:pt x="97" y="73"/>
                  </a:cubicBezTo>
                  <a:cubicBezTo>
                    <a:pt x="98" y="73"/>
                    <a:pt x="99" y="73"/>
                    <a:pt x="101" y="73"/>
                  </a:cubicBezTo>
                  <a:cubicBezTo>
                    <a:pt x="101" y="74"/>
                    <a:pt x="101" y="74"/>
                    <a:pt x="101" y="75"/>
                  </a:cubicBezTo>
                  <a:close/>
                  <a:moveTo>
                    <a:pt x="103" y="57"/>
                  </a:moveTo>
                  <a:cubicBezTo>
                    <a:pt x="103" y="57"/>
                    <a:pt x="102" y="56"/>
                    <a:pt x="102" y="56"/>
                  </a:cubicBezTo>
                  <a:cubicBezTo>
                    <a:pt x="102" y="55"/>
                    <a:pt x="103" y="55"/>
                    <a:pt x="103" y="55"/>
                  </a:cubicBezTo>
                  <a:cubicBezTo>
                    <a:pt x="103" y="56"/>
                    <a:pt x="103" y="57"/>
                    <a:pt x="103" y="57"/>
                  </a:cubicBezTo>
                  <a:close/>
                  <a:moveTo>
                    <a:pt x="105" y="59"/>
                  </a:moveTo>
                  <a:cubicBezTo>
                    <a:pt x="105" y="60"/>
                    <a:pt x="104" y="60"/>
                    <a:pt x="104" y="61"/>
                  </a:cubicBezTo>
                  <a:cubicBezTo>
                    <a:pt x="103" y="60"/>
                    <a:pt x="103" y="60"/>
                    <a:pt x="103" y="59"/>
                  </a:cubicBezTo>
                  <a:cubicBezTo>
                    <a:pt x="103" y="58"/>
                    <a:pt x="104" y="58"/>
                    <a:pt x="105" y="59"/>
                  </a:cubicBezTo>
                  <a:close/>
                  <a:moveTo>
                    <a:pt x="109" y="69"/>
                  </a:moveTo>
                  <a:cubicBezTo>
                    <a:pt x="109" y="70"/>
                    <a:pt x="108" y="70"/>
                    <a:pt x="107" y="70"/>
                  </a:cubicBezTo>
                  <a:cubicBezTo>
                    <a:pt x="107" y="69"/>
                    <a:pt x="108" y="69"/>
                    <a:pt x="109" y="69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1"/>
                    <a:pt x="107" y="51"/>
                    <a:pt x="107" y="52"/>
                  </a:cubicBezTo>
                  <a:cubicBezTo>
                    <a:pt x="106" y="51"/>
                    <a:pt x="106" y="51"/>
                    <a:pt x="106" y="50"/>
                  </a:cubicBezTo>
                  <a:cubicBezTo>
                    <a:pt x="106" y="50"/>
                    <a:pt x="107" y="50"/>
                    <a:pt x="107" y="50"/>
                  </a:cubicBezTo>
                  <a:cubicBezTo>
                    <a:pt x="107" y="50"/>
                    <a:pt x="106" y="51"/>
                    <a:pt x="106" y="50"/>
                  </a:cubicBezTo>
                  <a:cubicBezTo>
                    <a:pt x="106" y="49"/>
                    <a:pt x="107" y="49"/>
                    <a:pt x="108" y="49"/>
                  </a:cubicBezTo>
                  <a:cubicBezTo>
                    <a:pt x="109" y="48"/>
                    <a:pt x="109" y="48"/>
                    <a:pt x="110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09" y="46"/>
                    <a:pt x="110" y="45"/>
                    <a:pt x="110" y="44"/>
                  </a:cubicBezTo>
                  <a:cubicBezTo>
                    <a:pt x="110" y="44"/>
                    <a:pt x="110" y="44"/>
                    <a:pt x="110" y="44"/>
                  </a:cubicBezTo>
                  <a:cubicBezTo>
                    <a:pt x="110" y="46"/>
                    <a:pt x="111" y="47"/>
                    <a:pt x="111" y="49"/>
                  </a:cubicBezTo>
                  <a:cubicBezTo>
                    <a:pt x="110" y="50"/>
                    <a:pt x="109" y="50"/>
                    <a:pt x="108" y="50"/>
                  </a:cubicBezTo>
                  <a:close/>
                  <a:moveTo>
                    <a:pt x="109" y="39"/>
                  </a:moveTo>
                  <a:cubicBezTo>
                    <a:pt x="109" y="40"/>
                    <a:pt x="110" y="41"/>
                    <a:pt x="110" y="41"/>
                  </a:cubicBezTo>
                  <a:cubicBezTo>
                    <a:pt x="109" y="41"/>
                    <a:pt x="109" y="40"/>
                    <a:pt x="109" y="39"/>
                  </a:cubicBezTo>
                  <a:close/>
                  <a:moveTo>
                    <a:pt x="93" y="66"/>
                  </a:moveTo>
                  <a:cubicBezTo>
                    <a:pt x="93" y="66"/>
                    <a:pt x="93" y="67"/>
                    <a:pt x="93" y="66"/>
                  </a:cubicBezTo>
                  <a:cubicBezTo>
                    <a:pt x="94" y="66"/>
                    <a:pt x="94" y="67"/>
                    <a:pt x="94" y="67"/>
                  </a:cubicBezTo>
                  <a:cubicBezTo>
                    <a:pt x="94" y="67"/>
                    <a:pt x="95" y="68"/>
                    <a:pt x="95" y="68"/>
                  </a:cubicBezTo>
                  <a:cubicBezTo>
                    <a:pt x="95" y="69"/>
                    <a:pt x="96" y="69"/>
                    <a:pt x="96" y="70"/>
                  </a:cubicBezTo>
                  <a:cubicBezTo>
                    <a:pt x="96" y="71"/>
                    <a:pt x="97" y="72"/>
                    <a:pt x="97" y="72"/>
                  </a:cubicBezTo>
                  <a:cubicBezTo>
                    <a:pt x="96" y="73"/>
                    <a:pt x="96" y="71"/>
                    <a:pt x="95" y="71"/>
                  </a:cubicBezTo>
                  <a:cubicBezTo>
                    <a:pt x="95" y="68"/>
                    <a:pt x="93" y="69"/>
                    <a:pt x="93" y="66"/>
                  </a:cubicBezTo>
                  <a:close/>
                  <a:moveTo>
                    <a:pt x="86" y="64"/>
                  </a:moveTo>
                  <a:cubicBezTo>
                    <a:pt x="87" y="64"/>
                    <a:pt x="87" y="65"/>
                    <a:pt x="87" y="65"/>
                  </a:cubicBezTo>
                  <a:cubicBezTo>
                    <a:pt x="87" y="65"/>
                    <a:pt x="87" y="66"/>
                    <a:pt x="86" y="66"/>
                  </a:cubicBezTo>
                  <a:cubicBezTo>
                    <a:pt x="86" y="65"/>
                    <a:pt x="87" y="65"/>
                    <a:pt x="86" y="64"/>
                  </a:cubicBezTo>
                  <a:close/>
                  <a:moveTo>
                    <a:pt x="73" y="81"/>
                  </a:moveTo>
                  <a:cubicBezTo>
                    <a:pt x="73" y="81"/>
                    <a:pt x="73" y="81"/>
                    <a:pt x="73" y="81"/>
                  </a:cubicBezTo>
                  <a:cubicBezTo>
                    <a:pt x="73" y="82"/>
                    <a:pt x="73" y="82"/>
                    <a:pt x="73" y="83"/>
                  </a:cubicBezTo>
                  <a:cubicBezTo>
                    <a:pt x="72" y="83"/>
                    <a:pt x="72" y="84"/>
                    <a:pt x="72" y="85"/>
                  </a:cubicBezTo>
                  <a:cubicBezTo>
                    <a:pt x="71" y="85"/>
                    <a:pt x="71" y="85"/>
                    <a:pt x="71" y="85"/>
                  </a:cubicBezTo>
                  <a:cubicBezTo>
                    <a:pt x="70" y="84"/>
                    <a:pt x="70" y="83"/>
                    <a:pt x="70" y="83"/>
                  </a:cubicBezTo>
                  <a:cubicBezTo>
                    <a:pt x="70" y="82"/>
                    <a:pt x="70" y="82"/>
                    <a:pt x="71" y="81"/>
                  </a:cubicBezTo>
                  <a:cubicBezTo>
                    <a:pt x="71" y="81"/>
                    <a:pt x="70" y="81"/>
                    <a:pt x="70" y="80"/>
                  </a:cubicBezTo>
                  <a:cubicBezTo>
                    <a:pt x="71" y="79"/>
                    <a:pt x="71" y="79"/>
                    <a:pt x="72" y="78"/>
                  </a:cubicBezTo>
                  <a:cubicBezTo>
                    <a:pt x="72" y="77"/>
                    <a:pt x="72" y="77"/>
                    <a:pt x="73" y="76"/>
                  </a:cubicBezTo>
                  <a:cubicBezTo>
                    <a:pt x="73" y="76"/>
                    <a:pt x="73" y="78"/>
                    <a:pt x="73" y="78"/>
                  </a:cubicBezTo>
                  <a:cubicBezTo>
                    <a:pt x="73" y="79"/>
                    <a:pt x="73" y="80"/>
                    <a:pt x="73" y="81"/>
                  </a:cubicBezTo>
                  <a:close/>
                  <a:moveTo>
                    <a:pt x="32" y="100"/>
                  </a:moveTo>
                  <a:cubicBezTo>
                    <a:pt x="32" y="100"/>
                    <a:pt x="33" y="99"/>
                    <a:pt x="33" y="100"/>
                  </a:cubicBezTo>
                  <a:cubicBezTo>
                    <a:pt x="33" y="100"/>
                    <a:pt x="33" y="100"/>
                    <a:pt x="32" y="100"/>
                  </a:cubicBezTo>
                  <a:close/>
                  <a:moveTo>
                    <a:pt x="39" y="31"/>
                  </a:moveTo>
                  <a:cubicBezTo>
                    <a:pt x="39" y="32"/>
                    <a:pt x="39" y="32"/>
                    <a:pt x="38" y="32"/>
                  </a:cubicBezTo>
                  <a:cubicBezTo>
                    <a:pt x="38" y="33"/>
                    <a:pt x="38" y="32"/>
                    <a:pt x="38" y="32"/>
                  </a:cubicBezTo>
                  <a:cubicBezTo>
                    <a:pt x="37" y="32"/>
                    <a:pt x="37" y="32"/>
                    <a:pt x="36" y="32"/>
                  </a:cubicBezTo>
                  <a:cubicBezTo>
                    <a:pt x="35" y="30"/>
                    <a:pt x="36" y="28"/>
                    <a:pt x="35" y="27"/>
                  </a:cubicBezTo>
                  <a:cubicBezTo>
                    <a:pt x="35" y="26"/>
                    <a:pt x="36" y="26"/>
                    <a:pt x="35" y="26"/>
                  </a:cubicBezTo>
                  <a:cubicBezTo>
                    <a:pt x="36" y="25"/>
                    <a:pt x="36" y="25"/>
                    <a:pt x="37" y="25"/>
                  </a:cubicBezTo>
                  <a:cubicBezTo>
                    <a:pt x="36" y="24"/>
                    <a:pt x="35" y="24"/>
                    <a:pt x="35" y="23"/>
                  </a:cubicBezTo>
                  <a:cubicBezTo>
                    <a:pt x="36" y="23"/>
                    <a:pt x="36" y="23"/>
                    <a:pt x="36" y="23"/>
                  </a:cubicBezTo>
                  <a:cubicBezTo>
                    <a:pt x="36" y="22"/>
                    <a:pt x="36" y="23"/>
                    <a:pt x="35" y="23"/>
                  </a:cubicBezTo>
                  <a:cubicBezTo>
                    <a:pt x="35" y="22"/>
                    <a:pt x="35" y="22"/>
                    <a:pt x="35" y="21"/>
                  </a:cubicBezTo>
                  <a:cubicBezTo>
                    <a:pt x="35" y="21"/>
                    <a:pt x="34" y="20"/>
                    <a:pt x="35" y="19"/>
                  </a:cubicBezTo>
                  <a:cubicBezTo>
                    <a:pt x="34" y="20"/>
                    <a:pt x="33" y="19"/>
                    <a:pt x="32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1" y="19"/>
                    <a:pt x="30" y="19"/>
                    <a:pt x="30" y="18"/>
                  </a:cubicBezTo>
                  <a:cubicBezTo>
                    <a:pt x="31" y="17"/>
                    <a:pt x="32" y="18"/>
                    <a:pt x="32" y="18"/>
                  </a:cubicBezTo>
                  <a:cubicBezTo>
                    <a:pt x="32" y="17"/>
                    <a:pt x="32" y="17"/>
                    <a:pt x="31" y="17"/>
                  </a:cubicBezTo>
                  <a:cubicBezTo>
                    <a:pt x="31" y="17"/>
                    <a:pt x="30" y="17"/>
                    <a:pt x="30" y="17"/>
                  </a:cubicBezTo>
                  <a:cubicBezTo>
                    <a:pt x="30" y="17"/>
                    <a:pt x="30" y="17"/>
                    <a:pt x="29" y="17"/>
                  </a:cubicBezTo>
                  <a:cubicBezTo>
                    <a:pt x="30" y="16"/>
                    <a:pt x="30" y="16"/>
                    <a:pt x="31" y="16"/>
                  </a:cubicBezTo>
                  <a:cubicBezTo>
                    <a:pt x="31" y="16"/>
                    <a:pt x="32" y="16"/>
                    <a:pt x="33" y="15"/>
                  </a:cubicBezTo>
                  <a:cubicBezTo>
                    <a:pt x="33" y="15"/>
                    <a:pt x="32" y="15"/>
                    <a:pt x="32" y="14"/>
                  </a:cubicBezTo>
                  <a:cubicBezTo>
                    <a:pt x="34" y="14"/>
                    <a:pt x="35" y="13"/>
                    <a:pt x="36" y="13"/>
                  </a:cubicBezTo>
                  <a:cubicBezTo>
                    <a:pt x="38" y="13"/>
                    <a:pt x="38" y="13"/>
                    <a:pt x="40" y="13"/>
                  </a:cubicBezTo>
                  <a:cubicBezTo>
                    <a:pt x="40" y="13"/>
                    <a:pt x="39" y="12"/>
                    <a:pt x="39" y="11"/>
                  </a:cubicBezTo>
                  <a:cubicBezTo>
                    <a:pt x="40" y="11"/>
                    <a:pt x="41" y="11"/>
                    <a:pt x="42" y="11"/>
                  </a:cubicBezTo>
                  <a:cubicBezTo>
                    <a:pt x="42" y="10"/>
                    <a:pt x="44" y="11"/>
                    <a:pt x="45" y="10"/>
                  </a:cubicBezTo>
                  <a:cubicBezTo>
                    <a:pt x="45" y="11"/>
                    <a:pt x="46" y="11"/>
                    <a:pt x="46" y="11"/>
                  </a:cubicBezTo>
                  <a:cubicBezTo>
                    <a:pt x="46" y="10"/>
                    <a:pt x="47" y="11"/>
                    <a:pt x="47" y="11"/>
                  </a:cubicBezTo>
                  <a:cubicBezTo>
                    <a:pt x="48" y="11"/>
                    <a:pt x="49" y="11"/>
                    <a:pt x="50" y="12"/>
                  </a:cubicBezTo>
                  <a:cubicBezTo>
                    <a:pt x="49" y="12"/>
                    <a:pt x="48" y="12"/>
                    <a:pt x="48" y="13"/>
                  </a:cubicBezTo>
                  <a:cubicBezTo>
                    <a:pt x="48" y="13"/>
                    <a:pt x="49" y="12"/>
                    <a:pt x="50" y="13"/>
                  </a:cubicBezTo>
                  <a:cubicBezTo>
                    <a:pt x="50" y="12"/>
                    <a:pt x="50" y="13"/>
                    <a:pt x="51" y="13"/>
                  </a:cubicBezTo>
                  <a:cubicBezTo>
                    <a:pt x="51" y="14"/>
                    <a:pt x="52" y="13"/>
                    <a:pt x="52" y="14"/>
                  </a:cubicBezTo>
                  <a:cubicBezTo>
                    <a:pt x="52" y="15"/>
                    <a:pt x="51" y="14"/>
                    <a:pt x="50" y="14"/>
                  </a:cubicBezTo>
                  <a:cubicBezTo>
                    <a:pt x="50" y="14"/>
                    <a:pt x="50" y="15"/>
                    <a:pt x="49" y="15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49" y="16"/>
                    <a:pt x="49" y="17"/>
                    <a:pt x="48" y="17"/>
                  </a:cubicBezTo>
                  <a:cubicBezTo>
                    <a:pt x="49" y="17"/>
                    <a:pt x="50" y="17"/>
                    <a:pt x="50" y="18"/>
                  </a:cubicBezTo>
                  <a:cubicBezTo>
                    <a:pt x="49" y="18"/>
                    <a:pt x="48" y="18"/>
                    <a:pt x="48" y="18"/>
                  </a:cubicBezTo>
                  <a:cubicBezTo>
                    <a:pt x="48" y="19"/>
                    <a:pt x="49" y="21"/>
                    <a:pt x="47" y="21"/>
                  </a:cubicBezTo>
                  <a:cubicBezTo>
                    <a:pt x="47" y="22"/>
                    <a:pt x="48" y="22"/>
                    <a:pt x="48" y="23"/>
                  </a:cubicBezTo>
                  <a:cubicBezTo>
                    <a:pt x="47" y="23"/>
                    <a:pt x="47" y="22"/>
                    <a:pt x="47" y="22"/>
                  </a:cubicBezTo>
                  <a:cubicBezTo>
                    <a:pt x="46" y="23"/>
                    <a:pt x="48" y="23"/>
                    <a:pt x="47" y="24"/>
                  </a:cubicBezTo>
                  <a:cubicBezTo>
                    <a:pt x="46" y="24"/>
                    <a:pt x="46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6" y="24"/>
                    <a:pt x="46" y="24"/>
                  </a:cubicBezTo>
                  <a:cubicBezTo>
                    <a:pt x="47" y="24"/>
                    <a:pt x="45" y="25"/>
                    <a:pt x="45" y="25"/>
                  </a:cubicBezTo>
                  <a:cubicBezTo>
                    <a:pt x="44" y="25"/>
                    <a:pt x="44" y="26"/>
                    <a:pt x="43" y="27"/>
                  </a:cubicBezTo>
                  <a:cubicBezTo>
                    <a:pt x="43" y="27"/>
                    <a:pt x="42" y="27"/>
                    <a:pt x="42" y="27"/>
                  </a:cubicBezTo>
                  <a:cubicBezTo>
                    <a:pt x="41" y="27"/>
                    <a:pt x="41" y="28"/>
                    <a:pt x="41" y="27"/>
                  </a:cubicBezTo>
                  <a:cubicBezTo>
                    <a:pt x="40" y="27"/>
                    <a:pt x="40" y="28"/>
                    <a:pt x="40" y="28"/>
                  </a:cubicBezTo>
                  <a:cubicBezTo>
                    <a:pt x="40" y="30"/>
                    <a:pt x="39" y="30"/>
                    <a:pt x="39" y="31"/>
                  </a:cubicBezTo>
                  <a:close/>
                  <a:moveTo>
                    <a:pt x="59" y="15"/>
                  </a:moveTo>
                  <a:cubicBezTo>
                    <a:pt x="59" y="15"/>
                    <a:pt x="60" y="16"/>
                    <a:pt x="60" y="15"/>
                  </a:cubicBezTo>
                  <a:cubicBezTo>
                    <a:pt x="60" y="16"/>
                    <a:pt x="61" y="16"/>
                    <a:pt x="61" y="18"/>
                  </a:cubicBezTo>
                  <a:cubicBezTo>
                    <a:pt x="60" y="18"/>
                    <a:pt x="60" y="17"/>
                    <a:pt x="59" y="17"/>
                  </a:cubicBezTo>
                  <a:cubicBezTo>
                    <a:pt x="59" y="18"/>
                    <a:pt x="59" y="18"/>
                    <a:pt x="59" y="19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7" y="19"/>
                    <a:pt x="57" y="18"/>
                    <a:pt x="57" y="18"/>
                  </a:cubicBezTo>
                  <a:cubicBezTo>
                    <a:pt x="57" y="17"/>
                    <a:pt x="57" y="17"/>
                    <a:pt x="57" y="16"/>
                  </a:cubicBezTo>
                  <a:cubicBezTo>
                    <a:pt x="57" y="16"/>
                    <a:pt x="57" y="17"/>
                    <a:pt x="56" y="17"/>
                  </a:cubicBezTo>
                  <a:cubicBezTo>
                    <a:pt x="56" y="17"/>
                    <a:pt x="56" y="16"/>
                    <a:pt x="56" y="16"/>
                  </a:cubicBezTo>
                  <a:cubicBezTo>
                    <a:pt x="56" y="15"/>
                    <a:pt x="55" y="16"/>
                    <a:pt x="55" y="15"/>
                  </a:cubicBezTo>
                  <a:cubicBezTo>
                    <a:pt x="55" y="13"/>
                    <a:pt x="57" y="14"/>
                    <a:pt x="57" y="15"/>
                  </a:cubicBezTo>
                  <a:cubicBezTo>
                    <a:pt x="58" y="15"/>
                    <a:pt x="57" y="14"/>
                    <a:pt x="57" y="14"/>
                  </a:cubicBezTo>
                  <a:cubicBezTo>
                    <a:pt x="58" y="13"/>
                    <a:pt x="59" y="14"/>
                    <a:pt x="58" y="15"/>
                  </a:cubicBezTo>
                  <a:cubicBezTo>
                    <a:pt x="58" y="15"/>
                    <a:pt x="59" y="15"/>
                    <a:pt x="59" y="15"/>
                  </a:cubicBezTo>
                  <a:close/>
                  <a:moveTo>
                    <a:pt x="59" y="13"/>
                  </a:moveTo>
                  <a:cubicBezTo>
                    <a:pt x="60" y="13"/>
                    <a:pt x="62" y="13"/>
                    <a:pt x="64" y="14"/>
                  </a:cubicBezTo>
                  <a:cubicBezTo>
                    <a:pt x="64" y="15"/>
                    <a:pt x="63" y="14"/>
                    <a:pt x="63" y="15"/>
                  </a:cubicBezTo>
                  <a:cubicBezTo>
                    <a:pt x="61" y="15"/>
                    <a:pt x="60" y="15"/>
                    <a:pt x="59" y="14"/>
                  </a:cubicBezTo>
                  <a:cubicBezTo>
                    <a:pt x="59" y="14"/>
                    <a:pt x="59" y="14"/>
                    <a:pt x="59" y="13"/>
                  </a:cubicBezTo>
                  <a:close/>
                  <a:moveTo>
                    <a:pt x="50" y="37"/>
                  </a:moveTo>
                  <a:cubicBezTo>
                    <a:pt x="49" y="38"/>
                    <a:pt x="48" y="38"/>
                    <a:pt x="48" y="38"/>
                  </a:cubicBezTo>
                  <a:cubicBezTo>
                    <a:pt x="48" y="37"/>
                    <a:pt x="48" y="37"/>
                    <a:pt x="48" y="36"/>
                  </a:cubicBezTo>
                  <a:cubicBezTo>
                    <a:pt x="48" y="36"/>
                    <a:pt x="49" y="36"/>
                    <a:pt x="49" y="35"/>
                  </a:cubicBezTo>
                  <a:cubicBezTo>
                    <a:pt x="49" y="35"/>
                    <a:pt x="49" y="35"/>
                    <a:pt x="50" y="35"/>
                  </a:cubicBezTo>
                  <a:cubicBezTo>
                    <a:pt x="49" y="36"/>
                    <a:pt x="49" y="36"/>
                    <a:pt x="50" y="37"/>
                  </a:cubicBezTo>
                  <a:close/>
                  <a:moveTo>
                    <a:pt x="48" y="29"/>
                  </a:moveTo>
                  <a:cubicBezTo>
                    <a:pt x="48" y="29"/>
                    <a:pt x="48" y="28"/>
                    <a:pt x="47" y="28"/>
                  </a:cubicBezTo>
                  <a:cubicBezTo>
                    <a:pt x="47" y="28"/>
                    <a:pt x="47" y="28"/>
                    <a:pt x="47" y="27"/>
                  </a:cubicBezTo>
                  <a:cubicBezTo>
                    <a:pt x="47" y="27"/>
                    <a:pt x="47" y="28"/>
                    <a:pt x="47" y="27"/>
                  </a:cubicBezTo>
                  <a:cubicBezTo>
                    <a:pt x="47" y="27"/>
                    <a:pt x="47" y="27"/>
                    <a:pt x="47" y="26"/>
                  </a:cubicBezTo>
                  <a:cubicBezTo>
                    <a:pt x="48" y="26"/>
                    <a:pt x="48" y="27"/>
                    <a:pt x="48" y="27"/>
                  </a:cubicBezTo>
                  <a:cubicBezTo>
                    <a:pt x="49" y="26"/>
                    <a:pt x="49" y="27"/>
                    <a:pt x="50" y="27"/>
                  </a:cubicBezTo>
                  <a:cubicBezTo>
                    <a:pt x="50" y="27"/>
                    <a:pt x="51" y="28"/>
                    <a:pt x="51" y="29"/>
                  </a:cubicBezTo>
                  <a:cubicBezTo>
                    <a:pt x="50" y="29"/>
                    <a:pt x="50" y="29"/>
                    <a:pt x="50" y="29"/>
                  </a:cubicBezTo>
                  <a:cubicBezTo>
                    <a:pt x="49" y="29"/>
                    <a:pt x="48" y="29"/>
                    <a:pt x="48" y="29"/>
                  </a:cubicBezTo>
                  <a:close/>
                  <a:moveTo>
                    <a:pt x="72" y="19"/>
                  </a:moveTo>
                  <a:cubicBezTo>
                    <a:pt x="74" y="19"/>
                    <a:pt x="75" y="18"/>
                    <a:pt x="76" y="18"/>
                  </a:cubicBezTo>
                  <a:cubicBezTo>
                    <a:pt x="76" y="18"/>
                    <a:pt x="76" y="18"/>
                    <a:pt x="76" y="18"/>
                  </a:cubicBezTo>
                  <a:cubicBezTo>
                    <a:pt x="76" y="18"/>
                    <a:pt x="77" y="18"/>
                    <a:pt x="77" y="18"/>
                  </a:cubicBezTo>
                  <a:cubicBezTo>
                    <a:pt x="77" y="19"/>
                    <a:pt x="76" y="19"/>
                    <a:pt x="75" y="19"/>
                  </a:cubicBezTo>
                  <a:cubicBezTo>
                    <a:pt x="74" y="20"/>
                    <a:pt x="74" y="21"/>
                    <a:pt x="72" y="21"/>
                  </a:cubicBezTo>
                  <a:cubicBezTo>
                    <a:pt x="72" y="22"/>
                    <a:pt x="73" y="23"/>
                    <a:pt x="73" y="24"/>
                  </a:cubicBezTo>
                  <a:cubicBezTo>
                    <a:pt x="73" y="24"/>
                    <a:pt x="73" y="24"/>
                    <a:pt x="73" y="24"/>
                  </a:cubicBezTo>
                  <a:cubicBezTo>
                    <a:pt x="72" y="24"/>
                    <a:pt x="72" y="23"/>
                    <a:pt x="71" y="23"/>
                  </a:cubicBezTo>
                  <a:cubicBezTo>
                    <a:pt x="71" y="22"/>
                    <a:pt x="72" y="22"/>
                    <a:pt x="72" y="21"/>
                  </a:cubicBezTo>
                  <a:cubicBezTo>
                    <a:pt x="72" y="20"/>
                    <a:pt x="73" y="20"/>
                    <a:pt x="72" y="19"/>
                  </a:cubicBezTo>
                  <a:close/>
                  <a:moveTo>
                    <a:pt x="72" y="15"/>
                  </a:moveTo>
                  <a:cubicBezTo>
                    <a:pt x="72" y="14"/>
                    <a:pt x="74" y="13"/>
                    <a:pt x="74" y="14"/>
                  </a:cubicBezTo>
                  <a:cubicBezTo>
                    <a:pt x="73" y="14"/>
                    <a:pt x="73" y="15"/>
                    <a:pt x="72" y="15"/>
                  </a:cubicBezTo>
                  <a:close/>
                  <a:moveTo>
                    <a:pt x="84" y="14"/>
                  </a:moveTo>
                  <a:cubicBezTo>
                    <a:pt x="85" y="14"/>
                    <a:pt x="87" y="14"/>
                    <a:pt x="87" y="15"/>
                  </a:cubicBezTo>
                  <a:cubicBezTo>
                    <a:pt x="87" y="16"/>
                    <a:pt x="86" y="15"/>
                    <a:pt x="84" y="16"/>
                  </a:cubicBezTo>
                  <a:cubicBezTo>
                    <a:pt x="84" y="15"/>
                    <a:pt x="84" y="15"/>
                    <a:pt x="84" y="14"/>
                  </a:cubicBezTo>
                  <a:close/>
                  <a:moveTo>
                    <a:pt x="25" y="29"/>
                  </a:moveTo>
                  <a:cubicBezTo>
                    <a:pt x="25" y="31"/>
                    <a:pt x="23" y="28"/>
                    <a:pt x="23" y="30"/>
                  </a:cubicBezTo>
                  <a:cubicBezTo>
                    <a:pt x="23" y="30"/>
                    <a:pt x="22" y="30"/>
                    <a:pt x="22" y="29"/>
                  </a:cubicBezTo>
                  <a:cubicBezTo>
                    <a:pt x="23" y="29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4" y="29"/>
                    <a:pt x="25" y="29"/>
                  </a:cubicBezTo>
                  <a:close/>
                  <a:moveTo>
                    <a:pt x="28" y="59"/>
                  </a:moveTo>
                  <a:cubicBezTo>
                    <a:pt x="28" y="60"/>
                    <a:pt x="27" y="60"/>
                    <a:pt x="27" y="60"/>
                  </a:cubicBezTo>
                  <a:cubicBezTo>
                    <a:pt x="27" y="60"/>
                    <a:pt x="27" y="59"/>
                    <a:pt x="27" y="59"/>
                  </a:cubicBezTo>
                  <a:cubicBezTo>
                    <a:pt x="27" y="59"/>
                    <a:pt x="28" y="59"/>
                    <a:pt x="28" y="59"/>
                  </a:cubicBezTo>
                  <a:close/>
                  <a:moveTo>
                    <a:pt x="23" y="58"/>
                  </a:moveTo>
                  <a:cubicBezTo>
                    <a:pt x="22" y="58"/>
                    <a:pt x="22" y="57"/>
                    <a:pt x="21" y="57"/>
                  </a:cubicBezTo>
                  <a:cubicBezTo>
                    <a:pt x="20" y="57"/>
                    <a:pt x="20" y="58"/>
                    <a:pt x="20" y="58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1" y="57"/>
                    <a:pt x="22" y="57"/>
                    <a:pt x="23" y="57"/>
                  </a:cubicBezTo>
                  <a:cubicBezTo>
                    <a:pt x="23" y="57"/>
                    <a:pt x="23" y="57"/>
                    <a:pt x="24" y="57"/>
                  </a:cubicBezTo>
                  <a:cubicBezTo>
                    <a:pt x="24" y="58"/>
                    <a:pt x="24" y="58"/>
                    <a:pt x="24" y="58"/>
                  </a:cubicBezTo>
                  <a:cubicBezTo>
                    <a:pt x="25" y="58"/>
                    <a:pt x="26" y="58"/>
                    <a:pt x="26" y="59"/>
                  </a:cubicBezTo>
                  <a:cubicBezTo>
                    <a:pt x="26" y="60"/>
                    <a:pt x="25" y="59"/>
                    <a:pt x="25" y="60"/>
                  </a:cubicBezTo>
                  <a:cubicBezTo>
                    <a:pt x="25" y="60"/>
                    <a:pt x="25" y="59"/>
                    <a:pt x="24" y="59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8"/>
                    <a:pt x="23" y="59"/>
                    <a:pt x="23" y="58"/>
                  </a:cubicBezTo>
                  <a:close/>
                  <a:moveTo>
                    <a:pt x="23" y="60"/>
                  </a:moveTo>
                  <a:cubicBezTo>
                    <a:pt x="23" y="60"/>
                    <a:pt x="23" y="60"/>
                    <a:pt x="22" y="60"/>
                  </a:cubicBezTo>
                  <a:cubicBezTo>
                    <a:pt x="22" y="60"/>
                    <a:pt x="22" y="59"/>
                    <a:pt x="22" y="59"/>
                  </a:cubicBezTo>
                  <a:cubicBezTo>
                    <a:pt x="23" y="59"/>
                    <a:pt x="23" y="59"/>
                    <a:pt x="23" y="60"/>
                  </a:cubicBezTo>
                  <a:close/>
                  <a:moveTo>
                    <a:pt x="22" y="56"/>
                  </a:moveTo>
                  <a:cubicBezTo>
                    <a:pt x="22" y="56"/>
                    <a:pt x="22" y="56"/>
                    <a:pt x="22" y="55"/>
                  </a:cubicBezTo>
                  <a:cubicBezTo>
                    <a:pt x="23" y="55"/>
                    <a:pt x="23" y="56"/>
                    <a:pt x="23" y="56"/>
                  </a:cubicBezTo>
                  <a:cubicBezTo>
                    <a:pt x="23" y="56"/>
                    <a:pt x="22" y="56"/>
                    <a:pt x="22" y="56"/>
                  </a:cubicBezTo>
                  <a:close/>
                  <a:moveTo>
                    <a:pt x="23" y="55"/>
                  </a:moveTo>
                  <a:cubicBezTo>
                    <a:pt x="24" y="55"/>
                    <a:pt x="24" y="55"/>
                    <a:pt x="24" y="55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5"/>
                  </a:cubicBezTo>
                  <a:close/>
                  <a:moveTo>
                    <a:pt x="24" y="57"/>
                  </a:moveTo>
                  <a:cubicBezTo>
                    <a:pt x="24" y="57"/>
                    <a:pt x="24" y="56"/>
                    <a:pt x="24" y="56"/>
                  </a:cubicBezTo>
                  <a:cubicBezTo>
                    <a:pt x="25" y="56"/>
                    <a:pt x="25" y="56"/>
                    <a:pt x="25" y="57"/>
                  </a:cubicBezTo>
                  <a:cubicBezTo>
                    <a:pt x="25" y="57"/>
                    <a:pt x="26" y="57"/>
                    <a:pt x="26" y="57"/>
                  </a:cubicBezTo>
                  <a:cubicBezTo>
                    <a:pt x="26" y="58"/>
                    <a:pt x="25" y="58"/>
                    <a:pt x="25" y="57"/>
                  </a:cubicBezTo>
                  <a:cubicBezTo>
                    <a:pt x="25" y="57"/>
                    <a:pt x="25" y="57"/>
                    <a:pt x="24" y="57"/>
                  </a:cubicBezTo>
                  <a:close/>
                  <a:moveTo>
                    <a:pt x="111" y="74"/>
                  </a:moveTo>
                  <a:cubicBezTo>
                    <a:pt x="111" y="74"/>
                    <a:pt x="111" y="73"/>
                    <a:pt x="111" y="73"/>
                  </a:cubicBezTo>
                  <a:cubicBezTo>
                    <a:pt x="110" y="72"/>
                    <a:pt x="109" y="72"/>
                    <a:pt x="108" y="71"/>
                  </a:cubicBezTo>
                  <a:cubicBezTo>
                    <a:pt x="108" y="71"/>
                    <a:pt x="108" y="71"/>
                    <a:pt x="108" y="71"/>
                  </a:cubicBezTo>
                  <a:cubicBezTo>
                    <a:pt x="107" y="70"/>
                    <a:pt x="108" y="71"/>
                    <a:pt x="108" y="70"/>
                  </a:cubicBezTo>
                  <a:cubicBezTo>
                    <a:pt x="109" y="70"/>
                    <a:pt x="108" y="71"/>
                    <a:pt x="109" y="70"/>
                  </a:cubicBezTo>
                  <a:cubicBezTo>
                    <a:pt x="109" y="71"/>
                    <a:pt x="110" y="70"/>
                    <a:pt x="110" y="70"/>
                  </a:cubicBezTo>
                  <a:cubicBezTo>
                    <a:pt x="110" y="70"/>
                    <a:pt x="111" y="70"/>
                    <a:pt x="111" y="70"/>
                  </a:cubicBezTo>
                  <a:cubicBezTo>
                    <a:pt x="111" y="70"/>
                    <a:pt x="112" y="70"/>
                    <a:pt x="112" y="70"/>
                  </a:cubicBezTo>
                  <a:cubicBezTo>
                    <a:pt x="112" y="72"/>
                    <a:pt x="111" y="73"/>
                    <a:pt x="111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Freeform 258"/>
            <p:cNvSpPr/>
            <p:nvPr/>
          </p:nvSpPr>
          <p:spPr bwMode="auto">
            <a:xfrm>
              <a:off x="6143171" y="3158419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Freeform 259"/>
            <p:cNvSpPr/>
            <p:nvPr/>
          </p:nvSpPr>
          <p:spPr bwMode="auto">
            <a:xfrm>
              <a:off x="6335089" y="3227813"/>
              <a:ext cx="3253" cy="5422"/>
            </a:xfrm>
            <a:custGeom>
              <a:avLst/>
              <a:gdLst>
                <a:gd name="T0" fmla="*/ 1 w 1"/>
                <a:gd name="T1" fmla="*/ 1 h 2"/>
                <a:gd name="T2" fmla="*/ 1 w 1"/>
                <a:gd name="T3" fmla="*/ 0 h 2"/>
                <a:gd name="T4" fmla="*/ 0 w 1"/>
                <a:gd name="T5" fmla="*/ 1 h 2"/>
                <a:gd name="T6" fmla="*/ 1 w 1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1"/>
                  </a:moveTo>
                  <a:cubicBezTo>
                    <a:pt x="1" y="1"/>
                    <a:pt x="1" y="1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1" y="2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2" name="Freeform 260"/>
            <p:cNvSpPr/>
            <p:nvPr/>
          </p:nvSpPr>
          <p:spPr bwMode="auto">
            <a:xfrm>
              <a:off x="6310151" y="3163840"/>
              <a:ext cx="2169" cy="0"/>
            </a:xfrm>
            <a:custGeom>
              <a:avLst/>
              <a:gdLst>
                <a:gd name="T0" fmla="*/ 0 w 1"/>
                <a:gd name="T1" fmla="*/ 1 w 1"/>
                <a:gd name="T2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3" name="Freeform 261"/>
            <p:cNvSpPr/>
            <p:nvPr/>
          </p:nvSpPr>
          <p:spPr bwMode="auto">
            <a:xfrm>
              <a:off x="6312320" y="316384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" name="Freeform 262"/>
            <p:cNvSpPr/>
            <p:nvPr/>
          </p:nvSpPr>
          <p:spPr bwMode="auto">
            <a:xfrm>
              <a:off x="6278707" y="3171431"/>
              <a:ext cx="3253" cy="3253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1 h 1"/>
                <a:gd name="T4" fmla="*/ 1 w 1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0" y="1"/>
                    <a:pt x="1" y="1"/>
                    <a:pt x="1" y="1"/>
                  </a:cubicBezTo>
                  <a:cubicBezTo>
                    <a:pt x="1" y="0"/>
                    <a:pt x="1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5" name="Freeform 263"/>
            <p:cNvSpPr/>
            <p:nvPr/>
          </p:nvSpPr>
          <p:spPr bwMode="auto">
            <a:xfrm>
              <a:off x="6099800" y="3248414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Freeform 264"/>
            <p:cNvSpPr/>
            <p:nvPr/>
          </p:nvSpPr>
          <p:spPr bwMode="auto">
            <a:xfrm>
              <a:off x="6220155" y="322239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7" name="Freeform 265"/>
            <p:cNvSpPr/>
            <p:nvPr/>
          </p:nvSpPr>
          <p:spPr bwMode="auto">
            <a:xfrm>
              <a:off x="6220155" y="3179020"/>
              <a:ext cx="15180" cy="23854"/>
            </a:xfrm>
            <a:custGeom>
              <a:avLst/>
              <a:gdLst>
                <a:gd name="T0" fmla="*/ 5 w 6"/>
                <a:gd name="T1" fmla="*/ 0 h 9"/>
                <a:gd name="T2" fmla="*/ 3 w 6"/>
                <a:gd name="T3" fmla="*/ 4 h 9"/>
                <a:gd name="T4" fmla="*/ 3 w 6"/>
                <a:gd name="T5" fmla="*/ 6 h 9"/>
                <a:gd name="T6" fmla="*/ 2 w 6"/>
                <a:gd name="T7" fmla="*/ 8 h 9"/>
                <a:gd name="T8" fmla="*/ 0 w 6"/>
                <a:gd name="T9" fmla="*/ 6 h 9"/>
                <a:gd name="T10" fmla="*/ 1 w 6"/>
                <a:gd name="T11" fmla="*/ 8 h 9"/>
                <a:gd name="T12" fmla="*/ 1 w 6"/>
                <a:gd name="T13" fmla="*/ 9 h 9"/>
                <a:gd name="T14" fmla="*/ 1 w 6"/>
                <a:gd name="T15" fmla="*/ 9 h 9"/>
                <a:gd name="T16" fmla="*/ 3 w 6"/>
                <a:gd name="T17" fmla="*/ 9 h 9"/>
                <a:gd name="T18" fmla="*/ 4 w 6"/>
                <a:gd name="T19" fmla="*/ 9 h 9"/>
                <a:gd name="T20" fmla="*/ 5 w 6"/>
                <a:gd name="T21" fmla="*/ 6 h 9"/>
                <a:gd name="T22" fmla="*/ 5 w 6"/>
                <a:gd name="T23" fmla="*/ 7 h 9"/>
                <a:gd name="T24" fmla="*/ 5 w 6"/>
                <a:gd name="T25" fmla="*/ 5 h 9"/>
                <a:gd name="T26" fmla="*/ 4 w 6"/>
                <a:gd name="T27" fmla="*/ 4 h 9"/>
                <a:gd name="T28" fmla="*/ 5 w 6"/>
                <a:gd name="T29" fmla="*/ 1 h 9"/>
                <a:gd name="T30" fmla="*/ 5 w 6"/>
                <a:gd name="T3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" h="9">
                  <a:moveTo>
                    <a:pt x="5" y="0"/>
                  </a:moveTo>
                  <a:cubicBezTo>
                    <a:pt x="5" y="2"/>
                    <a:pt x="3" y="2"/>
                    <a:pt x="3" y="4"/>
                  </a:cubicBezTo>
                  <a:cubicBezTo>
                    <a:pt x="3" y="5"/>
                    <a:pt x="3" y="5"/>
                    <a:pt x="3" y="6"/>
                  </a:cubicBezTo>
                  <a:cubicBezTo>
                    <a:pt x="3" y="7"/>
                    <a:pt x="3" y="8"/>
                    <a:pt x="2" y="8"/>
                  </a:cubicBezTo>
                  <a:cubicBezTo>
                    <a:pt x="1" y="9"/>
                    <a:pt x="1" y="6"/>
                    <a:pt x="0" y="6"/>
                  </a:cubicBezTo>
                  <a:cubicBezTo>
                    <a:pt x="0" y="7"/>
                    <a:pt x="1" y="8"/>
                    <a:pt x="1" y="8"/>
                  </a:cubicBezTo>
                  <a:cubicBezTo>
                    <a:pt x="1" y="8"/>
                    <a:pt x="1" y="9"/>
                    <a:pt x="1" y="9"/>
                  </a:cubicBezTo>
                  <a:cubicBezTo>
                    <a:pt x="1" y="9"/>
                    <a:pt x="2" y="9"/>
                    <a:pt x="1" y="9"/>
                  </a:cubicBezTo>
                  <a:cubicBezTo>
                    <a:pt x="2" y="9"/>
                    <a:pt x="2" y="9"/>
                    <a:pt x="3" y="9"/>
                  </a:cubicBezTo>
                  <a:cubicBezTo>
                    <a:pt x="3" y="9"/>
                    <a:pt x="3" y="9"/>
                    <a:pt x="4" y="9"/>
                  </a:cubicBezTo>
                  <a:cubicBezTo>
                    <a:pt x="5" y="8"/>
                    <a:pt x="4" y="7"/>
                    <a:pt x="5" y="6"/>
                  </a:cubicBezTo>
                  <a:cubicBezTo>
                    <a:pt x="6" y="5"/>
                    <a:pt x="5" y="7"/>
                    <a:pt x="5" y="7"/>
                  </a:cubicBezTo>
                  <a:cubicBezTo>
                    <a:pt x="5" y="6"/>
                    <a:pt x="5" y="5"/>
                    <a:pt x="5" y="5"/>
                  </a:cubicBezTo>
                  <a:cubicBezTo>
                    <a:pt x="5" y="4"/>
                    <a:pt x="4" y="4"/>
                    <a:pt x="4" y="4"/>
                  </a:cubicBezTo>
                  <a:cubicBezTo>
                    <a:pt x="4" y="2"/>
                    <a:pt x="5" y="2"/>
                    <a:pt x="5" y="1"/>
                  </a:cubicBezTo>
                  <a:cubicBezTo>
                    <a:pt x="5" y="0"/>
                    <a:pt x="5" y="0"/>
                    <a:pt x="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Freeform 266"/>
            <p:cNvSpPr/>
            <p:nvPr/>
          </p:nvSpPr>
          <p:spPr bwMode="auto">
            <a:xfrm>
              <a:off x="6158351" y="320504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Freeform 267"/>
            <p:cNvSpPr/>
            <p:nvPr/>
          </p:nvSpPr>
          <p:spPr bwMode="auto">
            <a:xfrm>
              <a:off x="6325331" y="3259257"/>
              <a:ext cx="2169" cy="4337"/>
            </a:xfrm>
            <a:custGeom>
              <a:avLst/>
              <a:gdLst>
                <a:gd name="T0" fmla="*/ 0 w 1"/>
                <a:gd name="T1" fmla="*/ 0 h 2"/>
                <a:gd name="T2" fmla="*/ 1 w 1"/>
                <a:gd name="T3" fmla="*/ 2 h 2"/>
                <a:gd name="T4" fmla="*/ 1 w 1"/>
                <a:gd name="T5" fmla="*/ 2 h 2"/>
                <a:gd name="T6" fmla="*/ 1 w 1"/>
                <a:gd name="T7" fmla="*/ 1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0" y="1"/>
                    <a:pt x="1" y="1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" name="Freeform 268"/>
            <p:cNvSpPr/>
            <p:nvPr/>
          </p:nvSpPr>
          <p:spPr bwMode="auto">
            <a:xfrm>
              <a:off x="6242926" y="3176852"/>
              <a:ext cx="7590" cy="7590"/>
            </a:xfrm>
            <a:custGeom>
              <a:avLst/>
              <a:gdLst>
                <a:gd name="T0" fmla="*/ 0 w 3"/>
                <a:gd name="T1" fmla="*/ 1 h 3"/>
                <a:gd name="T2" fmla="*/ 1 w 3"/>
                <a:gd name="T3" fmla="*/ 2 h 3"/>
                <a:gd name="T4" fmla="*/ 2 w 3"/>
                <a:gd name="T5" fmla="*/ 2 h 3"/>
                <a:gd name="T6" fmla="*/ 3 w 3"/>
                <a:gd name="T7" fmla="*/ 1 h 3"/>
                <a:gd name="T8" fmla="*/ 0 w 3"/>
                <a:gd name="T9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0" y="1"/>
                  </a:moveTo>
                  <a:cubicBezTo>
                    <a:pt x="0" y="1"/>
                    <a:pt x="0" y="3"/>
                    <a:pt x="1" y="2"/>
                  </a:cubicBezTo>
                  <a:cubicBezTo>
                    <a:pt x="2" y="2"/>
                    <a:pt x="1" y="2"/>
                    <a:pt x="2" y="2"/>
                  </a:cubicBezTo>
                  <a:cubicBezTo>
                    <a:pt x="2" y="1"/>
                    <a:pt x="3" y="2"/>
                    <a:pt x="3" y="1"/>
                  </a:cubicBezTo>
                  <a:cubicBezTo>
                    <a:pt x="2" y="0"/>
                    <a:pt x="1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" name="Freeform 269"/>
            <p:cNvSpPr/>
            <p:nvPr/>
          </p:nvSpPr>
          <p:spPr bwMode="auto">
            <a:xfrm>
              <a:off x="6238588" y="3171431"/>
              <a:ext cx="2169" cy="0"/>
            </a:xfrm>
            <a:custGeom>
              <a:avLst/>
              <a:gdLst>
                <a:gd name="T0" fmla="*/ 0 w 1"/>
                <a:gd name="T1" fmla="*/ 1 w 1"/>
                <a:gd name="T2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" name="Freeform 270"/>
            <p:cNvSpPr/>
            <p:nvPr/>
          </p:nvSpPr>
          <p:spPr bwMode="auto">
            <a:xfrm>
              <a:off x="6248347" y="3248414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" name="Freeform 271"/>
            <p:cNvSpPr/>
            <p:nvPr/>
          </p:nvSpPr>
          <p:spPr bwMode="auto">
            <a:xfrm>
              <a:off x="6248347" y="318227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" name="Freeform 272"/>
            <p:cNvSpPr/>
            <p:nvPr/>
          </p:nvSpPr>
          <p:spPr bwMode="auto">
            <a:xfrm>
              <a:off x="6278707" y="3169262"/>
              <a:ext cx="3253" cy="2169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cubicBezTo>
                    <a:pt x="1" y="0"/>
                    <a:pt x="0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" name="Freeform 273"/>
            <p:cNvSpPr/>
            <p:nvPr/>
          </p:nvSpPr>
          <p:spPr bwMode="auto">
            <a:xfrm>
              <a:off x="6235335" y="3192032"/>
              <a:ext cx="3253" cy="0"/>
            </a:xfrm>
            <a:custGeom>
              <a:avLst/>
              <a:gdLst>
                <a:gd name="T0" fmla="*/ 0 w 1"/>
                <a:gd name="T1" fmla="*/ 1 w 1"/>
                <a:gd name="T2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" name="Freeform 274"/>
            <p:cNvSpPr/>
            <p:nvPr/>
          </p:nvSpPr>
          <p:spPr bwMode="auto">
            <a:xfrm>
              <a:off x="6312320" y="3161672"/>
              <a:ext cx="3253" cy="0"/>
            </a:xfrm>
            <a:custGeom>
              <a:avLst/>
              <a:gdLst>
                <a:gd name="T0" fmla="*/ 1 w 1"/>
                <a:gd name="T1" fmla="*/ 1 w 1"/>
                <a:gd name="T2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" name="Freeform 275"/>
            <p:cNvSpPr/>
            <p:nvPr/>
          </p:nvSpPr>
          <p:spPr bwMode="auto">
            <a:xfrm>
              <a:off x="6191964" y="3141071"/>
              <a:ext cx="7590" cy="2169"/>
            </a:xfrm>
            <a:custGeom>
              <a:avLst/>
              <a:gdLst>
                <a:gd name="T0" fmla="*/ 2 w 3"/>
                <a:gd name="T1" fmla="*/ 1 h 1"/>
                <a:gd name="T2" fmla="*/ 3 w 3"/>
                <a:gd name="T3" fmla="*/ 0 h 1"/>
                <a:gd name="T4" fmla="*/ 0 w 3"/>
                <a:gd name="T5" fmla="*/ 1 h 1"/>
                <a:gd name="T6" fmla="*/ 2 w 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2" y="1"/>
                  </a:moveTo>
                  <a:cubicBezTo>
                    <a:pt x="2" y="1"/>
                    <a:pt x="3" y="1"/>
                    <a:pt x="3" y="0"/>
                  </a:cubicBezTo>
                  <a:cubicBezTo>
                    <a:pt x="2" y="0"/>
                    <a:pt x="0" y="0"/>
                    <a:pt x="0" y="1"/>
                  </a:cubicBezTo>
                  <a:cubicBezTo>
                    <a:pt x="1" y="1"/>
                    <a:pt x="1" y="1"/>
                    <a:pt x="2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" name="Freeform 276"/>
            <p:cNvSpPr/>
            <p:nvPr/>
          </p:nvSpPr>
          <p:spPr bwMode="auto">
            <a:xfrm>
              <a:off x="6194132" y="3163840"/>
              <a:ext cx="3253" cy="2169"/>
            </a:xfrm>
            <a:custGeom>
              <a:avLst/>
              <a:gdLst>
                <a:gd name="T0" fmla="*/ 0 w 1"/>
                <a:gd name="T1" fmla="*/ 1 h 1"/>
                <a:gd name="T2" fmla="*/ 1 w 1"/>
                <a:gd name="T3" fmla="*/ 0 h 1"/>
                <a:gd name="T4" fmla="*/ 0 w 1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1"/>
                    <a:pt x="1" y="1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9" name="Freeform 277"/>
            <p:cNvSpPr/>
            <p:nvPr/>
          </p:nvSpPr>
          <p:spPr bwMode="auto">
            <a:xfrm>
              <a:off x="6097631" y="3246246"/>
              <a:ext cx="2169" cy="2169"/>
            </a:xfrm>
            <a:custGeom>
              <a:avLst/>
              <a:gdLst>
                <a:gd name="T0" fmla="*/ 1 w 1"/>
                <a:gd name="T1" fmla="*/ 1 h 1"/>
                <a:gd name="T2" fmla="*/ 0 w 1"/>
                <a:gd name="T3" fmla="*/ 0 h 1"/>
                <a:gd name="T4" fmla="*/ 1 w 1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0" name="Freeform 278"/>
            <p:cNvSpPr/>
            <p:nvPr/>
          </p:nvSpPr>
          <p:spPr bwMode="auto">
            <a:xfrm>
              <a:off x="6097631" y="3242993"/>
              <a:ext cx="0" cy="3253"/>
            </a:xfrm>
            <a:custGeom>
              <a:avLst/>
              <a:gdLst>
                <a:gd name="T0" fmla="*/ 0 h 1"/>
                <a:gd name="T1" fmla="*/ 0 h 1"/>
                <a:gd name="T2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Freeform 279"/>
            <p:cNvSpPr/>
            <p:nvPr/>
          </p:nvSpPr>
          <p:spPr bwMode="auto">
            <a:xfrm>
              <a:off x="5958843" y="3210465"/>
              <a:ext cx="66142" cy="107344"/>
            </a:xfrm>
            <a:custGeom>
              <a:avLst/>
              <a:gdLst>
                <a:gd name="T0" fmla="*/ 0 w 61"/>
                <a:gd name="T1" fmla="*/ 49 h 99"/>
                <a:gd name="T2" fmla="*/ 61 w 61"/>
                <a:gd name="T3" fmla="*/ 99 h 99"/>
                <a:gd name="T4" fmla="*/ 61 w 61"/>
                <a:gd name="T5" fmla="*/ 0 h 99"/>
                <a:gd name="T6" fmla="*/ 0 w 61"/>
                <a:gd name="T7" fmla="*/ 4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1" h="99">
                  <a:moveTo>
                    <a:pt x="0" y="49"/>
                  </a:moveTo>
                  <a:lnTo>
                    <a:pt x="61" y="99"/>
                  </a:lnTo>
                  <a:lnTo>
                    <a:pt x="61" y="0"/>
                  </a:lnTo>
                  <a:lnTo>
                    <a:pt x="0" y="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Freeform 280"/>
            <p:cNvSpPr/>
            <p:nvPr/>
          </p:nvSpPr>
          <p:spPr bwMode="auto">
            <a:xfrm>
              <a:off x="6020647" y="3240825"/>
              <a:ext cx="40119" cy="43371"/>
            </a:xfrm>
            <a:custGeom>
              <a:avLst/>
              <a:gdLst>
                <a:gd name="T0" fmla="*/ 37 w 37"/>
                <a:gd name="T1" fmla="*/ 40 h 40"/>
                <a:gd name="T2" fmla="*/ 0 w 37"/>
                <a:gd name="T3" fmla="*/ 40 h 40"/>
                <a:gd name="T4" fmla="*/ 0 w 37"/>
                <a:gd name="T5" fmla="*/ 0 h 40"/>
                <a:gd name="T6" fmla="*/ 37 w 37"/>
                <a:gd name="T7" fmla="*/ 0 h 40"/>
                <a:gd name="T8" fmla="*/ 37 w 37"/>
                <a:gd name="T9" fmla="*/ 40 h 40"/>
                <a:gd name="T10" fmla="*/ 37 w 37"/>
                <a:gd name="T11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40">
                  <a:moveTo>
                    <a:pt x="37" y="40"/>
                  </a:moveTo>
                  <a:lnTo>
                    <a:pt x="0" y="40"/>
                  </a:lnTo>
                  <a:lnTo>
                    <a:pt x="0" y="0"/>
                  </a:lnTo>
                  <a:lnTo>
                    <a:pt x="37" y="0"/>
                  </a:lnTo>
                  <a:lnTo>
                    <a:pt x="37" y="40"/>
                  </a:lnTo>
                  <a:lnTo>
                    <a:pt x="37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Freeform 281"/>
            <p:cNvSpPr/>
            <p:nvPr/>
          </p:nvSpPr>
          <p:spPr bwMode="auto">
            <a:xfrm>
              <a:off x="6428338" y="3210465"/>
              <a:ext cx="66142" cy="107344"/>
            </a:xfrm>
            <a:custGeom>
              <a:avLst/>
              <a:gdLst>
                <a:gd name="T0" fmla="*/ 61 w 61"/>
                <a:gd name="T1" fmla="*/ 49 h 99"/>
                <a:gd name="T2" fmla="*/ 0 w 61"/>
                <a:gd name="T3" fmla="*/ 99 h 99"/>
                <a:gd name="T4" fmla="*/ 0 w 61"/>
                <a:gd name="T5" fmla="*/ 0 h 99"/>
                <a:gd name="T6" fmla="*/ 61 w 61"/>
                <a:gd name="T7" fmla="*/ 4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1" h="99">
                  <a:moveTo>
                    <a:pt x="61" y="49"/>
                  </a:moveTo>
                  <a:lnTo>
                    <a:pt x="0" y="99"/>
                  </a:lnTo>
                  <a:lnTo>
                    <a:pt x="0" y="0"/>
                  </a:lnTo>
                  <a:lnTo>
                    <a:pt x="61" y="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Freeform 282"/>
            <p:cNvSpPr/>
            <p:nvPr/>
          </p:nvSpPr>
          <p:spPr bwMode="auto">
            <a:xfrm>
              <a:off x="6394725" y="3240825"/>
              <a:ext cx="41203" cy="43371"/>
            </a:xfrm>
            <a:custGeom>
              <a:avLst/>
              <a:gdLst>
                <a:gd name="T0" fmla="*/ 38 w 38"/>
                <a:gd name="T1" fmla="*/ 40 h 40"/>
                <a:gd name="T2" fmla="*/ 0 w 38"/>
                <a:gd name="T3" fmla="*/ 40 h 40"/>
                <a:gd name="T4" fmla="*/ 0 w 38"/>
                <a:gd name="T5" fmla="*/ 0 h 40"/>
                <a:gd name="T6" fmla="*/ 38 w 38"/>
                <a:gd name="T7" fmla="*/ 0 h 40"/>
                <a:gd name="T8" fmla="*/ 38 w 38"/>
                <a:gd name="T9" fmla="*/ 40 h 40"/>
                <a:gd name="T10" fmla="*/ 38 w 38"/>
                <a:gd name="T11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40">
                  <a:moveTo>
                    <a:pt x="38" y="40"/>
                  </a:moveTo>
                  <a:lnTo>
                    <a:pt x="0" y="40"/>
                  </a:lnTo>
                  <a:lnTo>
                    <a:pt x="0" y="0"/>
                  </a:lnTo>
                  <a:lnTo>
                    <a:pt x="38" y="0"/>
                  </a:lnTo>
                  <a:lnTo>
                    <a:pt x="38" y="40"/>
                  </a:lnTo>
                  <a:lnTo>
                    <a:pt x="38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" name="Freeform 283"/>
            <p:cNvSpPr/>
            <p:nvPr/>
          </p:nvSpPr>
          <p:spPr bwMode="auto">
            <a:xfrm>
              <a:off x="6173531" y="2994692"/>
              <a:ext cx="108428" cy="67226"/>
            </a:xfrm>
            <a:custGeom>
              <a:avLst/>
              <a:gdLst>
                <a:gd name="T0" fmla="*/ 50 w 100"/>
                <a:gd name="T1" fmla="*/ 0 h 62"/>
                <a:gd name="T2" fmla="*/ 0 w 100"/>
                <a:gd name="T3" fmla="*/ 62 h 62"/>
                <a:gd name="T4" fmla="*/ 100 w 100"/>
                <a:gd name="T5" fmla="*/ 62 h 62"/>
                <a:gd name="T6" fmla="*/ 50 w 100"/>
                <a:gd name="T7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" h="62">
                  <a:moveTo>
                    <a:pt x="50" y="0"/>
                  </a:moveTo>
                  <a:lnTo>
                    <a:pt x="0" y="62"/>
                  </a:lnTo>
                  <a:lnTo>
                    <a:pt x="100" y="62"/>
                  </a:lnTo>
                  <a:lnTo>
                    <a:pt x="5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Freeform 284"/>
            <p:cNvSpPr/>
            <p:nvPr/>
          </p:nvSpPr>
          <p:spPr bwMode="auto">
            <a:xfrm>
              <a:off x="6204975" y="3056497"/>
              <a:ext cx="43371" cy="41203"/>
            </a:xfrm>
            <a:custGeom>
              <a:avLst/>
              <a:gdLst>
                <a:gd name="T0" fmla="*/ 40 w 40"/>
                <a:gd name="T1" fmla="*/ 38 h 38"/>
                <a:gd name="T2" fmla="*/ 0 w 40"/>
                <a:gd name="T3" fmla="*/ 38 h 38"/>
                <a:gd name="T4" fmla="*/ 0 w 40"/>
                <a:gd name="T5" fmla="*/ 0 h 38"/>
                <a:gd name="T6" fmla="*/ 40 w 40"/>
                <a:gd name="T7" fmla="*/ 0 h 38"/>
                <a:gd name="T8" fmla="*/ 40 w 40"/>
                <a:gd name="T9" fmla="*/ 38 h 38"/>
                <a:gd name="T10" fmla="*/ 40 w 40"/>
                <a:gd name="T11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38">
                  <a:moveTo>
                    <a:pt x="40" y="38"/>
                  </a:moveTo>
                  <a:lnTo>
                    <a:pt x="0" y="38"/>
                  </a:lnTo>
                  <a:lnTo>
                    <a:pt x="0" y="0"/>
                  </a:lnTo>
                  <a:lnTo>
                    <a:pt x="40" y="0"/>
                  </a:lnTo>
                  <a:lnTo>
                    <a:pt x="40" y="38"/>
                  </a:lnTo>
                  <a:lnTo>
                    <a:pt x="40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Freeform 285"/>
            <p:cNvSpPr/>
            <p:nvPr/>
          </p:nvSpPr>
          <p:spPr bwMode="auto">
            <a:xfrm>
              <a:off x="6173531" y="3464187"/>
              <a:ext cx="108428" cy="66142"/>
            </a:xfrm>
            <a:custGeom>
              <a:avLst/>
              <a:gdLst>
                <a:gd name="T0" fmla="*/ 50 w 100"/>
                <a:gd name="T1" fmla="*/ 61 h 61"/>
                <a:gd name="T2" fmla="*/ 0 w 100"/>
                <a:gd name="T3" fmla="*/ 0 h 61"/>
                <a:gd name="T4" fmla="*/ 100 w 100"/>
                <a:gd name="T5" fmla="*/ 0 h 61"/>
                <a:gd name="T6" fmla="*/ 50 w 100"/>
                <a:gd name="T7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" h="61">
                  <a:moveTo>
                    <a:pt x="50" y="61"/>
                  </a:moveTo>
                  <a:lnTo>
                    <a:pt x="0" y="0"/>
                  </a:lnTo>
                  <a:lnTo>
                    <a:pt x="100" y="0"/>
                  </a:lnTo>
                  <a:lnTo>
                    <a:pt x="50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" name="Freeform 286"/>
            <p:cNvSpPr/>
            <p:nvPr/>
          </p:nvSpPr>
          <p:spPr bwMode="auto">
            <a:xfrm>
              <a:off x="6204975" y="3430575"/>
              <a:ext cx="43371" cy="41203"/>
            </a:xfrm>
            <a:custGeom>
              <a:avLst/>
              <a:gdLst>
                <a:gd name="T0" fmla="*/ 40 w 40"/>
                <a:gd name="T1" fmla="*/ 38 h 38"/>
                <a:gd name="T2" fmla="*/ 0 w 40"/>
                <a:gd name="T3" fmla="*/ 38 h 38"/>
                <a:gd name="T4" fmla="*/ 0 w 40"/>
                <a:gd name="T5" fmla="*/ 0 h 38"/>
                <a:gd name="T6" fmla="*/ 40 w 40"/>
                <a:gd name="T7" fmla="*/ 0 h 38"/>
                <a:gd name="T8" fmla="*/ 40 w 40"/>
                <a:gd name="T9" fmla="*/ 38 h 38"/>
                <a:gd name="T10" fmla="*/ 40 w 40"/>
                <a:gd name="T11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38">
                  <a:moveTo>
                    <a:pt x="40" y="38"/>
                  </a:moveTo>
                  <a:lnTo>
                    <a:pt x="0" y="38"/>
                  </a:lnTo>
                  <a:lnTo>
                    <a:pt x="0" y="0"/>
                  </a:lnTo>
                  <a:lnTo>
                    <a:pt x="40" y="0"/>
                  </a:lnTo>
                  <a:lnTo>
                    <a:pt x="40" y="38"/>
                  </a:lnTo>
                  <a:lnTo>
                    <a:pt x="40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" name="Freeform 287"/>
            <p:cNvSpPr/>
            <p:nvPr/>
          </p:nvSpPr>
          <p:spPr bwMode="auto">
            <a:xfrm>
              <a:off x="6037996" y="3073845"/>
              <a:ext cx="84574" cy="84574"/>
            </a:xfrm>
            <a:custGeom>
              <a:avLst/>
              <a:gdLst>
                <a:gd name="T0" fmla="*/ 0 w 78"/>
                <a:gd name="T1" fmla="*/ 0 h 78"/>
                <a:gd name="T2" fmla="*/ 7 w 78"/>
                <a:gd name="T3" fmla="*/ 78 h 78"/>
                <a:gd name="T4" fmla="*/ 78 w 78"/>
                <a:gd name="T5" fmla="*/ 7 h 78"/>
                <a:gd name="T6" fmla="*/ 0 w 78"/>
                <a:gd name="T7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" h="78">
                  <a:moveTo>
                    <a:pt x="0" y="0"/>
                  </a:moveTo>
                  <a:lnTo>
                    <a:pt x="7" y="78"/>
                  </a:lnTo>
                  <a:lnTo>
                    <a:pt x="78" y="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Freeform 288"/>
            <p:cNvSpPr/>
            <p:nvPr/>
          </p:nvSpPr>
          <p:spPr bwMode="auto">
            <a:xfrm>
              <a:off x="6064018" y="3099868"/>
              <a:ext cx="61805" cy="61805"/>
            </a:xfrm>
            <a:custGeom>
              <a:avLst/>
              <a:gdLst>
                <a:gd name="T0" fmla="*/ 28 w 57"/>
                <a:gd name="T1" fmla="*/ 57 h 57"/>
                <a:gd name="T2" fmla="*/ 0 w 57"/>
                <a:gd name="T3" fmla="*/ 31 h 57"/>
                <a:gd name="T4" fmla="*/ 31 w 57"/>
                <a:gd name="T5" fmla="*/ 0 h 57"/>
                <a:gd name="T6" fmla="*/ 57 w 57"/>
                <a:gd name="T7" fmla="*/ 28 h 57"/>
                <a:gd name="T8" fmla="*/ 28 w 57"/>
                <a:gd name="T9" fmla="*/ 57 h 57"/>
                <a:gd name="T10" fmla="*/ 28 w 57"/>
                <a:gd name="T11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" h="57">
                  <a:moveTo>
                    <a:pt x="28" y="57"/>
                  </a:moveTo>
                  <a:lnTo>
                    <a:pt x="0" y="31"/>
                  </a:lnTo>
                  <a:lnTo>
                    <a:pt x="31" y="0"/>
                  </a:lnTo>
                  <a:lnTo>
                    <a:pt x="57" y="28"/>
                  </a:lnTo>
                  <a:lnTo>
                    <a:pt x="28" y="57"/>
                  </a:lnTo>
                  <a:lnTo>
                    <a:pt x="28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Freeform 289"/>
            <p:cNvSpPr/>
            <p:nvPr/>
          </p:nvSpPr>
          <p:spPr bwMode="auto">
            <a:xfrm>
              <a:off x="6330752" y="3366602"/>
              <a:ext cx="86743" cy="86743"/>
            </a:xfrm>
            <a:custGeom>
              <a:avLst/>
              <a:gdLst>
                <a:gd name="T0" fmla="*/ 80 w 80"/>
                <a:gd name="T1" fmla="*/ 80 h 80"/>
                <a:gd name="T2" fmla="*/ 0 w 80"/>
                <a:gd name="T3" fmla="*/ 71 h 80"/>
                <a:gd name="T4" fmla="*/ 71 w 80"/>
                <a:gd name="T5" fmla="*/ 0 h 80"/>
                <a:gd name="T6" fmla="*/ 80 w 80"/>
                <a:gd name="T7" fmla="*/ 8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0" h="80">
                  <a:moveTo>
                    <a:pt x="80" y="80"/>
                  </a:moveTo>
                  <a:lnTo>
                    <a:pt x="0" y="71"/>
                  </a:lnTo>
                  <a:lnTo>
                    <a:pt x="71" y="0"/>
                  </a:lnTo>
                  <a:lnTo>
                    <a:pt x="80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Freeform 290"/>
            <p:cNvSpPr/>
            <p:nvPr/>
          </p:nvSpPr>
          <p:spPr bwMode="auto">
            <a:xfrm>
              <a:off x="6327500" y="3364433"/>
              <a:ext cx="61805" cy="60720"/>
            </a:xfrm>
            <a:custGeom>
              <a:avLst/>
              <a:gdLst>
                <a:gd name="T0" fmla="*/ 29 w 57"/>
                <a:gd name="T1" fmla="*/ 56 h 56"/>
                <a:gd name="T2" fmla="*/ 0 w 57"/>
                <a:gd name="T3" fmla="*/ 30 h 56"/>
                <a:gd name="T4" fmla="*/ 31 w 57"/>
                <a:gd name="T5" fmla="*/ 0 h 56"/>
                <a:gd name="T6" fmla="*/ 57 w 57"/>
                <a:gd name="T7" fmla="*/ 28 h 56"/>
                <a:gd name="T8" fmla="*/ 29 w 57"/>
                <a:gd name="T9" fmla="*/ 56 h 56"/>
                <a:gd name="T10" fmla="*/ 29 w 57"/>
                <a:gd name="T11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" h="56">
                  <a:moveTo>
                    <a:pt x="29" y="56"/>
                  </a:moveTo>
                  <a:lnTo>
                    <a:pt x="0" y="30"/>
                  </a:lnTo>
                  <a:lnTo>
                    <a:pt x="31" y="0"/>
                  </a:lnTo>
                  <a:lnTo>
                    <a:pt x="57" y="28"/>
                  </a:lnTo>
                  <a:lnTo>
                    <a:pt x="29" y="56"/>
                  </a:lnTo>
                  <a:lnTo>
                    <a:pt x="29" y="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Freeform 291"/>
            <p:cNvSpPr/>
            <p:nvPr/>
          </p:nvSpPr>
          <p:spPr bwMode="auto">
            <a:xfrm>
              <a:off x="6330752" y="3073845"/>
              <a:ext cx="86743" cy="84574"/>
            </a:xfrm>
            <a:custGeom>
              <a:avLst/>
              <a:gdLst>
                <a:gd name="T0" fmla="*/ 80 w 80"/>
                <a:gd name="T1" fmla="*/ 0 h 78"/>
                <a:gd name="T2" fmla="*/ 0 w 80"/>
                <a:gd name="T3" fmla="*/ 7 h 78"/>
                <a:gd name="T4" fmla="*/ 71 w 80"/>
                <a:gd name="T5" fmla="*/ 78 h 78"/>
                <a:gd name="T6" fmla="*/ 80 w 80"/>
                <a:gd name="T7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0" h="78">
                  <a:moveTo>
                    <a:pt x="80" y="0"/>
                  </a:moveTo>
                  <a:lnTo>
                    <a:pt x="0" y="7"/>
                  </a:lnTo>
                  <a:lnTo>
                    <a:pt x="71" y="78"/>
                  </a:lnTo>
                  <a:lnTo>
                    <a:pt x="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Freeform 292"/>
            <p:cNvSpPr/>
            <p:nvPr/>
          </p:nvSpPr>
          <p:spPr bwMode="auto">
            <a:xfrm>
              <a:off x="6327500" y="3099868"/>
              <a:ext cx="61805" cy="61805"/>
            </a:xfrm>
            <a:custGeom>
              <a:avLst/>
              <a:gdLst>
                <a:gd name="T0" fmla="*/ 31 w 57"/>
                <a:gd name="T1" fmla="*/ 57 h 57"/>
                <a:gd name="T2" fmla="*/ 0 w 57"/>
                <a:gd name="T3" fmla="*/ 28 h 57"/>
                <a:gd name="T4" fmla="*/ 29 w 57"/>
                <a:gd name="T5" fmla="*/ 0 h 57"/>
                <a:gd name="T6" fmla="*/ 57 w 57"/>
                <a:gd name="T7" fmla="*/ 31 h 57"/>
                <a:gd name="T8" fmla="*/ 31 w 57"/>
                <a:gd name="T9" fmla="*/ 57 h 57"/>
                <a:gd name="T10" fmla="*/ 31 w 57"/>
                <a:gd name="T11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" h="57">
                  <a:moveTo>
                    <a:pt x="31" y="57"/>
                  </a:moveTo>
                  <a:lnTo>
                    <a:pt x="0" y="28"/>
                  </a:lnTo>
                  <a:lnTo>
                    <a:pt x="29" y="0"/>
                  </a:lnTo>
                  <a:lnTo>
                    <a:pt x="57" y="31"/>
                  </a:lnTo>
                  <a:lnTo>
                    <a:pt x="31" y="57"/>
                  </a:lnTo>
                  <a:lnTo>
                    <a:pt x="3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Freeform 293"/>
            <p:cNvSpPr/>
            <p:nvPr/>
          </p:nvSpPr>
          <p:spPr bwMode="auto">
            <a:xfrm>
              <a:off x="6037996" y="3366602"/>
              <a:ext cx="84574" cy="86743"/>
            </a:xfrm>
            <a:custGeom>
              <a:avLst/>
              <a:gdLst>
                <a:gd name="T0" fmla="*/ 0 w 78"/>
                <a:gd name="T1" fmla="*/ 80 h 80"/>
                <a:gd name="T2" fmla="*/ 7 w 78"/>
                <a:gd name="T3" fmla="*/ 0 h 80"/>
                <a:gd name="T4" fmla="*/ 78 w 78"/>
                <a:gd name="T5" fmla="*/ 71 h 80"/>
                <a:gd name="T6" fmla="*/ 0 w 78"/>
                <a:gd name="T7" fmla="*/ 8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" h="80">
                  <a:moveTo>
                    <a:pt x="0" y="80"/>
                  </a:moveTo>
                  <a:lnTo>
                    <a:pt x="7" y="0"/>
                  </a:lnTo>
                  <a:lnTo>
                    <a:pt x="78" y="71"/>
                  </a:lnTo>
                  <a:lnTo>
                    <a:pt x="0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Freeform 294"/>
            <p:cNvSpPr/>
            <p:nvPr/>
          </p:nvSpPr>
          <p:spPr bwMode="auto">
            <a:xfrm>
              <a:off x="6064018" y="3364433"/>
              <a:ext cx="61805" cy="60720"/>
            </a:xfrm>
            <a:custGeom>
              <a:avLst/>
              <a:gdLst>
                <a:gd name="T0" fmla="*/ 31 w 57"/>
                <a:gd name="T1" fmla="*/ 56 h 56"/>
                <a:gd name="T2" fmla="*/ 0 w 57"/>
                <a:gd name="T3" fmla="*/ 28 h 56"/>
                <a:gd name="T4" fmla="*/ 28 w 57"/>
                <a:gd name="T5" fmla="*/ 0 h 56"/>
                <a:gd name="T6" fmla="*/ 57 w 57"/>
                <a:gd name="T7" fmla="*/ 30 h 56"/>
                <a:gd name="T8" fmla="*/ 31 w 57"/>
                <a:gd name="T9" fmla="*/ 56 h 56"/>
                <a:gd name="T10" fmla="*/ 31 w 57"/>
                <a:gd name="T11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" h="56">
                  <a:moveTo>
                    <a:pt x="31" y="56"/>
                  </a:moveTo>
                  <a:lnTo>
                    <a:pt x="0" y="28"/>
                  </a:lnTo>
                  <a:lnTo>
                    <a:pt x="28" y="0"/>
                  </a:lnTo>
                  <a:lnTo>
                    <a:pt x="57" y="30"/>
                  </a:lnTo>
                  <a:lnTo>
                    <a:pt x="31" y="56"/>
                  </a:lnTo>
                  <a:lnTo>
                    <a:pt x="31" y="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128" name="直接连接符 127"/>
          <p:cNvCxnSpPr/>
          <p:nvPr/>
        </p:nvCxnSpPr>
        <p:spPr>
          <a:xfrm>
            <a:off x="1016000" y="4495800"/>
            <a:ext cx="101473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8500">
        <p:random/>
      </p:transition>
    </mc:Choice>
    <mc:Fallback xmlns="">
      <p:transition spd="slow" advTm="85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0.23789 2.59259E-6 " pathEditMode="relative" rAng="0" ptsTypes="AA">
                                      <p:cBhvr>
                                        <p:cTn id="21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88" y="0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000"/>
                            </p:stCondLst>
                            <p:childTnLst>
                              <p:par>
                                <p:cTn id="5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500"/>
                            </p:stCondLst>
                            <p:childTnLst>
                              <p:par>
                                <p:cTn id="6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0"/>
                            </p:stCondLst>
                            <p:childTnLst>
                              <p:par>
                                <p:cTn id="68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6000"/>
                            </p:stCondLst>
                            <p:childTnLst>
                              <p:par>
                                <p:cTn id="8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6500"/>
                            </p:stCondLst>
                            <p:childTnLst>
                              <p:par>
                                <p:cTn id="86" presetID="23" presetClass="entr" presetSubtype="3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7000"/>
                            </p:stCondLst>
                            <p:childTnLst>
                              <p:par>
                                <p:cTn id="9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6801"/>
                            </p:stCondLst>
                            <p:childTnLst>
                              <p:par>
                                <p:cTn id="102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7301"/>
                            </p:stCondLst>
                            <p:childTnLst>
                              <p:par>
                                <p:cTn id="1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37" grpId="0"/>
      <p:bldP spid="38" grpId="0"/>
      <p:bldP spid="4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475460"/>
            <a:ext cx="412612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圆角矩形 101"/>
          <p:cNvSpPr/>
          <p:nvPr/>
        </p:nvSpPr>
        <p:spPr>
          <a:xfrm>
            <a:off x="4360957" y="258038"/>
            <a:ext cx="3456384" cy="523213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endParaRPr lang="zh-CN" altLang="en-US" b="1" dirty="0">
              <a:solidFill>
                <a:prstClr val="white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06409" y="288927"/>
            <a:ext cx="3456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营业额分布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4394504" y="288927"/>
            <a:ext cx="468000" cy="468000"/>
            <a:chOff x="304800" y="673100"/>
            <a:chExt cx="4000500" cy="4000500"/>
          </a:xfrm>
          <a:effectLst/>
        </p:grpSpPr>
        <p:sp>
          <p:nvSpPr>
            <p:cNvPr id="6" name="同心圆 86"/>
            <p:cNvSpPr/>
            <p:nvPr/>
          </p:nvSpPr>
          <p:spPr>
            <a:xfrm>
              <a:off x="304800" y="673100"/>
              <a:ext cx="4000500" cy="400050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prstClr val="black"/>
                </a:solidFill>
                <a:latin typeface="Calibri" panose="020F0502020204030204"/>
                <a:ea typeface="思源黑体 CN Bold" panose="020B0800000000000000" pitchFamily="34" charset="-122"/>
              </a:endParaRPr>
            </a:p>
          </p:txBody>
        </p:sp>
        <p:sp>
          <p:nvSpPr>
            <p:cNvPr id="7" name="椭圆 3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prstClr val="white"/>
                </a:solidFill>
                <a:latin typeface="Calibri" panose="020F0502020204030204"/>
                <a:ea typeface="思源黑体 CN Bold" panose="020B0800000000000000" pitchFamily="34" charset="-122"/>
              </a:endParaRPr>
            </a:p>
          </p:txBody>
        </p:sp>
      </p:grpSp>
      <p:cxnSp>
        <p:nvCxnSpPr>
          <p:cNvPr id="11" name="直接连接符 10"/>
          <p:cNvCxnSpPr/>
          <p:nvPr/>
        </p:nvCxnSpPr>
        <p:spPr>
          <a:xfrm>
            <a:off x="8065877" y="475460"/>
            <a:ext cx="412612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3"/>
          <p:cNvSpPr txBox="1"/>
          <p:nvPr/>
        </p:nvSpPr>
        <p:spPr>
          <a:xfrm>
            <a:off x="1070821" y="4383507"/>
            <a:ext cx="471417" cy="325403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1219200">
              <a:spcBef>
                <a:spcPct val="20000"/>
              </a:spcBef>
              <a:defRPr/>
            </a:pPr>
            <a:r>
              <a:rPr lang="en-US" sz="2400" dirty="0">
                <a:solidFill>
                  <a:schemeClr val="accent1"/>
                </a:solidFill>
              </a:rPr>
              <a:t>60%</a:t>
            </a:r>
          </a:p>
        </p:txBody>
      </p:sp>
      <p:sp>
        <p:nvSpPr>
          <p:cNvPr id="13" name="Text Placeholder 3"/>
          <p:cNvSpPr txBox="1"/>
          <p:nvPr/>
        </p:nvSpPr>
        <p:spPr>
          <a:xfrm>
            <a:off x="4707885" y="4383507"/>
            <a:ext cx="471417" cy="325403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1219200">
              <a:spcBef>
                <a:spcPct val="20000"/>
              </a:spcBef>
              <a:defRPr/>
            </a:pPr>
            <a:r>
              <a:rPr lang="en-US" sz="2400" dirty="0">
                <a:solidFill>
                  <a:schemeClr val="accent4"/>
                </a:solidFill>
              </a:rPr>
              <a:t>90%</a:t>
            </a:r>
          </a:p>
        </p:txBody>
      </p:sp>
      <p:sp>
        <p:nvSpPr>
          <p:cNvPr id="14" name="Text Placeholder 3"/>
          <p:cNvSpPr txBox="1"/>
          <p:nvPr/>
        </p:nvSpPr>
        <p:spPr>
          <a:xfrm>
            <a:off x="2283175" y="4383507"/>
            <a:ext cx="471417" cy="325403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1219200">
              <a:spcBef>
                <a:spcPct val="20000"/>
              </a:spcBef>
              <a:defRPr/>
            </a:pPr>
            <a:r>
              <a:rPr lang="en-US" sz="2400" dirty="0">
                <a:solidFill>
                  <a:schemeClr val="accent2"/>
                </a:solidFill>
              </a:rPr>
              <a:t>80%</a:t>
            </a:r>
          </a:p>
        </p:txBody>
      </p:sp>
      <p:sp>
        <p:nvSpPr>
          <p:cNvPr id="15" name="Text Placeholder 3"/>
          <p:cNvSpPr txBox="1"/>
          <p:nvPr/>
        </p:nvSpPr>
        <p:spPr>
          <a:xfrm>
            <a:off x="3495531" y="4383507"/>
            <a:ext cx="471417" cy="325403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1219200">
              <a:spcBef>
                <a:spcPct val="20000"/>
              </a:spcBef>
              <a:defRPr/>
            </a:pPr>
            <a:r>
              <a:rPr lang="en-US" sz="2400" dirty="0">
                <a:solidFill>
                  <a:schemeClr val="accent3"/>
                </a:solidFill>
              </a:rPr>
              <a:t>70%</a:t>
            </a:r>
          </a:p>
        </p:txBody>
      </p:sp>
      <p:grpSp>
        <p:nvGrpSpPr>
          <p:cNvPr id="16" name="Group 55"/>
          <p:cNvGrpSpPr/>
          <p:nvPr/>
        </p:nvGrpSpPr>
        <p:grpSpPr>
          <a:xfrm>
            <a:off x="1792551" y="2308761"/>
            <a:ext cx="1241175" cy="2040910"/>
            <a:chOff x="712331" y="1623831"/>
            <a:chExt cx="1672669" cy="2555930"/>
          </a:xfrm>
        </p:grpSpPr>
        <p:sp>
          <p:nvSpPr>
            <p:cNvPr id="17" name="Freeform 9"/>
            <p:cNvSpPr/>
            <p:nvPr/>
          </p:nvSpPr>
          <p:spPr bwMode="auto">
            <a:xfrm>
              <a:off x="712331" y="1623831"/>
              <a:ext cx="871582" cy="2555930"/>
            </a:xfrm>
            <a:custGeom>
              <a:avLst/>
              <a:gdLst/>
              <a:ahLst/>
              <a:cxnLst>
                <a:cxn ang="0">
                  <a:pos x="408" y="0"/>
                </a:cxn>
                <a:cxn ang="0">
                  <a:pos x="339" y="1520"/>
                </a:cxn>
                <a:cxn ang="0">
                  <a:pos x="0" y="1420"/>
                </a:cxn>
                <a:cxn ang="0">
                  <a:pos x="408" y="0"/>
                </a:cxn>
              </a:cxnLst>
              <a:rect l="0" t="0" r="r" b="b"/>
              <a:pathLst>
                <a:path w="408" h="1520">
                  <a:moveTo>
                    <a:pt x="408" y="0"/>
                  </a:moveTo>
                  <a:lnTo>
                    <a:pt x="339" y="1520"/>
                  </a:lnTo>
                  <a:lnTo>
                    <a:pt x="0" y="1420"/>
                  </a:lnTo>
                  <a:lnTo>
                    <a:pt x="408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8" name="Freeform 10"/>
            <p:cNvSpPr/>
            <p:nvPr/>
          </p:nvSpPr>
          <p:spPr bwMode="auto">
            <a:xfrm>
              <a:off x="1436514" y="1623831"/>
              <a:ext cx="948486" cy="2555930"/>
            </a:xfrm>
            <a:custGeom>
              <a:avLst/>
              <a:gdLst/>
              <a:ahLst/>
              <a:cxnLst>
                <a:cxn ang="0">
                  <a:pos x="0" y="1520"/>
                </a:cxn>
                <a:cxn ang="0">
                  <a:pos x="69" y="0"/>
                </a:cxn>
                <a:cxn ang="0">
                  <a:pos x="444" y="1394"/>
                </a:cxn>
                <a:cxn ang="0">
                  <a:pos x="0" y="1520"/>
                </a:cxn>
              </a:cxnLst>
              <a:rect l="0" t="0" r="r" b="b"/>
              <a:pathLst>
                <a:path w="444" h="1520">
                  <a:moveTo>
                    <a:pt x="0" y="1520"/>
                  </a:moveTo>
                  <a:lnTo>
                    <a:pt x="69" y="0"/>
                  </a:lnTo>
                  <a:lnTo>
                    <a:pt x="444" y="1394"/>
                  </a:lnTo>
                  <a:lnTo>
                    <a:pt x="0" y="152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</p:grpSp>
      <p:grpSp>
        <p:nvGrpSpPr>
          <p:cNvPr id="19" name="Group 77"/>
          <p:cNvGrpSpPr/>
          <p:nvPr/>
        </p:nvGrpSpPr>
        <p:grpSpPr>
          <a:xfrm>
            <a:off x="781223" y="3214606"/>
            <a:ext cx="1011327" cy="1088263"/>
            <a:chOff x="712331" y="1623831"/>
            <a:chExt cx="1672669" cy="2555930"/>
          </a:xfrm>
        </p:grpSpPr>
        <p:sp>
          <p:nvSpPr>
            <p:cNvPr id="20" name="Freeform 9"/>
            <p:cNvSpPr/>
            <p:nvPr/>
          </p:nvSpPr>
          <p:spPr bwMode="auto">
            <a:xfrm>
              <a:off x="712331" y="1623831"/>
              <a:ext cx="871582" cy="2555930"/>
            </a:xfrm>
            <a:custGeom>
              <a:avLst/>
              <a:gdLst/>
              <a:ahLst/>
              <a:cxnLst>
                <a:cxn ang="0">
                  <a:pos x="408" y="0"/>
                </a:cxn>
                <a:cxn ang="0">
                  <a:pos x="339" y="1520"/>
                </a:cxn>
                <a:cxn ang="0">
                  <a:pos x="0" y="1420"/>
                </a:cxn>
                <a:cxn ang="0">
                  <a:pos x="408" y="0"/>
                </a:cxn>
              </a:cxnLst>
              <a:rect l="0" t="0" r="r" b="b"/>
              <a:pathLst>
                <a:path w="408" h="1520">
                  <a:moveTo>
                    <a:pt x="408" y="0"/>
                  </a:moveTo>
                  <a:lnTo>
                    <a:pt x="339" y="1520"/>
                  </a:lnTo>
                  <a:lnTo>
                    <a:pt x="0" y="1420"/>
                  </a:lnTo>
                  <a:lnTo>
                    <a:pt x="408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21" name="Freeform 10"/>
            <p:cNvSpPr/>
            <p:nvPr/>
          </p:nvSpPr>
          <p:spPr bwMode="auto">
            <a:xfrm>
              <a:off x="1436514" y="1623831"/>
              <a:ext cx="948486" cy="2555930"/>
            </a:xfrm>
            <a:custGeom>
              <a:avLst/>
              <a:gdLst/>
              <a:ahLst/>
              <a:cxnLst>
                <a:cxn ang="0">
                  <a:pos x="0" y="1520"/>
                </a:cxn>
                <a:cxn ang="0">
                  <a:pos x="69" y="0"/>
                </a:cxn>
                <a:cxn ang="0">
                  <a:pos x="444" y="1394"/>
                </a:cxn>
                <a:cxn ang="0">
                  <a:pos x="0" y="1520"/>
                </a:cxn>
              </a:cxnLst>
              <a:rect l="0" t="0" r="r" b="b"/>
              <a:pathLst>
                <a:path w="444" h="1520">
                  <a:moveTo>
                    <a:pt x="0" y="1520"/>
                  </a:moveTo>
                  <a:lnTo>
                    <a:pt x="69" y="0"/>
                  </a:lnTo>
                  <a:lnTo>
                    <a:pt x="444" y="1394"/>
                  </a:lnTo>
                  <a:lnTo>
                    <a:pt x="0" y="152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</p:grpSp>
      <p:grpSp>
        <p:nvGrpSpPr>
          <p:cNvPr id="22" name="Group 80"/>
          <p:cNvGrpSpPr/>
          <p:nvPr/>
        </p:nvGrpSpPr>
        <p:grpSpPr>
          <a:xfrm>
            <a:off x="3033725" y="2612589"/>
            <a:ext cx="1238733" cy="1645270"/>
            <a:chOff x="712331" y="1623831"/>
            <a:chExt cx="1672670" cy="2555930"/>
          </a:xfrm>
        </p:grpSpPr>
        <p:sp>
          <p:nvSpPr>
            <p:cNvPr id="23" name="Freeform 9"/>
            <p:cNvSpPr/>
            <p:nvPr/>
          </p:nvSpPr>
          <p:spPr bwMode="auto">
            <a:xfrm>
              <a:off x="712331" y="1623831"/>
              <a:ext cx="871582" cy="2555930"/>
            </a:xfrm>
            <a:custGeom>
              <a:avLst/>
              <a:gdLst/>
              <a:ahLst/>
              <a:cxnLst>
                <a:cxn ang="0">
                  <a:pos x="408" y="0"/>
                </a:cxn>
                <a:cxn ang="0">
                  <a:pos x="339" y="1520"/>
                </a:cxn>
                <a:cxn ang="0">
                  <a:pos x="0" y="1420"/>
                </a:cxn>
                <a:cxn ang="0">
                  <a:pos x="408" y="0"/>
                </a:cxn>
              </a:cxnLst>
              <a:rect l="0" t="0" r="r" b="b"/>
              <a:pathLst>
                <a:path w="408" h="1520">
                  <a:moveTo>
                    <a:pt x="408" y="0"/>
                  </a:moveTo>
                  <a:lnTo>
                    <a:pt x="339" y="1520"/>
                  </a:lnTo>
                  <a:lnTo>
                    <a:pt x="0" y="1420"/>
                  </a:lnTo>
                  <a:lnTo>
                    <a:pt x="408" y="0"/>
                  </a:lnTo>
                  <a:close/>
                </a:path>
              </a:pathLst>
            </a:custGeom>
            <a:solidFill>
              <a:schemeClr val="accent3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24" name="Freeform 10"/>
            <p:cNvSpPr/>
            <p:nvPr/>
          </p:nvSpPr>
          <p:spPr bwMode="auto">
            <a:xfrm>
              <a:off x="1436515" y="1623831"/>
              <a:ext cx="948486" cy="2555930"/>
            </a:xfrm>
            <a:custGeom>
              <a:avLst/>
              <a:gdLst/>
              <a:ahLst/>
              <a:cxnLst>
                <a:cxn ang="0">
                  <a:pos x="0" y="1520"/>
                </a:cxn>
                <a:cxn ang="0">
                  <a:pos x="69" y="0"/>
                </a:cxn>
                <a:cxn ang="0">
                  <a:pos x="444" y="1394"/>
                </a:cxn>
                <a:cxn ang="0">
                  <a:pos x="0" y="1520"/>
                </a:cxn>
              </a:cxnLst>
              <a:rect l="0" t="0" r="r" b="b"/>
              <a:pathLst>
                <a:path w="444" h="1520">
                  <a:moveTo>
                    <a:pt x="0" y="1520"/>
                  </a:moveTo>
                  <a:lnTo>
                    <a:pt x="69" y="0"/>
                  </a:lnTo>
                  <a:lnTo>
                    <a:pt x="444" y="1394"/>
                  </a:lnTo>
                  <a:lnTo>
                    <a:pt x="0" y="152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</p:grpSp>
      <p:grpSp>
        <p:nvGrpSpPr>
          <p:cNvPr id="25" name="Group 83"/>
          <p:cNvGrpSpPr/>
          <p:nvPr/>
        </p:nvGrpSpPr>
        <p:grpSpPr>
          <a:xfrm>
            <a:off x="4310185" y="2216948"/>
            <a:ext cx="1238733" cy="2040910"/>
            <a:chOff x="712331" y="1623831"/>
            <a:chExt cx="1672669" cy="2555930"/>
          </a:xfrm>
        </p:grpSpPr>
        <p:sp>
          <p:nvSpPr>
            <p:cNvPr id="26" name="Freeform 9"/>
            <p:cNvSpPr/>
            <p:nvPr/>
          </p:nvSpPr>
          <p:spPr bwMode="auto">
            <a:xfrm>
              <a:off x="712331" y="1623831"/>
              <a:ext cx="871582" cy="2555930"/>
            </a:xfrm>
            <a:custGeom>
              <a:avLst/>
              <a:gdLst/>
              <a:ahLst/>
              <a:cxnLst>
                <a:cxn ang="0">
                  <a:pos x="408" y="0"/>
                </a:cxn>
                <a:cxn ang="0">
                  <a:pos x="339" y="1520"/>
                </a:cxn>
                <a:cxn ang="0">
                  <a:pos x="0" y="1420"/>
                </a:cxn>
                <a:cxn ang="0">
                  <a:pos x="408" y="0"/>
                </a:cxn>
              </a:cxnLst>
              <a:rect l="0" t="0" r="r" b="b"/>
              <a:pathLst>
                <a:path w="408" h="1520">
                  <a:moveTo>
                    <a:pt x="408" y="0"/>
                  </a:moveTo>
                  <a:lnTo>
                    <a:pt x="339" y="1520"/>
                  </a:lnTo>
                  <a:lnTo>
                    <a:pt x="0" y="1420"/>
                  </a:lnTo>
                  <a:lnTo>
                    <a:pt x="408" y="0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27" name="Freeform 10"/>
            <p:cNvSpPr/>
            <p:nvPr/>
          </p:nvSpPr>
          <p:spPr bwMode="auto">
            <a:xfrm>
              <a:off x="1436514" y="1623831"/>
              <a:ext cx="948486" cy="2555930"/>
            </a:xfrm>
            <a:custGeom>
              <a:avLst/>
              <a:gdLst/>
              <a:ahLst/>
              <a:cxnLst>
                <a:cxn ang="0">
                  <a:pos x="0" y="1520"/>
                </a:cxn>
                <a:cxn ang="0">
                  <a:pos x="69" y="0"/>
                </a:cxn>
                <a:cxn ang="0">
                  <a:pos x="444" y="1394"/>
                </a:cxn>
                <a:cxn ang="0">
                  <a:pos x="0" y="1520"/>
                </a:cxn>
              </a:cxnLst>
              <a:rect l="0" t="0" r="r" b="b"/>
              <a:pathLst>
                <a:path w="444" h="1520">
                  <a:moveTo>
                    <a:pt x="0" y="1520"/>
                  </a:moveTo>
                  <a:lnTo>
                    <a:pt x="69" y="0"/>
                  </a:lnTo>
                  <a:lnTo>
                    <a:pt x="444" y="1394"/>
                  </a:lnTo>
                  <a:lnTo>
                    <a:pt x="0" y="152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</p:grpSp>
      <p:sp>
        <p:nvSpPr>
          <p:cNvPr id="28" name="Oval 87"/>
          <p:cNvSpPr/>
          <p:nvPr/>
        </p:nvSpPr>
        <p:spPr>
          <a:xfrm>
            <a:off x="1172938" y="2800087"/>
            <a:ext cx="270519" cy="27069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29" name="Oval 88"/>
          <p:cNvSpPr/>
          <p:nvPr/>
        </p:nvSpPr>
        <p:spPr>
          <a:xfrm>
            <a:off x="2278025" y="1857669"/>
            <a:ext cx="270519" cy="27069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30" name="Oval 89"/>
          <p:cNvSpPr/>
          <p:nvPr/>
        </p:nvSpPr>
        <p:spPr>
          <a:xfrm>
            <a:off x="3554048" y="2272662"/>
            <a:ext cx="270519" cy="27069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31" name="Oval 90"/>
          <p:cNvSpPr/>
          <p:nvPr/>
        </p:nvSpPr>
        <p:spPr>
          <a:xfrm>
            <a:off x="4807859" y="1798947"/>
            <a:ext cx="270519" cy="27069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cxnSp>
        <p:nvCxnSpPr>
          <p:cNvPr id="32" name="Straight Connector 94"/>
          <p:cNvCxnSpPr>
            <a:stCxn id="28" idx="7"/>
            <a:endCxn id="29" idx="3"/>
          </p:cNvCxnSpPr>
          <p:nvPr/>
        </p:nvCxnSpPr>
        <p:spPr>
          <a:xfrm flipV="1">
            <a:off x="1403840" y="2088722"/>
            <a:ext cx="913801" cy="751007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98"/>
          <p:cNvCxnSpPr>
            <a:stCxn id="30" idx="6"/>
            <a:endCxn id="31" idx="2"/>
          </p:cNvCxnSpPr>
          <p:nvPr/>
        </p:nvCxnSpPr>
        <p:spPr>
          <a:xfrm flipV="1">
            <a:off x="3824567" y="1934294"/>
            <a:ext cx="983292" cy="473715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100"/>
          <p:cNvCxnSpPr>
            <a:stCxn id="29" idx="5"/>
            <a:endCxn id="30" idx="2"/>
          </p:cNvCxnSpPr>
          <p:nvPr/>
        </p:nvCxnSpPr>
        <p:spPr>
          <a:xfrm>
            <a:off x="2508929" y="2088722"/>
            <a:ext cx="1045118" cy="319288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oup 140"/>
          <p:cNvGrpSpPr/>
          <p:nvPr/>
        </p:nvGrpSpPr>
        <p:grpSpPr>
          <a:xfrm>
            <a:off x="7341320" y="1960873"/>
            <a:ext cx="550624" cy="535206"/>
            <a:chOff x="630683" y="3383511"/>
            <a:chExt cx="469021" cy="455593"/>
          </a:xfrm>
        </p:grpSpPr>
        <p:sp>
          <p:nvSpPr>
            <p:cNvPr id="36" name="Oval 141"/>
            <p:cNvSpPr>
              <a:spLocks noChangeAspect="1"/>
            </p:cNvSpPr>
            <p:nvPr/>
          </p:nvSpPr>
          <p:spPr>
            <a:xfrm>
              <a:off x="630683" y="3383511"/>
              <a:ext cx="469021" cy="45559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7" name="Freeform 117"/>
            <p:cNvSpPr/>
            <p:nvPr/>
          </p:nvSpPr>
          <p:spPr bwMode="auto">
            <a:xfrm>
              <a:off x="730012" y="3476126"/>
              <a:ext cx="270363" cy="270363"/>
            </a:xfrm>
            <a:custGeom>
              <a:avLst/>
              <a:gdLst/>
              <a:ahLst/>
              <a:cxnLst>
                <a:cxn ang="0">
                  <a:pos x="56" y="51"/>
                </a:cxn>
                <a:cxn ang="0">
                  <a:pos x="51" y="55"/>
                </a:cxn>
                <a:cxn ang="0">
                  <a:pos x="43" y="57"/>
                </a:cxn>
                <a:cxn ang="0">
                  <a:pos x="33" y="54"/>
                </a:cxn>
                <a:cxn ang="0">
                  <a:pos x="26" y="51"/>
                </a:cxn>
                <a:cxn ang="0">
                  <a:pos x="7" y="32"/>
                </a:cxn>
                <a:cxn ang="0">
                  <a:pos x="3" y="25"/>
                </a:cxn>
                <a:cxn ang="0">
                  <a:pos x="0" y="14"/>
                </a:cxn>
                <a:cxn ang="0">
                  <a:pos x="3" y="7"/>
                </a:cxn>
                <a:cxn ang="0">
                  <a:pos x="7" y="2"/>
                </a:cxn>
                <a:cxn ang="0">
                  <a:pos x="12" y="0"/>
                </a:cxn>
                <a:cxn ang="0">
                  <a:pos x="13" y="1"/>
                </a:cxn>
                <a:cxn ang="0">
                  <a:pos x="15" y="4"/>
                </a:cxn>
                <a:cxn ang="0">
                  <a:pos x="19" y="10"/>
                </a:cxn>
                <a:cxn ang="0">
                  <a:pos x="21" y="14"/>
                </a:cxn>
                <a:cxn ang="0">
                  <a:pos x="14" y="22"/>
                </a:cxn>
                <a:cxn ang="0">
                  <a:pos x="15" y="26"/>
                </a:cxn>
                <a:cxn ang="0">
                  <a:pos x="32" y="42"/>
                </a:cxn>
                <a:cxn ang="0">
                  <a:pos x="35" y="44"/>
                </a:cxn>
                <a:cxn ang="0">
                  <a:pos x="43" y="36"/>
                </a:cxn>
                <a:cxn ang="0">
                  <a:pos x="47" y="38"/>
                </a:cxn>
                <a:cxn ang="0">
                  <a:pos x="54" y="42"/>
                </a:cxn>
                <a:cxn ang="0">
                  <a:pos x="57" y="44"/>
                </a:cxn>
                <a:cxn ang="0">
                  <a:pos x="57" y="45"/>
                </a:cxn>
                <a:cxn ang="0">
                  <a:pos x="56" y="51"/>
                </a:cxn>
              </a:cxnLst>
              <a:rect l="0" t="0" r="r" b="b"/>
              <a:pathLst>
                <a:path w="57" h="57">
                  <a:moveTo>
                    <a:pt x="56" y="51"/>
                  </a:moveTo>
                  <a:cubicBezTo>
                    <a:pt x="55" y="53"/>
                    <a:pt x="53" y="54"/>
                    <a:pt x="51" y="55"/>
                  </a:cubicBezTo>
                  <a:cubicBezTo>
                    <a:pt x="49" y="56"/>
                    <a:pt x="46" y="57"/>
                    <a:pt x="43" y="57"/>
                  </a:cubicBezTo>
                  <a:cubicBezTo>
                    <a:pt x="40" y="57"/>
                    <a:pt x="36" y="55"/>
                    <a:pt x="33" y="54"/>
                  </a:cubicBezTo>
                  <a:cubicBezTo>
                    <a:pt x="30" y="53"/>
                    <a:pt x="28" y="52"/>
                    <a:pt x="26" y="51"/>
                  </a:cubicBezTo>
                  <a:cubicBezTo>
                    <a:pt x="19" y="47"/>
                    <a:pt x="11" y="38"/>
                    <a:pt x="7" y="32"/>
                  </a:cubicBezTo>
                  <a:cubicBezTo>
                    <a:pt x="5" y="29"/>
                    <a:pt x="4" y="27"/>
                    <a:pt x="3" y="25"/>
                  </a:cubicBezTo>
                  <a:cubicBezTo>
                    <a:pt x="2" y="21"/>
                    <a:pt x="0" y="18"/>
                    <a:pt x="0" y="14"/>
                  </a:cubicBezTo>
                  <a:cubicBezTo>
                    <a:pt x="0" y="11"/>
                    <a:pt x="1" y="9"/>
                    <a:pt x="3" y="7"/>
                  </a:cubicBezTo>
                  <a:cubicBezTo>
                    <a:pt x="4" y="5"/>
                    <a:pt x="5" y="3"/>
                    <a:pt x="7" y="2"/>
                  </a:cubicBezTo>
                  <a:cubicBezTo>
                    <a:pt x="8" y="1"/>
                    <a:pt x="11" y="0"/>
                    <a:pt x="12" y="0"/>
                  </a:cubicBezTo>
                  <a:cubicBezTo>
                    <a:pt x="13" y="0"/>
                    <a:pt x="13" y="0"/>
                    <a:pt x="13" y="1"/>
                  </a:cubicBezTo>
                  <a:cubicBezTo>
                    <a:pt x="14" y="1"/>
                    <a:pt x="15" y="3"/>
                    <a:pt x="15" y="4"/>
                  </a:cubicBezTo>
                  <a:cubicBezTo>
                    <a:pt x="17" y="6"/>
                    <a:pt x="18" y="8"/>
                    <a:pt x="19" y="10"/>
                  </a:cubicBezTo>
                  <a:cubicBezTo>
                    <a:pt x="20" y="12"/>
                    <a:pt x="21" y="13"/>
                    <a:pt x="21" y="14"/>
                  </a:cubicBezTo>
                  <a:cubicBezTo>
                    <a:pt x="21" y="17"/>
                    <a:pt x="14" y="20"/>
                    <a:pt x="14" y="22"/>
                  </a:cubicBezTo>
                  <a:cubicBezTo>
                    <a:pt x="14" y="23"/>
                    <a:pt x="15" y="25"/>
                    <a:pt x="15" y="26"/>
                  </a:cubicBezTo>
                  <a:cubicBezTo>
                    <a:pt x="19" y="33"/>
                    <a:pt x="24" y="38"/>
                    <a:pt x="32" y="42"/>
                  </a:cubicBezTo>
                  <a:cubicBezTo>
                    <a:pt x="33" y="43"/>
                    <a:pt x="34" y="44"/>
                    <a:pt x="35" y="44"/>
                  </a:cubicBezTo>
                  <a:cubicBezTo>
                    <a:pt x="37" y="44"/>
                    <a:pt x="41" y="36"/>
                    <a:pt x="43" y="36"/>
                  </a:cubicBezTo>
                  <a:cubicBezTo>
                    <a:pt x="45" y="36"/>
                    <a:pt x="46" y="38"/>
                    <a:pt x="47" y="38"/>
                  </a:cubicBezTo>
                  <a:cubicBezTo>
                    <a:pt x="49" y="40"/>
                    <a:pt x="52" y="41"/>
                    <a:pt x="54" y="42"/>
                  </a:cubicBezTo>
                  <a:cubicBezTo>
                    <a:pt x="55" y="43"/>
                    <a:pt x="57" y="43"/>
                    <a:pt x="57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7"/>
                    <a:pt x="56" y="49"/>
                    <a:pt x="56" y="51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</p:grpSp>
      <p:grpSp>
        <p:nvGrpSpPr>
          <p:cNvPr id="38" name="Group 143"/>
          <p:cNvGrpSpPr/>
          <p:nvPr/>
        </p:nvGrpSpPr>
        <p:grpSpPr>
          <a:xfrm>
            <a:off x="7341320" y="5162230"/>
            <a:ext cx="550624" cy="535206"/>
            <a:chOff x="3428938" y="4190009"/>
            <a:chExt cx="469021" cy="455593"/>
          </a:xfrm>
        </p:grpSpPr>
        <p:sp>
          <p:nvSpPr>
            <p:cNvPr id="39" name="Oval 144"/>
            <p:cNvSpPr>
              <a:spLocks noChangeAspect="1"/>
            </p:cNvSpPr>
            <p:nvPr/>
          </p:nvSpPr>
          <p:spPr>
            <a:xfrm>
              <a:off x="3428938" y="4190009"/>
              <a:ext cx="469021" cy="455593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40" name="Freeform 83"/>
            <p:cNvSpPr>
              <a:spLocks noEditPoints="1"/>
            </p:cNvSpPr>
            <p:nvPr/>
          </p:nvSpPr>
          <p:spPr bwMode="auto">
            <a:xfrm>
              <a:off x="3571129" y="4279327"/>
              <a:ext cx="184638" cy="276957"/>
            </a:xfrm>
            <a:custGeom>
              <a:avLst/>
              <a:gdLst/>
              <a:ahLst/>
              <a:cxnLst>
                <a:cxn ang="0">
                  <a:pos x="38" y="26"/>
                </a:cxn>
                <a:cxn ang="0">
                  <a:pos x="24" y="55"/>
                </a:cxn>
                <a:cxn ang="0">
                  <a:pos x="20" y="58"/>
                </a:cxn>
                <a:cxn ang="0">
                  <a:pos x="16" y="55"/>
                </a:cxn>
                <a:cxn ang="0">
                  <a:pos x="2" y="26"/>
                </a:cxn>
                <a:cxn ang="0">
                  <a:pos x="0" y="19"/>
                </a:cxn>
                <a:cxn ang="0">
                  <a:pos x="20" y="0"/>
                </a:cxn>
                <a:cxn ang="0">
                  <a:pos x="39" y="19"/>
                </a:cxn>
                <a:cxn ang="0">
                  <a:pos x="38" y="26"/>
                </a:cxn>
                <a:cxn ang="0">
                  <a:pos x="20" y="9"/>
                </a:cxn>
                <a:cxn ang="0">
                  <a:pos x="10" y="19"/>
                </a:cxn>
                <a:cxn ang="0">
                  <a:pos x="20" y="29"/>
                </a:cxn>
                <a:cxn ang="0">
                  <a:pos x="30" y="19"/>
                </a:cxn>
                <a:cxn ang="0">
                  <a:pos x="20" y="9"/>
                </a:cxn>
              </a:cxnLst>
              <a:rect l="0" t="0" r="r" b="b"/>
              <a:pathLst>
                <a:path w="39" h="58">
                  <a:moveTo>
                    <a:pt x="38" y="26"/>
                  </a:moveTo>
                  <a:cubicBezTo>
                    <a:pt x="24" y="55"/>
                    <a:pt x="24" y="55"/>
                    <a:pt x="24" y="55"/>
                  </a:cubicBezTo>
                  <a:cubicBezTo>
                    <a:pt x="23" y="57"/>
                    <a:pt x="22" y="58"/>
                    <a:pt x="20" y="58"/>
                  </a:cubicBezTo>
                  <a:cubicBezTo>
                    <a:pt x="18" y="58"/>
                    <a:pt x="16" y="57"/>
                    <a:pt x="16" y="55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1" y="24"/>
                    <a:pt x="0" y="21"/>
                    <a:pt x="0" y="19"/>
                  </a:cubicBezTo>
                  <a:cubicBezTo>
                    <a:pt x="0" y="8"/>
                    <a:pt x="9" y="0"/>
                    <a:pt x="20" y="0"/>
                  </a:cubicBezTo>
                  <a:cubicBezTo>
                    <a:pt x="31" y="0"/>
                    <a:pt x="39" y="8"/>
                    <a:pt x="39" y="19"/>
                  </a:cubicBezTo>
                  <a:cubicBezTo>
                    <a:pt x="39" y="21"/>
                    <a:pt x="39" y="24"/>
                    <a:pt x="38" y="26"/>
                  </a:cubicBezTo>
                  <a:close/>
                  <a:moveTo>
                    <a:pt x="20" y="9"/>
                  </a:moveTo>
                  <a:cubicBezTo>
                    <a:pt x="15" y="9"/>
                    <a:pt x="10" y="14"/>
                    <a:pt x="10" y="19"/>
                  </a:cubicBezTo>
                  <a:cubicBezTo>
                    <a:pt x="10" y="24"/>
                    <a:pt x="15" y="29"/>
                    <a:pt x="20" y="29"/>
                  </a:cubicBezTo>
                  <a:cubicBezTo>
                    <a:pt x="25" y="29"/>
                    <a:pt x="30" y="24"/>
                    <a:pt x="30" y="19"/>
                  </a:cubicBezTo>
                  <a:cubicBezTo>
                    <a:pt x="30" y="14"/>
                    <a:pt x="25" y="9"/>
                    <a:pt x="20" y="9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</p:grpSp>
      <p:grpSp>
        <p:nvGrpSpPr>
          <p:cNvPr id="41" name="Group 146"/>
          <p:cNvGrpSpPr/>
          <p:nvPr/>
        </p:nvGrpSpPr>
        <p:grpSpPr>
          <a:xfrm>
            <a:off x="7341320" y="3533810"/>
            <a:ext cx="550624" cy="535206"/>
            <a:chOff x="6299532" y="3384456"/>
            <a:chExt cx="469021" cy="455593"/>
          </a:xfrm>
        </p:grpSpPr>
        <p:sp>
          <p:nvSpPr>
            <p:cNvPr id="42" name="Oval 147"/>
            <p:cNvSpPr>
              <a:spLocks noChangeAspect="1"/>
            </p:cNvSpPr>
            <p:nvPr/>
          </p:nvSpPr>
          <p:spPr>
            <a:xfrm>
              <a:off x="6299532" y="3384456"/>
              <a:ext cx="469021" cy="45559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43" name="Freeform 36"/>
            <p:cNvSpPr>
              <a:spLocks noEditPoints="1"/>
            </p:cNvSpPr>
            <p:nvPr/>
          </p:nvSpPr>
          <p:spPr bwMode="auto">
            <a:xfrm>
              <a:off x="6435895" y="3505670"/>
              <a:ext cx="196295" cy="213164"/>
            </a:xfrm>
            <a:custGeom>
              <a:avLst/>
              <a:gdLst/>
              <a:ahLst/>
              <a:cxnLst>
                <a:cxn ang="0">
                  <a:pos x="55" y="64"/>
                </a:cxn>
                <a:cxn ang="0">
                  <a:pos x="0" y="59"/>
                </a:cxn>
                <a:cxn ang="0">
                  <a:pos x="4" y="9"/>
                </a:cxn>
                <a:cxn ang="0">
                  <a:pos x="9" y="5"/>
                </a:cxn>
                <a:cxn ang="0">
                  <a:pos x="17" y="0"/>
                </a:cxn>
                <a:cxn ang="0">
                  <a:pos x="23" y="9"/>
                </a:cxn>
                <a:cxn ang="0">
                  <a:pos x="36" y="5"/>
                </a:cxn>
                <a:cxn ang="0">
                  <a:pos x="44" y="0"/>
                </a:cxn>
                <a:cxn ang="0">
                  <a:pos x="50" y="9"/>
                </a:cxn>
                <a:cxn ang="0">
                  <a:pos x="59" y="13"/>
                </a:cxn>
                <a:cxn ang="0">
                  <a:pos x="15" y="33"/>
                </a:cxn>
                <a:cxn ang="0">
                  <a:pos x="4" y="23"/>
                </a:cxn>
                <a:cxn ang="0">
                  <a:pos x="15" y="33"/>
                </a:cxn>
                <a:cxn ang="0">
                  <a:pos x="15" y="35"/>
                </a:cxn>
                <a:cxn ang="0">
                  <a:pos x="4" y="47"/>
                </a:cxn>
                <a:cxn ang="0">
                  <a:pos x="15" y="59"/>
                </a:cxn>
                <a:cxn ang="0">
                  <a:pos x="4" y="49"/>
                </a:cxn>
                <a:cxn ang="0">
                  <a:pos x="15" y="59"/>
                </a:cxn>
                <a:cxn ang="0">
                  <a:pos x="17" y="4"/>
                </a:cxn>
                <a:cxn ang="0">
                  <a:pos x="13" y="5"/>
                </a:cxn>
                <a:cxn ang="0">
                  <a:pos x="15" y="17"/>
                </a:cxn>
                <a:cxn ang="0">
                  <a:pos x="18" y="16"/>
                </a:cxn>
                <a:cxn ang="0">
                  <a:pos x="28" y="33"/>
                </a:cxn>
                <a:cxn ang="0">
                  <a:pos x="17" y="23"/>
                </a:cxn>
                <a:cxn ang="0">
                  <a:pos x="28" y="33"/>
                </a:cxn>
                <a:cxn ang="0">
                  <a:pos x="28" y="35"/>
                </a:cxn>
                <a:cxn ang="0">
                  <a:pos x="17" y="47"/>
                </a:cxn>
                <a:cxn ang="0">
                  <a:pos x="28" y="59"/>
                </a:cxn>
                <a:cxn ang="0">
                  <a:pos x="17" y="49"/>
                </a:cxn>
                <a:cxn ang="0">
                  <a:pos x="28" y="59"/>
                </a:cxn>
                <a:cxn ang="0">
                  <a:pos x="42" y="23"/>
                </a:cxn>
                <a:cxn ang="0">
                  <a:pos x="31" y="33"/>
                </a:cxn>
                <a:cxn ang="0">
                  <a:pos x="42" y="47"/>
                </a:cxn>
                <a:cxn ang="0">
                  <a:pos x="31" y="35"/>
                </a:cxn>
                <a:cxn ang="0">
                  <a:pos x="42" y="47"/>
                </a:cxn>
                <a:cxn ang="0">
                  <a:pos x="42" y="49"/>
                </a:cxn>
                <a:cxn ang="0">
                  <a:pos x="31" y="59"/>
                </a:cxn>
                <a:cxn ang="0">
                  <a:pos x="45" y="5"/>
                </a:cxn>
                <a:cxn ang="0">
                  <a:pos x="42" y="4"/>
                </a:cxn>
                <a:cxn ang="0">
                  <a:pos x="41" y="16"/>
                </a:cxn>
                <a:cxn ang="0">
                  <a:pos x="44" y="17"/>
                </a:cxn>
                <a:cxn ang="0">
                  <a:pos x="45" y="5"/>
                </a:cxn>
                <a:cxn ang="0">
                  <a:pos x="55" y="23"/>
                </a:cxn>
                <a:cxn ang="0">
                  <a:pos x="44" y="33"/>
                </a:cxn>
                <a:cxn ang="0">
                  <a:pos x="55" y="47"/>
                </a:cxn>
                <a:cxn ang="0">
                  <a:pos x="44" y="35"/>
                </a:cxn>
                <a:cxn ang="0">
                  <a:pos x="55" y="47"/>
                </a:cxn>
                <a:cxn ang="0">
                  <a:pos x="55" y="49"/>
                </a:cxn>
                <a:cxn ang="0">
                  <a:pos x="44" y="59"/>
                </a:cxn>
              </a:cxnLst>
              <a:rect l="0" t="0" r="r" b="b"/>
              <a:pathLst>
                <a:path w="59" h="64">
                  <a:moveTo>
                    <a:pt x="59" y="59"/>
                  </a:moveTo>
                  <a:cubicBezTo>
                    <a:pt x="59" y="62"/>
                    <a:pt x="57" y="64"/>
                    <a:pt x="55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2" y="64"/>
                    <a:pt x="0" y="62"/>
                    <a:pt x="0" y="59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1"/>
                    <a:pt x="2" y="9"/>
                    <a:pt x="4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2"/>
                    <a:pt x="11" y="0"/>
                    <a:pt x="15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20" y="0"/>
                    <a:pt x="23" y="2"/>
                    <a:pt x="23" y="5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2"/>
                    <a:pt x="39" y="0"/>
                    <a:pt x="42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7" y="0"/>
                    <a:pt x="50" y="2"/>
                    <a:pt x="50" y="5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7" y="9"/>
                    <a:pt x="59" y="11"/>
                    <a:pt x="59" y="13"/>
                  </a:cubicBezTo>
                  <a:lnTo>
                    <a:pt x="59" y="59"/>
                  </a:lnTo>
                  <a:close/>
                  <a:moveTo>
                    <a:pt x="15" y="33"/>
                  </a:moveTo>
                  <a:cubicBezTo>
                    <a:pt x="15" y="23"/>
                    <a:pt x="15" y="23"/>
                    <a:pt x="15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33"/>
                    <a:pt x="4" y="33"/>
                    <a:pt x="4" y="33"/>
                  </a:cubicBezTo>
                  <a:lnTo>
                    <a:pt x="15" y="33"/>
                  </a:lnTo>
                  <a:close/>
                  <a:moveTo>
                    <a:pt x="15" y="47"/>
                  </a:moveTo>
                  <a:cubicBezTo>
                    <a:pt x="15" y="35"/>
                    <a:pt x="15" y="35"/>
                    <a:pt x="15" y="35"/>
                  </a:cubicBezTo>
                  <a:cubicBezTo>
                    <a:pt x="4" y="35"/>
                    <a:pt x="4" y="35"/>
                    <a:pt x="4" y="35"/>
                  </a:cubicBezTo>
                  <a:cubicBezTo>
                    <a:pt x="4" y="47"/>
                    <a:pt x="4" y="47"/>
                    <a:pt x="4" y="47"/>
                  </a:cubicBezTo>
                  <a:lnTo>
                    <a:pt x="15" y="47"/>
                  </a:lnTo>
                  <a:close/>
                  <a:moveTo>
                    <a:pt x="15" y="59"/>
                  </a:moveTo>
                  <a:cubicBezTo>
                    <a:pt x="15" y="49"/>
                    <a:pt x="15" y="49"/>
                    <a:pt x="15" y="49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59"/>
                    <a:pt x="4" y="59"/>
                    <a:pt x="4" y="59"/>
                  </a:cubicBezTo>
                  <a:lnTo>
                    <a:pt x="15" y="59"/>
                  </a:lnTo>
                  <a:close/>
                  <a:moveTo>
                    <a:pt x="18" y="5"/>
                  </a:moveTo>
                  <a:cubicBezTo>
                    <a:pt x="18" y="5"/>
                    <a:pt x="18" y="4"/>
                    <a:pt x="17" y="4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4" y="4"/>
                    <a:pt x="13" y="5"/>
                    <a:pt x="13" y="5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4" y="17"/>
                    <a:pt x="15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6"/>
                    <a:pt x="18" y="16"/>
                  </a:cubicBezTo>
                  <a:lnTo>
                    <a:pt x="18" y="5"/>
                  </a:lnTo>
                  <a:close/>
                  <a:moveTo>
                    <a:pt x="28" y="33"/>
                  </a:moveTo>
                  <a:cubicBezTo>
                    <a:pt x="28" y="23"/>
                    <a:pt x="28" y="23"/>
                    <a:pt x="28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7" y="33"/>
                    <a:pt x="17" y="33"/>
                    <a:pt x="17" y="33"/>
                  </a:cubicBezTo>
                  <a:lnTo>
                    <a:pt x="28" y="33"/>
                  </a:lnTo>
                  <a:close/>
                  <a:moveTo>
                    <a:pt x="28" y="47"/>
                  </a:moveTo>
                  <a:cubicBezTo>
                    <a:pt x="28" y="35"/>
                    <a:pt x="28" y="35"/>
                    <a:pt x="28" y="35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7" y="47"/>
                    <a:pt x="17" y="47"/>
                    <a:pt x="17" y="47"/>
                  </a:cubicBezTo>
                  <a:lnTo>
                    <a:pt x="28" y="47"/>
                  </a:lnTo>
                  <a:close/>
                  <a:moveTo>
                    <a:pt x="28" y="59"/>
                  </a:moveTo>
                  <a:cubicBezTo>
                    <a:pt x="28" y="49"/>
                    <a:pt x="28" y="49"/>
                    <a:pt x="28" y="49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7" y="59"/>
                    <a:pt x="17" y="59"/>
                    <a:pt x="17" y="59"/>
                  </a:cubicBezTo>
                  <a:lnTo>
                    <a:pt x="28" y="59"/>
                  </a:lnTo>
                  <a:close/>
                  <a:moveTo>
                    <a:pt x="42" y="33"/>
                  </a:moveTo>
                  <a:cubicBezTo>
                    <a:pt x="42" y="23"/>
                    <a:pt x="42" y="23"/>
                    <a:pt x="42" y="23"/>
                  </a:cubicBezTo>
                  <a:cubicBezTo>
                    <a:pt x="31" y="23"/>
                    <a:pt x="31" y="23"/>
                    <a:pt x="31" y="23"/>
                  </a:cubicBezTo>
                  <a:cubicBezTo>
                    <a:pt x="31" y="33"/>
                    <a:pt x="31" y="33"/>
                    <a:pt x="31" y="33"/>
                  </a:cubicBezTo>
                  <a:lnTo>
                    <a:pt x="42" y="33"/>
                  </a:lnTo>
                  <a:close/>
                  <a:moveTo>
                    <a:pt x="42" y="47"/>
                  </a:moveTo>
                  <a:cubicBezTo>
                    <a:pt x="42" y="35"/>
                    <a:pt x="42" y="35"/>
                    <a:pt x="42" y="35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47"/>
                    <a:pt x="31" y="47"/>
                    <a:pt x="31" y="47"/>
                  </a:cubicBezTo>
                  <a:lnTo>
                    <a:pt x="42" y="47"/>
                  </a:lnTo>
                  <a:close/>
                  <a:moveTo>
                    <a:pt x="42" y="59"/>
                  </a:moveTo>
                  <a:cubicBezTo>
                    <a:pt x="42" y="49"/>
                    <a:pt x="42" y="49"/>
                    <a:pt x="42" y="49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31" y="59"/>
                    <a:pt x="31" y="59"/>
                    <a:pt x="31" y="59"/>
                  </a:cubicBezTo>
                  <a:lnTo>
                    <a:pt x="42" y="59"/>
                  </a:lnTo>
                  <a:close/>
                  <a:moveTo>
                    <a:pt x="45" y="5"/>
                  </a:moveTo>
                  <a:cubicBezTo>
                    <a:pt x="45" y="5"/>
                    <a:pt x="45" y="4"/>
                    <a:pt x="44" y="4"/>
                  </a:cubicBezTo>
                  <a:cubicBezTo>
                    <a:pt x="42" y="4"/>
                    <a:pt x="42" y="4"/>
                    <a:pt x="42" y="4"/>
                  </a:cubicBezTo>
                  <a:cubicBezTo>
                    <a:pt x="41" y="4"/>
                    <a:pt x="41" y="5"/>
                    <a:pt x="41" y="5"/>
                  </a:cubicBezTo>
                  <a:cubicBezTo>
                    <a:pt x="41" y="16"/>
                    <a:pt x="41" y="16"/>
                    <a:pt x="41" y="16"/>
                  </a:cubicBezTo>
                  <a:cubicBezTo>
                    <a:pt x="41" y="16"/>
                    <a:pt x="41" y="17"/>
                    <a:pt x="42" y="17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5" y="17"/>
                    <a:pt x="45" y="16"/>
                    <a:pt x="45" y="16"/>
                  </a:cubicBezTo>
                  <a:lnTo>
                    <a:pt x="45" y="5"/>
                  </a:lnTo>
                  <a:close/>
                  <a:moveTo>
                    <a:pt x="55" y="33"/>
                  </a:moveTo>
                  <a:cubicBezTo>
                    <a:pt x="55" y="23"/>
                    <a:pt x="55" y="23"/>
                    <a:pt x="55" y="23"/>
                  </a:cubicBezTo>
                  <a:cubicBezTo>
                    <a:pt x="44" y="23"/>
                    <a:pt x="44" y="23"/>
                    <a:pt x="44" y="23"/>
                  </a:cubicBezTo>
                  <a:cubicBezTo>
                    <a:pt x="44" y="33"/>
                    <a:pt x="44" y="33"/>
                    <a:pt x="44" y="33"/>
                  </a:cubicBezTo>
                  <a:lnTo>
                    <a:pt x="55" y="33"/>
                  </a:lnTo>
                  <a:close/>
                  <a:moveTo>
                    <a:pt x="55" y="47"/>
                  </a:moveTo>
                  <a:cubicBezTo>
                    <a:pt x="55" y="35"/>
                    <a:pt x="55" y="35"/>
                    <a:pt x="55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47"/>
                    <a:pt x="44" y="47"/>
                    <a:pt x="44" y="47"/>
                  </a:cubicBezTo>
                  <a:lnTo>
                    <a:pt x="55" y="47"/>
                  </a:lnTo>
                  <a:close/>
                  <a:moveTo>
                    <a:pt x="55" y="59"/>
                  </a:moveTo>
                  <a:cubicBezTo>
                    <a:pt x="55" y="49"/>
                    <a:pt x="55" y="49"/>
                    <a:pt x="5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4" y="59"/>
                    <a:pt x="44" y="59"/>
                    <a:pt x="44" y="59"/>
                  </a:cubicBezTo>
                  <a:lnTo>
                    <a:pt x="55" y="59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</p:grpSp>
      <p:grpSp>
        <p:nvGrpSpPr>
          <p:cNvPr id="44" name="Group 149"/>
          <p:cNvGrpSpPr/>
          <p:nvPr/>
        </p:nvGrpSpPr>
        <p:grpSpPr>
          <a:xfrm>
            <a:off x="7346701" y="4295328"/>
            <a:ext cx="550624" cy="535206"/>
            <a:chOff x="630683" y="4190009"/>
            <a:chExt cx="469021" cy="455593"/>
          </a:xfrm>
        </p:grpSpPr>
        <p:sp>
          <p:nvSpPr>
            <p:cNvPr id="45" name="Oval 150"/>
            <p:cNvSpPr>
              <a:spLocks noChangeAspect="1"/>
            </p:cNvSpPr>
            <p:nvPr/>
          </p:nvSpPr>
          <p:spPr>
            <a:xfrm>
              <a:off x="630683" y="4190009"/>
              <a:ext cx="469021" cy="45559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46" name="Freeform 103"/>
            <p:cNvSpPr>
              <a:spLocks noEditPoints="1"/>
            </p:cNvSpPr>
            <p:nvPr/>
          </p:nvSpPr>
          <p:spPr bwMode="auto">
            <a:xfrm>
              <a:off x="765181" y="4270535"/>
              <a:ext cx="200025" cy="294541"/>
            </a:xfrm>
            <a:custGeom>
              <a:avLst/>
              <a:gdLst/>
              <a:ahLst/>
              <a:cxnLst>
                <a:cxn ang="0">
                  <a:pos x="37" y="29"/>
                </a:cxn>
                <a:cxn ang="0">
                  <a:pos x="31" y="41"/>
                </a:cxn>
                <a:cxn ang="0">
                  <a:pos x="33" y="44"/>
                </a:cxn>
                <a:cxn ang="0">
                  <a:pos x="32" y="47"/>
                </a:cxn>
                <a:cxn ang="0">
                  <a:pos x="33" y="49"/>
                </a:cxn>
                <a:cxn ang="0">
                  <a:pos x="31" y="53"/>
                </a:cxn>
                <a:cxn ang="0">
                  <a:pos x="31" y="54"/>
                </a:cxn>
                <a:cxn ang="0">
                  <a:pos x="27" y="58"/>
                </a:cxn>
                <a:cxn ang="0">
                  <a:pos x="21" y="62"/>
                </a:cxn>
                <a:cxn ang="0">
                  <a:pos x="15" y="58"/>
                </a:cxn>
                <a:cxn ang="0">
                  <a:pos x="11" y="54"/>
                </a:cxn>
                <a:cxn ang="0">
                  <a:pos x="11" y="53"/>
                </a:cxn>
                <a:cxn ang="0">
                  <a:pos x="9" y="49"/>
                </a:cxn>
                <a:cxn ang="0">
                  <a:pos x="10" y="47"/>
                </a:cxn>
                <a:cxn ang="0">
                  <a:pos x="9" y="44"/>
                </a:cxn>
                <a:cxn ang="0">
                  <a:pos x="11" y="41"/>
                </a:cxn>
                <a:cxn ang="0">
                  <a:pos x="5" y="29"/>
                </a:cxn>
                <a:cxn ang="0">
                  <a:pos x="0" y="18"/>
                </a:cxn>
                <a:cxn ang="0">
                  <a:pos x="21" y="0"/>
                </a:cxn>
                <a:cxn ang="0">
                  <a:pos x="42" y="18"/>
                </a:cxn>
                <a:cxn ang="0">
                  <a:pos x="37" y="29"/>
                </a:cxn>
                <a:cxn ang="0">
                  <a:pos x="21" y="6"/>
                </a:cxn>
                <a:cxn ang="0">
                  <a:pos x="6" y="18"/>
                </a:cxn>
                <a:cxn ang="0">
                  <a:pos x="8" y="26"/>
                </a:cxn>
                <a:cxn ang="0">
                  <a:pos x="11" y="28"/>
                </a:cxn>
                <a:cxn ang="0">
                  <a:pos x="16" y="40"/>
                </a:cxn>
                <a:cxn ang="0">
                  <a:pos x="26" y="40"/>
                </a:cxn>
                <a:cxn ang="0">
                  <a:pos x="31" y="28"/>
                </a:cxn>
                <a:cxn ang="0">
                  <a:pos x="34" y="26"/>
                </a:cxn>
                <a:cxn ang="0">
                  <a:pos x="36" y="18"/>
                </a:cxn>
                <a:cxn ang="0">
                  <a:pos x="21" y="6"/>
                </a:cxn>
                <a:cxn ang="0">
                  <a:pos x="29" y="20"/>
                </a:cxn>
                <a:cxn ang="0">
                  <a:pos x="27" y="18"/>
                </a:cxn>
                <a:cxn ang="0">
                  <a:pos x="21" y="15"/>
                </a:cxn>
                <a:cxn ang="0">
                  <a:pos x="20" y="13"/>
                </a:cxn>
                <a:cxn ang="0">
                  <a:pos x="21" y="12"/>
                </a:cxn>
                <a:cxn ang="0">
                  <a:pos x="30" y="18"/>
                </a:cxn>
                <a:cxn ang="0">
                  <a:pos x="29" y="20"/>
                </a:cxn>
              </a:cxnLst>
              <a:rect l="0" t="0" r="r" b="b"/>
              <a:pathLst>
                <a:path w="42" h="62">
                  <a:moveTo>
                    <a:pt x="37" y="29"/>
                  </a:moveTo>
                  <a:cubicBezTo>
                    <a:pt x="35" y="32"/>
                    <a:pt x="31" y="37"/>
                    <a:pt x="31" y="41"/>
                  </a:cubicBezTo>
                  <a:cubicBezTo>
                    <a:pt x="32" y="42"/>
                    <a:pt x="33" y="43"/>
                    <a:pt x="33" y="44"/>
                  </a:cubicBezTo>
                  <a:cubicBezTo>
                    <a:pt x="33" y="45"/>
                    <a:pt x="32" y="46"/>
                    <a:pt x="32" y="47"/>
                  </a:cubicBezTo>
                  <a:cubicBezTo>
                    <a:pt x="32" y="47"/>
                    <a:pt x="33" y="48"/>
                    <a:pt x="33" y="49"/>
                  </a:cubicBezTo>
                  <a:cubicBezTo>
                    <a:pt x="33" y="51"/>
                    <a:pt x="32" y="52"/>
                    <a:pt x="31" y="53"/>
                  </a:cubicBezTo>
                  <a:cubicBezTo>
                    <a:pt x="31" y="53"/>
                    <a:pt x="31" y="54"/>
                    <a:pt x="31" y="54"/>
                  </a:cubicBezTo>
                  <a:cubicBezTo>
                    <a:pt x="31" y="57"/>
                    <a:pt x="29" y="58"/>
                    <a:pt x="27" y="58"/>
                  </a:cubicBezTo>
                  <a:cubicBezTo>
                    <a:pt x="26" y="61"/>
                    <a:pt x="24" y="62"/>
                    <a:pt x="21" y="62"/>
                  </a:cubicBezTo>
                  <a:cubicBezTo>
                    <a:pt x="19" y="62"/>
                    <a:pt x="16" y="61"/>
                    <a:pt x="15" y="58"/>
                  </a:cubicBezTo>
                  <a:cubicBezTo>
                    <a:pt x="13" y="58"/>
                    <a:pt x="11" y="57"/>
                    <a:pt x="11" y="54"/>
                  </a:cubicBezTo>
                  <a:cubicBezTo>
                    <a:pt x="11" y="54"/>
                    <a:pt x="11" y="53"/>
                    <a:pt x="11" y="53"/>
                  </a:cubicBezTo>
                  <a:cubicBezTo>
                    <a:pt x="10" y="52"/>
                    <a:pt x="9" y="51"/>
                    <a:pt x="9" y="49"/>
                  </a:cubicBezTo>
                  <a:cubicBezTo>
                    <a:pt x="9" y="48"/>
                    <a:pt x="10" y="47"/>
                    <a:pt x="10" y="47"/>
                  </a:cubicBezTo>
                  <a:cubicBezTo>
                    <a:pt x="10" y="46"/>
                    <a:pt x="9" y="45"/>
                    <a:pt x="9" y="44"/>
                  </a:cubicBezTo>
                  <a:cubicBezTo>
                    <a:pt x="9" y="43"/>
                    <a:pt x="10" y="42"/>
                    <a:pt x="11" y="41"/>
                  </a:cubicBezTo>
                  <a:cubicBezTo>
                    <a:pt x="11" y="37"/>
                    <a:pt x="7" y="32"/>
                    <a:pt x="5" y="29"/>
                  </a:cubicBezTo>
                  <a:cubicBezTo>
                    <a:pt x="2" y="26"/>
                    <a:pt x="0" y="23"/>
                    <a:pt x="0" y="18"/>
                  </a:cubicBezTo>
                  <a:cubicBezTo>
                    <a:pt x="0" y="8"/>
                    <a:pt x="11" y="0"/>
                    <a:pt x="21" y="0"/>
                  </a:cubicBezTo>
                  <a:cubicBezTo>
                    <a:pt x="31" y="0"/>
                    <a:pt x="42" y="8"/>
                    <a:pt x="42" y="18"/>
                  </a:cubicBezTo>
                  <a:cubicBezTo>
                    <a:pt x="42" y="23"/>
                    <a:pt x="40" y="26"/>
                    <a:pt x="37" y="29"/>
                  </a:cubicBezTo>
                  <a:close/>
                  <a:moveTo>
                    <a:pt x="21" y="6"/>
                  </a:moveTo>
                  <a:cubicBezTo>
                    <a:pt x="14" y="6"/>
                    <a:pt x="6" y="10"/>
                    <a:pt x="6" y="18"/>
                  </a:cubicBezTo>
                  <a:cubicBezTo>
                    <a:pt x="6" y="21"/>
                    <a:pt x="7" y="24"/>
                    <a:pt x="8" y="26"/>
                  </a:cubicBezTo>
                  <a:cubicBezTo>
                    <a:pt x="9" y="27"/>
                    <a:pt x="10" y="27"/>
                    <a:pt x="11" y="28"/>
                  </a:cubicBezTo>
                  <a:cubicBezTo>
                    <a:pt x="14" y="32"/>
                    <a:pt x="16" y="36"/>
                    <a:pt x="16" y="40"/>
                  </a:cubicBezTo>
                  <a:cubicBezTo>
                    <a:pt x="26" y="40"/>
                    <a:pt x="26" y="40"/>
                    <a:pt x="26" y="40"/>
                  </a:cubicBezTo>
                  <a:cubicBezTo>
                    <a:pt x="26" y="36"/>
                    <a:pt x="28" y="32"/>
                    <a:pt x="31" y="28"/>
                  </a:cubicBezTo>
                  <a:cubicBezTo>
                    <a:pt x="32" y="27"/>
                    <a:pt x="33" y="27"/>
                    <a:pt x="34" y="26"/>
                  </a:cubicBezTo>
                  <a:cubicBezTo>
                    <a:pt x="35" y="24"/>
                    <a:pt x="36" y="21"/>
                    <a:pt x="36" y="18"/>
                  </a:cubicBezTo>
                  <a:cubicBezTo>
                    <a:pt x="36" y="10"/>
                    <a:pt x="28" y="6"/>
                    <a:pt x="21" y="6"/>
                  </a:cubicBezTo>
                  <a:close/>
                  <a:moveTo>
                    <a:pt x="29" y="20"/>
                  </a:moveTo>
                  <a:cubicBezTo>
                    <a:pt x="28" y="20"/>
                    <a:pt x="27" y="19"/>
                    <a:pt x="27" y="18"/>
                  </a:cubicBezTo>
                  <a:cubicBezTo>
                    <a:pt x="27" y="16"/>
                    <a:pt x="23" y="15"/>
                    <a:pt x="21" y="15"/>
                  </a:cubicBezTo>
                  <a:cubicBezTo>
                    <a:pt x="20" y="15"/>
                    <a:pt x="20" y="14"/>
                    <a:pt x="20" y="13"/>
                  </a:cubicBezTo>
                  <a:cubicBezTo>
                    <a:pt x="20" y="13"/>
                    <a:pt x="20" y="12"/>
                    <a:pt x="21" y="12"/>
                  </a:cubicBezTo>
                  <a:cubicBezTo>
                    <a:pt x="25" y="12"/>
                    <a:pt x="30" y="14"/>
                    <a:pt x="30" y="18"/>
                  </a:cubicBezTo>
                  <a:cubicBezTo>
                    <a:pt x="30" y="19"/>
                    <a:pt x="29" y="20"/>
                    <a:pt x="29" y="2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</p:grpSp>
      <p:grpSp>
        <p:nvGrpSpPr>
          <p:cNvPr id="47" name="Group 152"/>
          <p:cNvGrpSpPr/>
          <p:nvPr/>
        </p:nvGrpSpPr>
        <p:grpSpPr>
          <a:xfrm>
            <a:off x="7341320" y="2798676"/>
            <a:ext cx="550624" cy="535206"/>
            <a:chOff x="3425803" y="3384456"/>
            <a:chExt cx="469021" cy="455593"/>
          </a:xfrm>
        </p:grpSpPr>
        <p:sp>
          <p:nvSpPr>
            <p:cNvPr id="48" name="Oval 153"/>
            <p:cNvSpPr>
              <a:spLocks noChangeAspect="1"/>
            </p:cNvSpPr>
            <p:nvPr/>
          </p:nvSpPr>
          <p:spPr>
            <a:xfrm>
              <a:off x="3425803" y="3384456"/>
              <a:ext cx="469021" cy="45559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49" name="Freeform 5"/>
            <p:cNvSpPr>
              <a:spLocks noEditPoints="1"/>
            </p:cNvSpPr>
            <p:nvPr/>
          </p:nvSpPr>
          <p:spPr bwMode="auto">
            <a:xfrm>
              <a:off x="3520613" y="3471340"/>
              <a:ext cx="279400" cy="279400"/>
            </a:xfrm>
            <a:custGeom>
              <a:avLst/>
              <a:gdLst/>
              <a:ahLst/>
              <a:cxnLst>
                <a:cxn ang="0">
                  <a:pos x="0" y="192"/>
                </a:cxn>
                <a:cxn ang="0">
                  <a:pos x="255" y="135"/>
                </a:cxn>
                <a:cxn ang="0">
                  <a:pos x="277" y="122"/>
                </a:cxn>
                <a:cxn ang="0">
                  <a:pos x="303" y="116"/>
                </a:cxn>
                <a:cxn ang="0">
                  <a:pos x="296" y="105"/>
                </a:cxn>
                <a:cxn ang="0">
                  <a:pos x="278" y="89"/>
                </a:cxn>
                <a:cxn ang="0">
                  <a:pos x="265" y="90"/>
                </a:cxn>
                <a:cxn ang="0">
                  <a:pos x="256" y="82"/>
                </a:cxn>
                <a:cxn ang="0">
                  <a:pos x="231" y="73"/>
                </a:cxn>
                <a:cxn ang="0">
                  <a:pos x="234" y="98"/>
                </a:cxn>
                <a:cxn ang="0">
                  <a:pos x="224" y="118"/>
                </a:cxn>
                <a:cxn ang="0">
                  <a:pos x="205" y="103"/>
                </a:cxn>
                <a:cxn ang="0">
                  <a:pos x="175" y="89"/>
                </a:cxn>
                <a:cxn ang="0">
                  <a:pos x="183" y="68"/>
                </a:cxn>
                <a:cxn ang="0">
                  <a:pos x="212" y="58"/>
                </a:cxn>
                <a:cxn ang="0">
                  <a:pos x="207" y="47"/>
                </a:cxn>
                <a:cxn ang="0">
                  <a:pos x="188" y="50"/>
                </a:cxn>
                <a:cxn ang="0">
                  <a:pos x="168" y="37"/>
                </a:cxn>
                <a:cxn ang="0">
                  <a:pos x="171" y="52"/>
                </a:cxn>
                <a:cxn ang="0">
                  <a:pos x="157" y="52"/>
                </a:cxn>
                <a:cxn ang="0">
                  <a:pos x="141" y="40"/>
                </a:cxn>
                <a:cxn ang="0">
                  <a:pos x="126" y="47"/>
                </a:cxn>
                <a:cxn ang="0">
                  <a:pos x="143" y="51"/>
                </a:cxn>
                <a:cxn ang="0">
                  <a:pos x="131" y="58"/>
                </a:cxn>
                <a:cxn ang="0">
                  <a:pos x="56" y="107"/>
                </a:cxn>
                <a:cxn ang="0">
                  <a:pos x="65" y="118"/>
                </a:cxn>
                <a:cxn ang="0">
                  <a:pos x="79" y="135"/>
                </a:cxn>
                <a:cxn ang="0">
                  <a:pos x="74" y="158"/>
                </a:cxn>
                <a:cxn ang="0">
                  <a:pos x="88" y="185"/>
                </a:cxn>
                <a:cxn ang="0">
                  <a:pos x="108" y="214"/>
                </a:cxn>
                <a:cxn ang="0">
                  <a:pos x="118" y="227"/>
                </a:cxn>
                <a:cxn ang="0">
                  <a:pos x="105" y="197"/>
                </a:cxn>
                <a:cxn ang="0">
                  <a:pos x="125" y="225"/>
                </a:cxn>
                <a:cxn ang="0">
                  <a:pos x="150" y="255"/>
                </a:cxn>
                <a:cxn ang="0">
                  <a:pos x="184" y="269"/>
                </a:cxn>
                <a:cxn ang="0">
                  <a:pos x="213" y="290"/>
                </a:cxn>
                <a:cxn ang="0">
                  <a:pos x="224" y="288"/>
                </a:cxn>
                <a:cxn ang="0">
                  <a:pos x="212" y="268"/>
                </a:cxn>
                <a:cxn ang="0">
                  <a:pos x="197" y="262"/>
                </a:cxn>
                <a:cxn ang="0">
                  <a:pos x="194" y="239"/>
                </a:cxn>
                <a:cxn ang="0">
                  <a:pos x="171" y="250"/>
                </a:cxn>
                <a:cxn ang="0">
                  <a:pos x="168" y="210"/>
                </a:cxn>
                <a:cxn ang="0">
                  <a:pos x="184" y="206"/>
                </a:cxn>
                <a:cxn ang="0">
                  <a:pos x="196" y="202"/>
                </a:cxn>
                <a:cxn ang="0">
                  <a:pos x="214" y="211"/>
                </a:cxn>
                <a:cxn ang="0">
                  <a:pos x="221" y="205"/>
                </a:cxn>
                <a:cxn ang="0">
                  <a:pos x="234" y="179"/>
                </a:cxn>
                <a:cxn ang="0">
                  <a:pos x="233" y="171"/>
                </a:cxn>
                <a:cxn ang="0">
                  <a:pos x="252" y="157"/>
                </a:cxn>
                <a:cxn ang="0">
                  <a:pos x="266" y="143"/>
                </a:cxn>
                <a:cxn ang="0">
                  <a:pos x="273" y="131"/>
                </a:cxn>
                <a:cxn ang="0">
                  <a:pos x="255" y="135"/>
                </a:cxn>
                <a:cxn ang="0">
                  <a:pos x="295" y="298"/>
                </a:cxn>
                <a:cxn ang="0">
                  <a:pos x="272" y="288"/>
                </a:cxn>
                <a:cxn ang="0">
                  <a:pos x="251" y="288"/>
                </a:cxn>
                <a:cxn ang="0">
                  <a:pos x="236" y="286"/>
                </a:cxn>
                <a:cxn ang="0">
                  <a:pos x="230" y="307"/>
                </a:cxn>
                <a:cxn ang="0">
                  <a:pos x="223" y="335"/>
                </a:cxn>
                <a:cxn ang="0">
                  <a:pos x="308" y="302"/>
                </a:cxn>
              </a:cxnLst>
              <a:rect l="0" t="0" r="r" b="b"/>
              <a:pathLst>
                <a:path w="384" h="384">
                  <a:moveTo>
                    <a:pt x="384" y="192"/>
                  </a:moveTo>
                  <a:cubicBezTo>
                    <a:pt x="384" y="298"/>
                    <a:pt x="298" y="384"/>
                    <a:pt x="192" y="384"/>
                  </a:cubicBezTo>
                  <a:cubicBezTo>
                    <a:pt x="86" y="384"/>
                    <a:pt x="0" y="298"/>
                    <a:pt x="0" y="192"/>
                  </a:cubicBezTo>
                  <a:cubicBezTo>
                    <a:pt x="0" y="86"/>
                    <a:pt x="86" y="0"/>
                    <a:pt x="192" y="0"/>
                  </a:cubicBezTo>
                  <a:cubicBezTo>
                    <a:pt x="298" y="0"/>
                    <a:pt x="384" y="86"/>
                    <a:pt x="384" y="192"/>
                  </a:cubicBezTo>
                  <a:close/>
                  <a:moveTo>
                    <a:pt x="255" y="135"/>
                  </a:moveTo>
                  <a:cubicBezTo>
                    <a:pt x="256" y="135"/>
                    <a:pt x="257" y="130"/>
                    <a:pt x="258" y="129"/>
                  </a:cubicBezTo>
                  <a:cubicBezTo>
                    <a:pt x="260" y="127"/>
                    <a:pt x="262" y="126"/>
                    <a:pt x="264" y="125"/>
                  </a:cubicBezTo>
                  <a:cubicBezTo>
                    <a:pt x="268" y="124"/>
                    <a:pt x="272" y="123"/>
                    <a:pt x="277" y="122"/>
                  </a:cubicBezTo>
                  <a:cubicBezTo>
                    <a:pt x="281" y="121"/>
                    <a:pt x="286" y="121"/>
                    <a:pt x="289" y="125"/>
                  </a:cubicBezTo>
                  <a:cubicBezTo>
                    <a:pt x="289" y="124"/>
                    <a:pt x="295" y="119"/>
                    <a:pt x="295" y="119"/>
                  </a:cubicBezTo>
                  <a:cubicBezTo>
                    <a:pt x="298" y="118"/>
                    <a:pt x="301" y="118"/>
                    <a:pt x="303" y="116"/>
                  </a:cubicBezTo>
                  <a:cubicBezTo>
                    <a:pt x="303" y="115"/>
                    <a:pt x="303" y="110"/>
                    <a:pt x="303" y="110"/>
                  </a:cubicBezTo>
                  <a:cubicBezTo>
                    <a:pt x="299" y="111"/>
                    <a:pt x="298" y="107"/>
                    <a:pt x="297" y="103"/>
                  </a:cubicBezTo>
                  <a:cubicBezTo>
                    <a:pt x="297" y="104"/>
                    <a:pt x="297" y="104"/>
                    <a:pt x="296" y="105"/>
                  </a:cubicBezTo>
                  <a:cubicBezTo>
                    <a:pt x="296" y="102"/>
                    <a:pt x="291" y="104"/>
                    <a:pt x="290" y="104"/>
                  </a:cubicBezTo>
                  <a:cubicBezTo>
                    <a:pt x="284" y="102"/>
                    <a:pt x="285" y="98"/>
                    <a:pt x="283" y="94"/>
                  </a:cubicBezTo>
                  <a:cubicBezTo>
                    <a:pt x="282" y="92"/>
                    <a:pt x="279" y="91"/>
                    <a:pt x="278" y="89"/>
                  </a:cubicBezTo>
                  <a:cubicBezTo>
                    <a:pt x="277" y="87"/>
                    <a:pt x="277" y="84"/>
                    <a:pt x="274" y="84"/>
                  </a:cubicBezTo>
                  <a:cubicBezTo>
                    <a:pt x="273" y="84"/>
                    <a:pt x="270" y="89"/>
                    <a:pt x="270" y="89"/>
                  </a:cubicBezTo>
                  <a:cubicBezTo>
                    <a:pt x="267" y="88"/>
                    <a:pt x="266" y="89"/>
                    <a:pt x="265" y="90"/>
                  </a:cubicBezTo>
                  <a:cubicBezTo>
                    <a:pt x="263" y="91"/>
                    <a:pt x="262" y="91"/>
                    <a:pt x="260" y="92"/>
                  </a:cubicBezTo>
                  <a:cubicBezTo>
                    <a:pt x="265" y="90"/>
                    <a:pt x="258" y="88"/>
                    <a:pt x="256" y="88"/>
                  </a:cubicBezTo>
                  <a:cubicBezTo>
                    <a:pt x="260" y="87"/>
                    <a:pt x="258" y="83"/>
                    <a:pt x="256" y="82"/>
                  </a:cubicBezTo>
                  <a:cubicBezTo>
                    <a:pt x="256" y="82"/>
                    <a:pt x="257" y="82"/>
                    <a:pt x="257" y="82"/>
                  </a:cubicBezTo>
                  <a:cubicBezTo>
                    <a:pt x="257" y="79"/>
                    <a:pt x="250" y="77"/>
                    <a:pt x="247" y="76"/>
                  </a:cubicBezTo>
                  <a:cubicBezTo>
                    <a:pt x="245" y="74"/>
                    <a:pt x="233" y="72"/>
                    <a:pt x="231" y="73"/>
                  </a:cubicBezTo>
                  <a:cubicBezTo>
                    <a:pt x="228" y="75"/>
                    <a:pt x="231" y="80"/>
                    <a:pt x="231" y="83"/>
                  </a:cubicBezTo>
                  <a:cubicBezTo>
                    <a:pt x="232" y="86"/>
                    <a:pt x="228" y="86"/>
                    <a:pt x="228" y="89"/>
                  </a:cubicBezTo>
                  <a:cubicBezTo>
                    <a:pt x="228" y="93"/>
                    <a:pt x="236" y="92"/>
                    <a:pt x="234" y="98"/>
                  </a:cubicBezTo>
                  <a:cubicBezTo>
                    <a:pt x="233" y="102"/>
                    <a:pt x="228" y="102"/>
                    <a:pt x="226" y="105"/>
                  </a:cubicBezTo>
                  <a:cubicBezTo>
                    <a:pt x="224" y="108"/>
                    <a:pt x="227" y="112"/>
                    <a:pt x="229" y="114"/>
                  </a:cubicBezTo>
                  <a:cubicBezTo>
                    <a:pt x="231" y="115"/>
                    <a:pt x="225" y="118"/>
                    <a:pt x="224" y="118"/>
                  </a:cubicBezTo>
                  <a:cubicBezTo>
                    <a:pt x="220" y="120"/>
                    <a:pt x="217" y="114"/>
                    <a:pt x="216" y="110"/>
                  </a:cubicBezTo>
                  <a:cubicBezTo>
                    <a:pt x="215" y="108"/>
                    <a:pt x="215" y="104"/>
                    <a:pt x="212" y="103"/>
                  </a:cubicBezTo>
                  <a:cubicBezTo>
                    <a:pt x="210" y="102"/>
                    <a:pt x="206" y="102"/>
                    <a:pt x="205" y="103"/>
                  </a:cubicBezTo>
                  <a:cubicBezTo>
                    <a:pt x="203" y="99"/>
                    <a:pt x="198" y="98"/>
                    <a:pt x="194" y="97"/>
                  </a:cubicBezTo>
                  <a:cubicBezTo>
                    <a:pt x="189" y="95"/>
                    <a:pt x="185" y="95"/>
                    <a:pt x="180" y="96"/>
                  </a:cubicBezTo>
                  <a:cubicBezTo>
                    <a:pt x="181" y="95"/>
                    <a:pt x="179" y="88"/>
                    <a:pt x="175" y="89"/>
                  </a:cubicBezTo>
                  <a:cubicBezTo>
                    <a:pt x="176" y="86"/>
                    <a:pt x="176" y="84"/>
                    <a:pt x="176" y="81"/>
                  </a:cubicBezTo>
                  <a:cubicBezTo>
                    <a:pt x="177" y="79"/>
                    <a:pt x="178" y="77"/>
                    <a:pt x="179" y="75"/>
                  </a:cubicBezTo>
                  <a:cubicBezTo>
                    <a:pt x="180" y="74"/>
                    <a:pt x="185" y="69"/>
                    <a:pt x="183" y="68"/>
                  </a:cubicBezTo>
                  <a:cubicBezTo>
                    <a:pt x="188" y="69"/>
                    <a:pt x="193" y="69"/>
                    <a:pt x="196" y="66"/>
                  </a:cubicBezTo>
                  <a:cubicBezTo>
                    <a:pt x="198" y="63"/>
                    <a:pt x="199" y="60"/>
                    <a:pt x="202" y="57"/>
                  </a:cubicBezTo>
                  <a:cubicBezTo>
                    <a:pt x="205" y="53"/>
                    <a:pt x="209" y="58"/>
                    <a:pt x="212" y="58"/>
                  </a:cubicBezTo>
                  <a:cubicBezTo>
                    <a:pt x="217" y="59"/>
                    <a:pt x="217" y="53"/>
                    <a:pt x="214" y="51"/>
                  </a:cubicBezTo>
                  <a:cubicBezTo>
                    <a:pt x="218" y="51"/>
                    <a:pt x="215" y="45"/>
                    <a:pt x="213" y="44"/>
                  </a:cubicBezTo>
                  <a:cubicBezTo>
                    <a:pt x="211" y="43"/>
                    <a:pt x="202" y="46"/>
                    <a:pt x="207" y="47"/>
                  </a:cubicBezTo>
                  <a:cubicBezTo>
                    <a:pt x="206" y="47"/>
                    <a:pt x="200" y="59"/>
                    <a:pt x="196" y="53"/>
                  </a:cubicBezTo>
                  <a:cubicBezTo>
                    <a:pt x="195" y="52"/>
                    <a:pt x="195" y="47"/>
                    <a:pt x="193" y="46"/>
                  </a:cubicBezTo>
                  <a:cubicBezTo>
                    <a:pt x="190" y="46"/>
                    <a:pt x="189" y="49"/>
                    <a:pt x="188" y="50"/>
                  </a:cubicBezTo>
                  <a:cubicBezTo>
                    <a:pt x="190" y="47"/>
                    <a:pt x="181" y="45"/>
                    <a:pt x="180" y="44"/>
                  </a:cubicBezTo>
                  <a:cubicBezTo>
                    <a:pt x="183" y="42"/>
                    <a:pt x="180" y="39"/>
                    <a:pt x="178" y="38"/>
                  </a:cubicBezTo>
                  <a:cubicBezTo>
                    <a:pt x="176" y="36"/>
                    <a:pt x="169" y="35"/>
                    <a:pt x="168" y="37"/>
                  </a:cubicBezTo>
                  <a:cubicBezTo>
                    <a:pt x="163" y="43"/>
                    <a:pt x="173" y="44"/>
                    <a:pt x="175" y="45"/>
                  </a:cubicBezTo>
                  <a:cubicBezTo>
                    <a:pt x="176" y="46"/>
                    <a:pt x="179" y="48"/>
                    <a:pt x="177" y="49"/>
                  </a:cubicBezTo>
                  <a:cubicBezTo>
                    <a:pt x="176" y="50"/>
                    <a:pt x="171" y="51"/>
                    <a:pt x="171" y="52"/>
                  </a:cubicBezTo>
                  <a:cubicBezTo>
                    <a:pt x="169" y="54"/>
                    <a:pt x="172" y="57"/>
                    <a:pt x="170" y="59"/>
                  </a:cubicBezTo>
                  <a:cubicBezTo>
                    <a:pt x="168" y="57"/>
                    <a:pt x="168" y="53"/>
                    <a:pt x="166" y="50"/>
                  </a:cubicBezTo>
                  <a:cubicBezTo>
                    <a:pt x="168" y="53"/>
                    <a:pt x="157" y="52"/>
                    <a:pt x="157" y="52"/>
                  </a:cubicBezTo>
                  <a:cubicBezTo>
                    <a:pt x="154" y="52"/>
                    <a:pt x="148" y="54"/>
                    <a:pt x="145" y="50"/>
                  </a:cubicBezTo>
                  <a:cubicBezTo>
                    <a:pt x="144" y="49"/>
                    <a:pt x="144" y="44"/>
                    <a:pt x="146" y="45"/>
                  </a:cubicBezTo>
                  <a:cubicBezTo>
                    <a:pt x="144" y="43"/>
                    <a:pt x="142" y="41"/>
                    <a:pt x="141" y="40"/>
                  </a:cubicBezTo>
                  <a:cubicBezTo>
                    <a:pt x="132" y="43"/>
                    <a:pt x="125" y="47"/>
                    <a:pt x="117" y="51"/>
                  </a:cubicBezTo>
                  <a:cubicBezTo>
                    <a:pt x="118" y="51"/>
                    <a:pt x="119" y="51"/>
                    <a:pt x="120" y="50"/>
                  </a:cubicBezTo>
                  <a:cubicBezTo>
                    <a:pt x="122" y="50"/>
                    <a:pt x="124" y="48"/>
                    <a:pt x="126" y="47"/>
                  </a:cubicBezTo>
                  <a:cubicBezTo>
                    <a:pt x="128" y="46"/>
                    <a:pt x="134" y="43"/>
                    <a:pt x="136" y="46"/>
                  </a:cubicBezTo>
                  <a:cubicBezTo>
                    <a:pt x="137" y="45"/>
                    <a:pt x="137" y="45"/>
                    <a:pt x="138" y="44"/>
                  </a:cubicBezTo>
                  <a:cubicBezTo>
                    <a:pt x="139" y="46"/>
                    <a:pt x="141" y="48"/>
                    <a:pt x="143" y="51"/>
                  </a:cubicBezTo>
                  <a:cubicBezTo>
                    <a:pt x="141" y="50"/>
                    <a:pt x="137" y="50"/>
                    <a:pt x="135" y="50"/>
                  </a:cubicBezTo>
                  <a:cubicBezTo>
                    <a:pt x="133" y="51"/>
                    <a:pt x="130" y="51"/>
                    <a:pt x="130" y="53"/>
                  </a:cubicBezTo>
                  <a:cubicBezTo>
                    <a:pt x="130" y="55"/>
                    <a:pt x="131" y="57"/>
                    <a:pt x="131" y="58"/>
                  </a:cubicBezTo>
                  <a:cubicBezTo>
                    <a:pt x="128" y="56"/>
                    <a:pt x="125" y="52"/>
                    <a:pt x="121" y="51"/>
                  </a:cubicBezTo>
                  <a:cubicBezTo>
                    <a:pt x="119" y="51"/>
                    <a:pt x="117" y="51"/>
                    <a:pt x="115" y="52"/>
                  </a:cubicBezTo>
                  <a:cubicBezTo>
                    <a:pt x="91" y="65"/>
                    <a:pt x="71" y="84"/>
                    <a:pt x="56" y="107"/>
                  </a:cubicBezTo>
                  <a:cubicBezTo>
                    <a:pt x="57" y="108"/>
                    <a:pt x="58" y="109"/>
                    <a:pt x="59" y="109"/>
                  </a:cubicBezTo>
                  <a:cubicBezTo>
                    <a:pt x="62" y="110"/>
                    <a:pt x="59" y="117"/>
                    <a:pt x="64" y="113"/>
                  </a:cubicBezTo>
                  <a:cubicBezTo>
                    <a:pt x="66" y="115"/>
                    <a:pt x="66" y="116"/>
                    <a:pt x="65" y="118"/>
                  </a:cubicBezTo>
                  <a:cubicBezTo>
                    <a:pt x="65" y="118"/>
                    <a:pt x="75" y="124"/>
                    <a:pt x="76" y="125"/>
                  </a:cubicBezTo>
                  <a:cubicBezTo>
                    <a:pt x="78" y="126"/>
                    <a:pt x="80" y="128"/>
                    <a:pt x="81" y="130"/>
                  </a:cubicBezTo>
                  <a:cubicBezTo>
                    <a:pt x="82" y="132"/>
                    <a:pt x="80" y="134"/>
                    <a:pt x="79" y="135"/>
                  </a:cubicBezTo>
                  <a:cubicBezTo>
                    <a:pt x="78" y="134"/>
                    <a:pt x="75" y="130"/>
                    <a:pt x="74" y="131"/>
                  </a:cubicBezTo>
                  <a:cubicBezTo>
                    <a:pt x="73" y="133"/>
                    <a:pt x="74" y="139"/>
                    <a:pt x="77" y="139"/>
                  </a:cubicBezTo>
                  <a:cubicBezTo>
                    <a:pt x="73" y="139"/>
                    <a:pt x="75" y="155"/>
                    <a:pt x="74" y="158"/>
                  </a:cubicBezTo>
                  <a:cubicBezTo>
                    <a:pt x="74" y="158"/>
                    <a:pt x="74" y="158"/>
                    <a:pt x="74" y="158"/>
                  </a:cubicBezTo>
                  <a:cubicBezTo>
                    <a:pt x="73" y="161"/>
                    <a:pt x="76" y="173"/>
                    <a:pt x="81" y="172"/>
                  </a:cubicBezTo>
                  <a:cubicBezTo>
                    <a:pt x="78" y="172"/>
                    <a:pt x="87" y="184"/>
                    <a:pt x="88" y="185"/>
                  </a:cubicBezTo>
                  <a:cubicBezTo>
                    <a:pt x="91" y="187"/>
                    <a:pt x="95" y="188"/>
                    <a:pt x="97" y="192"/>
                  </a:cubicBezTo>
                  <a:cubicBezTo>
                    <a:pt x="100" y="195"/>
                    <a:pt x="100" y="201"/>
                    <a:pt x="103" y="203"/>
                  </a:cubicBezTo>
                  <a:cubicBezTo>
                    <a:pt x="102" y="206"/>
                    <a:pt x="108" y="210"/>
                    <a:pt x="108" y="214"/>
                  </a:cubicBezTo>
                  <a:cubicBezTo>
                    <a:pt x="108" y="214"/>
                    <a:pt x="107" y="214"/>
                    <a:pt x="107" y="215"/>
                  </a:cubicBezTo>
                  <a:cubicBezTo>
                    <a:pt x="108" y="218"/>
                    <a:pt x="113" y="218"/>
                    <a:pt x="115" y="221"/>
                  </a:cubicBezTo>
                  <a:cubicBezTo>
                    <a:pt x="116" y="223"/>
                    <a:pt x="115" y="228"/>
                    <a:pt x="118" y="227"/>
                  </a:cubicBezTo>
                  <a:cubicBezTo>
                    <a:pt x="118" y="222"/>
                    <a:pt x="115" y="216"/>
                    <a:pt x="112" y="212"/>
                  </a:cubicBezTo>
                  <a:cubicBezTo>
                    <a:pt x="110" y="209"/>
                    <a:pt x="109" y="207"/>
                    <a:pt x="108" y="204"/>
                  </a:cubicBezTo>
                  <a:cubicBezTo>
                    <a:pt x="106" y="202"/>
                    <a:pt x="106" y="199"/>
                    <a:pt x="105" y="197"/>
                  </a:cubicBezTo>
                  <a:cubicBezTo>
                    <a:pt x="106" y="197"/>
                    <a:pt x="112" y="199"/>
                    <a:pt x="111" y="200"/>
                  </a:cubicBezTo>
                  <a:cubicBezTo>
                    <a:pt x="109" y="205"/>
                    <a:pt x="119" y="214"/>
                    <a:pt x="122" y="217"/>
                  </a:cubicBezTo>
                  <a:cubicBezTo>
                    <a:pt x="123" y="218"/>
                    <a:pt x="128" y="225"/>
                    <a:pt x="125" y="225"/>
                  </a:cubicBezTo>
                  <a:cubicBezTo>
                    <a:pt x="129" y="225"/>
                    <a:pt x="133" y="230"/>
                    <a:pt x="135" y="233"/>
                  </a:cubicBezTo>
                  <a:cubicBezTo>
                    <a:pt x="137" y="236"/>
                    <a:pt x="136" y="241"/>
                    <a:pt x="138" y="245"/>
                  </a:cubicBezTo>
                  <a:cubicBezTo>
                    <a:pt x="139" y="250"/>
                    <a:pt x="146" y="252"/>
                    <a:pt x="150" y="255"/>
                  </a:cubicBezTo>
                  <a:cubicBezTo>
                    <a:pt x="154" y="256"/>
                    <a:pt x="157" y="259"/>
                    <a:pt x="160" y="260"/>
                  </a:cubicBezTo>
                  <a:cubicBezTo>
                    <a:pt x="166" y="262"/>
                    <a:pt x="167" y="260"/>
                    <a:pt x="171" y="260"/>
                  </a:cubicBezTo>
                  <a:cubicBezTo>
                    <a:pt x="178" y="259"/>
                    <a:pt x="179" y="266"/>
                    <a:pt x="184" y="269"/>
                  </a:cubicBezTo>
                  <a:cubicBezTo>
                    <a:pt x="187" y="270"/>
                    <a:pt x="194" y="273"/>
                    <a:pt x="198" y="271"/>
                  </a:cubicBezTo>
                  <a:cubicBezTo>
                    <a:pt x="196" y="272"/>
                    <a:pt x="203" y="282"/>
                    <a:pt x="204" y="283"/>
                  </a:cubicBezTo>
                  <a:cubicBezTo>
                    <a:pt x="206" y="286"/>
                    <a:pt x="210" y="287"/>
                    <a:pt x="213" y="290"/>
                  </a:cubicBezTo>
                  <a:cubicBezTo>
                    <a:pt x="213" y="290"/>
                    <a:pt x="214" y="289"/>
                    <a:pt x="214" y="288"/>
                  </a:cubicBezTo>
                  <a:cubicBezTo>
                    <a:pt x="213" y="291"/>
                    <a:pt x="218" y="296"/>
                    <a:pt x="221" y="296"/>
                  </a:cubicBezTo>
                  <a:cubicBezTo>
                    <a:pt x="223" y="295"/>
                    <a:pt x="224" y="290"/>
                    <a:pt x="224" y="288"/>
                  </a:cubicBezTo>
                  <a:cubicBezTo>
                    <a:pt x="219" y="290"/>
                    <a:pt x="215" y="288"/>
                    <a:pt x="212" y="283"/>
                  </a:cubicBezTo>
                  <a:cubicBezTo>
                    <a:pt x="211" y="282"/>
                    <a:pt x="207" y="275"/>
                    <a:pt x="211" y="275"/>
                  </a:cubicBezTo>
                  <a:cubicBezTo>
                    <a:pt x="216" y="275"/>
                    <a:pt x="212" y="271"/>
                    <a:pt x="212" y="268"/>
                  </a:cubicBezTo>
                  <a:cubicBezTo>
                    <a:pt x="211" y="264"/>
                    <a:pt x="208" y="262"/>
                    <a:pt x="206" y="259"/>
                  </a:cubicBezTo>
                  <a:cubicBezTo>
                    <a:pt x="205" y="262"/>
                    <a:pt x="200" y="261"/>
                    <a:pt x="198" y="259"/>
                  </a:cubicBezTo>
                  <a:cubicBezTo>
                    <a:pt x="198" y="259"/>
                    <a:pt x="197" y="261"/>
                    <a:pt x="197" y="262"/>
                  </a:cubicBezTo>
                  <a:cubicBezTo>
                    <a:pt x="196" y="262"/>
                    <a:pt x="195" y="262"/>
                    <a:pt x="194" y="261"/>
                  </a:cubicBezTo>
                  <a:cubicBezTo>
                    <a:pt x="194" y="258"/>
                    <a:pt x="194" y="255"/>
                    <a:pt x="195" y="251"/>
                  </a:cubicBezTo>
                  <a:cubicBezTo>
                    <a:pt x="196" y="247"/>
                    <a:pt x="205" y="238"/>
                    <a:pt x="194" y="239"/>
                  </a:cubicBezTo>
                  <a:cubicBezTo>
                    <a:pt x="190" y="239"/>
                    <a:pt x="188" y="240"/>
                    <a:pt x="187" y="244"/>
                  </a:cubicBezTo>
                  <a:cubicBezTo>
                    <a:pt x="186" y="247"/>
                    <a:pt x="186" y="249"/>
                    <a:pt x="183" y="251"/>
                  </a:cubicBezTo>
                  <a:cubicBezTo>
                    <a:pt x="181" y="252"/>
                    <a:pt x="173" y="251"/>
                    <a:pt x="171" y="250"/>
                  </a:cubicBezTo>
                  <a:cubicBezTo>
                    <a:pt x="166" y="247"/>
                    <a:pt x="163" y="239"/>
                    <a:pt x="163" y="234"/>
                  </a:cubicBezTo>
                  <a:cubicBezTo>
                    <a:pt x="163" y="227"/>
                    <a:pt x="166" y="221"/>
                    <a:pt x="163" y="215"/>
                  </a:cubicBezTo>
                  <a:cubicBezTo>
                    <a:pt x="164" y="213"/>
                    <a:pt x="166" y="211"/>
                    <a:pt x="168" y="210"/>
                  </a:cubicBezTo>
                  <a:cubicBezTo>
                    <a:pt x="169" y="209"/>
                    <a:pt x="171" y="210"/>
                    <a:pt x="172" y="207"/>
                  </a:cubicBezTo>
                  <a:cubicBezTo>
                    <a:pt x="171" y="207"/>
                    <a:pt x="170" y="206"/>
                    <a:pt x="170" y="206"/>
                  </a:cubicBezTo>
                  <a:cubicBezTo>
                    <a:pt x="173" y="208"/>
                    <a:pt x="180" y="203"/>
                    <a:pt x="184" y="206"/>
                  </a:cubicBezTo>
                  <a:cubicBezTo>
                    <a:pt x="186" y="207"/>
                    <a:pt x="188" y="208"/>
                    <a:pt x="189" y="205"/>
                  </a:cubicBezTo>
                  <a:cubicBezTo>
                    <a:pt x="189" y="205"/>
                    <a:pt x="187" y="202"/>
                    <a:pt x="188" y="200"/>
                  </a:cubicBezTo>
                  <a:cubicBezTo>
                    <a:pt x="189" y="204"/>
                    <a:pt x="192" y="205"/>
                    <a:pt x="196" y="202"/>
                  </a:cubicBezTo>
                  <a:cubicBezTo>
                    <a:pt x="197" y="203"/>
                    <a:pt x="201" y="203"/>
                    <a:pt x="204" y="204"/>
                  </a:cubicBezTo>
                  <a:cubicBezTo>
                    <a:pt x="207" y="206"/>
                    <a:pt x="207" y="209"/>
                    <a:pt x="211" y="205"/>
                  </a:cubicBezTo>
                  <a:cubicBezTo>
                    <a:pt x="213" y="208"/>
                    <a:pt x="213" y="208"/>
                    <a:pt x="214" y="211"/>
                  </a:cubicBezTo>
                  <a:cubicBezTo>
                    <a:pt x="214" y="214"/>
                    <a:pt x="216" y="221"/>
                    <a:pt x="218" y="222"/>
                  </a:cubicBezTo>
                  <a:cubicBezTo>
                    <a:pt x="224" y="225"/>
                    <a:pt x="222" y="217"/>
                    <a:pt x="222" y="214"/>
                  </a:cubicBezTo>
                  <a:cubicBezTo>
                    <a:pt x="222" y="213"/>
                    <a:pt x="222" y="205"/>
                    <a:pt x="221" y="205"/>
                  </a:cubicBezTo>
                  <a:cubicBezTo>
                    <a:pt x="213" y="203"/>
                    <a:pt x="216" y="197"/>
                    <a:pt x="221" y="193"/>
                  </a:cubicBezTo>
                  <a:cubicBezTo>
                    <a:pt x="222" y="192"/>
                    <a:pt x="227" y="190"/>
                    <a:pt x="230" y="188"/>
                  </a:cubicBezTo>
                  <a:cubicBezTo>
                    <a:pt x="232" y="186"/>
                    <a:pt x="235" y="183"/>
                    <a:pt x="234" y="179"/>
                  </a:cubicBezTo>
                  <a:cubicBezTo>
                    <a:pt x="235" y="179"/>
                    <a:pt x="236" y="178"/>
                    <a:pt x="236" y="177"/>
                  </a:cubicBezTo>
                  <a:cubicBezTo>
                    <a:pt x="236" y="177"/>
                    <a:pt x="233" y="174"/>
                    <a:pt x="232" y="175"/>
                  </a:cubicBezTo>
                  <a:cubicBezTo>
                    <a:pt x="234" y="174"/>
                    <a:pt x="234" y="172"/>
                    <a:pt x="233" y="171"/>
                  </a:cubicBezTo>
                  <a:cubicBezTo>
                    <a:pt x="235" y="169"/>
                    <a:pt x="234" y="166"/>
                    <a:pt x="236" y="165"/>
                  </a:cubicBezTo>
                  <a:cubicBezTo>
                    <a:pt x="239" y="169"/>
                    <a:pt x="245" y="165"/>
                    <a:pt x="242" y="162"/>
                  </a:cubicBezTo>
                  <a:cubicBezTo>
                    <a:pt x="244" y="158"/>
                    <a:pt x="250" y="160"/>
                    <a:pt x="252" y="157"/>
                  </a:cubicBezTo>
                  <a:cubicBezTo>
                    <a:pt x="255" y="158"/>
                    <a:pt x="253" y="153"/>
                    <a:pt x="255" y="150"/>
                  </a:cubicBezTo>
                  <a:cubicBezTo>
                    <a:pt x="256" y="148"/>
                    <a:pt x="259" y="148"/>
                    <a:pt x="262" y="147"/>
                  </a:cubicBezTo>
                  <a:cubicBezTo>
                    <a:pt x="262" y="147"/>
                    <a:pt x="268" y="143"/>
                    <a:pt x="266" y="143"/>
                  </a:cubicBezTo>
                  <a:cubicBezTo>
                    <a:pt x="270" y="144"/>
                    <a:pt x="279" y="139"/>
                    <a:pt x="272" y="135"/>
                  </a:cubicBezTo>
                  <a:cubicBezTo>
                    <a:pt x="273" y="133"/>
                    <a:pt x="270" y="132"/>
                    <a:pt x="268" y="132"/>
                  </a:cubicBezTo>
                  <a:cubicBezTo>
                    <a:pt x="269" y="131"/>
                    <a:pt x="272" y="132"/>
                    <a:pt x="273" y="131"/>
                  </a:cubicBezTo>
                  <a:cubicBezTo>
                    <a:pt x="276" y="129"/>
                    <a:pt x="274" y="128"/>
                    <a:pt x="271" y="127"/>
                  </a:cubicBezTo>
                  <a:cubicBezTo>
                    <a:pt x="268" y="126"/>
                    <a:pt x="263" y="128"/>
                    <a:pt x="261" y="130"/>
                  </a:cubicBezTo>
                  <a:cubicBezTo>
                    <a:pt x="259" y="132"/>
                    <a:pt x="257" y="134"/>
                    <a:pt x="255" y="135"/>
                  </a:cubicBezTo>
                  <a:close/>
                  <a:moveTo>
                    <a:pt x="308" y="302"/>
                  </a:moveTo>
                  <a:cubicBezTo>
                    <a:pt x="306" y="301"/>
                    <a:pt x="303" y="301"/>
                    <a:pt x="301" y="300"/>
                  </a:cubicBezTo>
                  <a:cubicBezTo>
                    <a:pt x="299" y="300"/>
                    <a:pt x="298" y="299"/>
                    <a:pt x="295" y="298"/>
                  </a:cubicBezTo>
                  <a:cubicBezTo>
                    <a:pt x="296" y="293"/>
                    <a:pt x="290" y="292"/>
                    <a:pt x="287" y="289"/>
                  </a:cubicBezTo>
                  <a:cubicBezTo>
                    <a:pt x="284" y="287"/>
                    <a:pt x="282" y="284"/>
                    <a:pt x="277" y="285"/>
                  </a:cubicBezTo>
                  <a:cubicBezTo>
                    <a:pt x="276" y="285"/>
                    <a:pt x="271" y="287"/>
                    <a:pt x="272" y="288"/>
                  </a:cubicBezTo>
                  <a:cubicBezTo>
                    <a:pt x="269" y="285"/>
                    <a:pt x="268" y="284"/>
                    <a:pt x="263" y="282"/>
                  </a:cubicBezTo>
                  <a:cubicBezTo>
                    <a:pt x="259" y="281"/>
                    <a:pt x="257" y="276"/>
                    <a:pt x="253" y="281"/>
                  </a:cubicBezTo>
                  <a:cubicBezTo>
                    <a:pt x="251" y="283"/>
                    <a:pt x="252" y="286"/>
                    <a:pt x="251" y="288"/>
                  </a:cubicBezTo>
                  <a:cubicBezTo>
                    <a:pt x="247" y="285"/>
                    <a:pt x="254" y="282"/>
                    <a:pt x="251" y="279"/>
                  </a:cubicBezTo>
                  <a:cubicBezTo>
                    <a:pt x="248" y="275"/>
                    <a:pt x="243" y="281"/>
                    <a:pt x="240" y="282"/>
                  </a:cubicBezTo>
                  <a:cubicBezTo>
                    <a:pt x="239" y="284"/>
                    <a:pt x="237" y="284"/>
                    <a:pt x="236" y="286"/>
                  </a:cubicBezTo>
                  <a:cubicBezTo>
                    <a:pt x="235" y="287"/>
                    <a:pt x="234" y="290"/>
                    <a:pt x="233" y="291"/>
                  </a:cubicBezTo>
                  <a:cubicBezTo>
                    <a:pt x="233" y="289"/>
                    <a:pt x="228" y="290"/>
                    <a:pt x="228" y="288"/>
                  </a:cubicBezTo>
                  <a:cubicBezTo>
                    <a:pt x="229" y="294"/>
                    <a:pt x="229" y="301"/>
                    <a:pt x="230" y="307"/>
                  </a:cubicBezTo>
                  <a:cubicBezTo>
                    <a:pt x="231" y="310"/>
                    <a:pt x="230" y="316"/>
                    <a:pt x="227" y="319"/>
                  </a:cubicBezTo>
                  <a:cubicBezTo>
                    <a:pt x="224" y="321"/>
                    <a:pt x="221" y="324"/>
                    <a:pt x="220" y="329"/>
                  </a:cubicBezTo>
                  <a:cubicBezTo>
                    <a:pt x="220" y="332"/>
                    <a:pt x="220" y="334"/>
                    <a:pt x="223" y="335"/>
                  </a:cubicBezTo>
                  <a:cubicBezTo>
                    <a:pt x="223" y="339"/>
                    <a:pt x="219" y="342"/>
                    <a:pt x="219" y="346"/>
                  </a:cubicBezTo>
                  <a:cubicBezTo>
                    <a:pt x="219" y="346"/>
                    <a:pt x="220" y="348"/>
                    <a:pt x="220" y="350"/>
                  </a:cubicBezTo>
                  <a:cubicBezTo>
                    <a:pt x="254" y="344"/>
                    <a:pt x="285" y="327"/>
                    <a:pt x="308" y="302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</p:grpSp>
      <p:grpSp>
        <p:nvGrpSpPr>
          <p:cNvPr id="50" name="Group 155"/>
          <p:cNvGrpSpPr/>
          <p:nvPr/>
        </p:nvGrpSpPr>
        <p:grpSpPr>
          <a:xfrm>
            <a:off x="5629178" y="2612589"/>
            <a:ext cx="1238733" cy="1645270"/>
            <a:chOff x="712331" y="1623831"/>
            <a:chExt cx="1672670" cy="2555930"/>
          </a:xfrm>
        </p:grpSpPr>
        <p:sp>
          <p:nvSpPr>
            <p:cNvPr id="51" name="Freeform 9"/>
            <p:cNvSpPr/>
            <p:nvPr/>
          </p:nvSpPr>
          <p:spPr bwMode="auto">
            <a:xfrm>
              <a:off x="712331" y="1623831"/>
              <a:ext cx="871582" cy="2555930"/>
            </a:xfrm>
            <a:custGeom>
              <a:avLst/>
              <a:gdLst/>
              <a:ahLst/>
              <a:cxnLst>
                <a:cxn ang="0">
                  <a:pos x="408" y="0"/>
                </a:cxn>
                <a:cxn ang="0">
                  <a:pos x="339" y="1520"/>
                </a:cxn>
                <a:cxn ang="0">
                  <a:pos x="0" y="1420"/>
                </a:cxn>
                <a:cxn ang="0">
                  <a:pos x="408" y="0"/>
                </a:cxn>
              </a:cxnLst>
              <a:rect l="0" t="0" r="r" b="b"/>
              <a:pathLst>
                <a:path w="408" h="1520">
                  <a:moveTo>
                    <a:pt x="408" y="0"/>
                  </a:moveTo>
                  <a:lnTo>
                    <a:pt x="339" y="1520"/>
                  </a:lnTo>
                  <a:lnTo>
                    <a:pt x="0" y="1420"/>
                  </a:lnTo>
                  <a:lnTo>
                    <a:pt x="408" y="0"/>
                  </a:lnTo>
                  <a:close/>
                </a:path>
              </a:pathLst>
            </a:custGeom>
            <a:solidFill>
              <a:schemeClr val="accent5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52" name="Freeform 10"/>
            <p:cNvSpPr/>
            <p:nvPr/>
          </p:nvSpPr>
          <p:spPr bwMode="auto">
            <a:xfrm>
              <a:off x="1436515" y="1623831"/>
              <a:ext cx="948486" cy="2555930"/>
            </a:xfrm>
            <a:custGeom>
              <a:avLst/>
              <a:gdLst/>
              <a:ahLst/>
              <a:cxnLst>
                <a:cxn ang="0">
                  <a:pos x="0" y="1520"/>
                </a:cxn>
                <a:cxn ang="0">
                  <a:pos x="69" y="0"/>
                </a:cxn>
                <a:cxn ang="0">
                  <a:pos x="444" y="1394"/>
                </a:cxn>
                <a:cxn ang="0">
                  <a:pos x="0" y="1520"/>
                </a:cxn>
              </a:cxnLst>
              <a:rect l="0" t="0" r="r" b="b"/>
              <a:pathLst>
                <a:path w="444" h="1520">
                  <a:moveTo>
                    <a:pt x="0" y="1520"/>
                  </a:moveTo>
                  <a:lnTo>
                    <a:pt x="69" y="0"/>
                  </a:lnTo>
                  <a:lnTo>
                    <a:pt x="444" y="1394"/>
                  </a:lnTo>
                  <a:lnTo>
                    <a:pt x="0" y="152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</p:grpSp>
      <p:sp>
        <p:nvSpPr>
          <p:cNvPr id="53" name="Text Placeholder 3"/>
          <p:cNvSpPr txBox="1"/>
          <p:nvPr/>
        </p:nvSpPr>
        <p:spPr>
          <a:xfrm>
            <a:off x="5929780" y="4383507"/>
            <a:ext cx="471417" cy="325403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1219200">
              <a:spcBef>
                <a:spcPct val="20000"/>
              </a:spcBef>
              <a:defRPr/>
            </a:pPr>
            <a:r>
              <a:rPr lang="en-US" sz="2400" dirty="0">
                <a:solidFill>
                  <a:schemeClr val="accent5"/>
                </a:solidFill>
              </a:rPr>
              <a:t>70%</a:t>
            </a:r>
          </a:p>
        </p:txBody>
      </p:sp>
      <p:sp>
        <p:nvSpPr>
          <p:cNvPr id="54" name="Oval 160"/>
          <p:cNvSpPr/>
          <p:nvPr/>
        </p:nvSpPr>
        <p:spPr>
          <a:xfrm>
            <a:off x="6139387" y="2186817"/>
            <a:ext cx="270519" cy="270694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cxnSp>
        <p:nvCxnSpPr>
          <p:cNvPr id="55" name="Straight Connector 162"/>
          <p:cNvCxnSpPr>
            <a:stCxn id="31" idx="6"/>
            <a:endCxn id="54" idx="2"/>
          </p:cNvCxnSpPr>
          <p:nvPr/>
        </p:nvCxnSpPr>
        <p:spPr>
          <a:xfrm>
            <a:off x="5078378" y="1934294"/>
            <a:ext cx="1061009" cy="38787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" name="组合 90"/>
          <p:cNvGrpSpPr/>
          <p:nvPr/>
        </p:nvGrpSpPr>
        <p:grpSpPr>
          <a:xfrm>
            <a:off x="984113" y="4949679"/>
            <a:ext cx="2748594" cy="828600"/>
            <a:chOff x="984113" y="4949679"/>
            <a:chExt cx="2748594" cy="828600"/>
          </a:xfrm>
        </p:grpSpPr>
        <p:sp>
          <p:nvSpPr>
            <p:cNvPr id="57" name="Rounded Rectangle 164"/>
            <p:cNvSpPr/>
            <p:nvPr/>
          </p:nvSpPr>
          <p:spPr>
            <a:xfrm>
              <a:off x="984113" y="4949679"/>
              <a:ext cx="2748594" cy="828600"/>
            </a:xfrm>
            <a:prstGeom prst="roundRect">
              <a:avLst>
                <a:gd name="adj" fmla="val 6876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58" name="TextBox 165"/>
            <p:cNvSpPr txBox="1"/>
            <p:nvPr/>
          </p:nvSpPr>
          <p:spPr>
            <a:xfrm>
              <a:off x="1188916" y="5121963"/>
              <a:ext cx="931041" cy="50612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3735" b="1" dirty="0">
                  <a:solidFill>
                    <a:schemeClr val="bg1"/>
                  </a:solidFill>
                </a:rPr>
                <a:t>35%</a:t>
              </a:r>
            </a:p>
          </p:txBody>
        </p:sp>
        <p:grpSp>
          <p:nvGrpSpPr>
            <p:cNvPr id="60" name="Group 167"/>
            <p:cNvGrpSpPr/>
            <p:nvPr/>
          </p:nvGrpSpPr>
          <p:grpSpPr>
            <a:xfrm>
              <a:off x="2275887" y="5078039"/>
              <a:ext cx="1223690" cy="554281"/>
              <a:chOff x="6901680" y="1348999"/>
              <a:chExt cx="1395645" cy="631760"/>
            </a:xfrm>
            <a:solidFill>
              <a:schemeClr val="bg1"/>
            </a:solidFill>
          </p:grpSpPr>
          <p:grpSp>
            <p:nvGrpSpPr>
              <p:cNvPr id="61" name="Group 179"/>
              <p:cNvGrpSpPr/>
              <p:nvPr/>
            </p:nvGrpSpPr>
            <p:grpSpPr>
              <a:xfrm>
                <a:off x="8050477" y="1348999"/>
                <a:ext cx="246848" cy="631760"/>
                <a:chOff x="5054600" y="1652588"/>
                <a:chExt cx="187325" cy="479424"/>
              </a:xfrm>
              <a:grpFill/>
            </p:grpSpPr>
            <p:sp>
              <p:nvSpPr>
                <p:cNvPr id="71" name="Freeform 96"/>
                <p:cNvSpPr/>
                <p:nvPr/>
              </p:nvSpPr>
              <p:spPr bwMode="auto">
                <a:xfrm>
                  <a:off x="5054600" y="1733550"/>
                  <a:ext cx="187325" cy="398462"/>
                </a:xfrm>
                <a:custGeom>
                  <a:avLst/>
                  <a:gdLst/>
                  <a:ahLst/>
                  <a:cxnLst>
                    <a:cxn ang="0">
                      <a:pos x="55" y="1"/>
                    </a:cxn>
                    <a:cxn ang="0">
                      <a:pos x="19" y="0"/>
                    </a:cxn>
                    <a:cxn ang="0">
                      <a:pos x="0" y="16"/>
                    </a:cxn>
                    <a:cxn ang="0">
                      <a:pos x="0" y="16"/>
                    </a:cxn>
                    <a:cxn ang="0">
                      <a:pos x="0" y="18"/>
                    </a:cxn>
                    <a:cxn ang="0">
                      <a:pos x="0" y="69"/>
                    </a:cxn>
                    <a:cxn ang="0">
                      <a:pos x="6" y="75"/>
                    </a:cxn>
                    <a:cxn ang="0">
                      <a:pos x="12" y="69"/>
                    </a:cxn>
                    <a:cxn ang="0">
                      <a:pos x="12" y="25"/>
                    </a:cxn>
                    <a:cxn ang="0">
                      <a:pos x="18" y="25"/>
                    </a:cxn>
                    <a:cxn ang="0">
                      <a:pos x="18" y="68"/>
                    </a:cxn>
                    <a:cxn ang="0">
                      <a:pos x="18" y="69"/>
                    </a:cxn>
                    <a:cxn ang="0">
                      <a:pos x="18" y="145"/>
                    </a:cxn>
                    <a:cxn ang="0">
                      <a:pos x="26" y="153"/>
                    </a:cxn>
                    <a:cxn ang="0">
                      <a:pos x="34" y="145"/>
                    </a:cxn>
                    <a:cxn ang="0">
                      <a:pos x="34" y="78"/>
                    </a:cxn>
                    <a:cxn ang="0">
                      <a:pos x="39" y="78"/>
                    </a:cxn>
                    <a:cxn ang="0">
                      <a:pos x="39" y="145"/>
                    </a:cxn>
                    <a:cxn ang="0">
                      <a:pos x="47" y="153"/>
                    </a:cxn>
                    <a:cxn ang="0">
                      <a:pos x="55" y="145"/>
                    </a:cxn>
                    <a:cxn ang="0">
                      <a:pos x="55" y="68"/>
                    </a:cxn>
                    <a:cxn ang="0">
                      <a:pos x="55" y="67"/>
                    </a:cxn>
                    <a:cxn ang="0">
                      <a:pos x="55" y="25"/>
                    </a:cxn>
                    <a:cxn ang="0">
                      <a:pos x="60" y="25"/>
                    </a:cxn>
                    <a:cxn ang="0">
                      <a:pos x="60" y="69"/>
                    </a:cxn>
                    <a:cxn ang="0">
                      <a:pos x="66" y="75"/>
                    </a:cxn>
                    <a:cxn ang="0">
                      <a:pos x="73" y="69"/>
                    </a:cxn>
                    <a:cxn ang="0">
                      <a:pos x="73" y="18"/>
                    </a:cxn>
                    <a:cxn ang="0">
                      <a:pos x="73" y="16"/>
                    </a:cxn>
                    <a:cxn ang="0">
                      <a:pos x="73" y="15"/>
                    </a:cxn>
                    <a:cxn ang="0">
                      <a:pos x="55" y="1"/>
                    </a:cxn>
                  </a:cxnLst>
                  <a:rect l="0" t="0" r="r" b="b"/>
                  <a:pathLst>
                    <a:path w="73" h="153">
                      <a:moveTo>
                        <a:pt x="55" y="1"/>
                      </a:moveTo>
                      <a:cubicBezTo>
                        <a:pt x="19" y="0"/>
                        <a:pt x="19" y="0"/>
                        <a:pt x="19" y="0"/>
                      </a:cubicBezTo>
                      <a:cubicBezTo>
                        <a:pt x="5" y="1"/>
                        <a:pt x="0" y="12"/>
                        <a:pt x="0" y="16"/>
                      </a:cubicBez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0" y="18"/>
                        <a:pt x="0" y="18"/>
                        <a:pt x="0" y="18"/>
                      </a:cubicBezTo>
                      <a:cubicBezTo>
                        <a:pt x="0" y="69"/>
                        <a:pt x="0" y="69"/>
                        <a:pt x="0" y="69"/>
                      </a:cubicBezTo>
                      <a:cubicBezTo>
                        <a:pt x="0" y="73"/>
                        <a:pt x="3" y="75"/>
                        <a:pt x="6" y="75"/>
                      </a:cubicBezTo>
                      <a:cubicBezTo>
                        <a:pt x="10" y="75"/>
                        <a:pt x="12" y="73"/>
                        <a:pt x="12" y="69"/>
                      </a:cubicBezTo>
                      <a:cubicBezTo>
                        <a:pt x="12" y="25"/>
                        <a:pt x="12" y="25"/>
                        <a:pt x="12" y="25"/>
                      </a:cubicBezTo>
                      <a:cubicBezTo>
                        <a:pt x="18" y="25"/>
                        <a:pt x="18" y="25"/>
                        <a:pt x="18" y="25"/>
                      </a:cubicBezTo>
                      <a:cubicBezTo>
                        <a:pt x="18" y="68"/>
                        <a:pt x="18" y="68"/>
                        <a:pt x="18" y="68"/>
                      </a:cubicBezTo>
                      <a:cubicBezTo>
                        <a:pt x="18" y="68"/>
                        <a:pt x="18" y="69"/>
                        <a:pt x="18" y="69"/>
                      </a:cubicBezTo>
                      <a:cubicBezTo>
                        <a:pt x="18" y="145"/>
                        <a:pt x="18" y="145"/>
                        <a:pt x="18" y="145"/>
                      </a:cubicBezTo>
                      <a:cubicBezTo>
                        <a:pt x="18" y="150"/>
                        <a:pt x="21" y="153"/>
                        <a:pt x="26" y="153"/>
                      </a:cubicBezTo>
                      <a:cubicBezTo>
                        <a:pt x="31" y="153"/>
                        <a:pt x="34" y="150"/>
                        <a:pt x="34" y="145"/>
                      </a:cubicBezTo>
                      <a:cubicBezTo>
                        <a:pt x="34" y="78"/>
                        <a:pt x="34" y="78"/>
                        <a:pt x="34" y="78"/>
                      </a:cubicBezTo>
                      <a:cubicBezTo>
                        <a:pt x="39" y="78"/>
                        <a:pt x="39" y="78"/>
                        <a:pt x="39" y="78"/>
                      </a:cubicBezTo>
                      <a:cubicBezTo>
                        <a:pt x="39" y="145"/>
                        <a:pt x="39" y="145"/>
                        <a:pt x="39" y="145"/>
                      </a:cubicBezTo>
                      <a:cubicBezTo>
                        <a:pt x="39" y="150"/>
                        <a:pt x="42" y="153"/>
                        <a:pt x="47" y="153"/>
                      </a:cubicBezTo>
                      <a:cubicBezTo>
                        <a:pt x="52" y="153"/>
                        <a:pt x="55" y="150"/>
                        <a:pt x="55" y="145"/>
                      </a:cubicBezTo>
                      <a:cubicBezTo>
                        <a:pt x="55" y="68"/>
                        <a:pt x="55" y="68"/>
                        <a:pt x="55" y="68"/>
                      </a:cubicBezTo>
                      <a:cubicBezTo>
                        <a:pt x="55" y="67"/>
                        <a:pt x="55" y="67"/>
                        <a:pt x="55" y="67"/>
                      </a:cubicBezTo>
                      <a:cubicBezTo>
                        <a:pt x="55" y="25"/>
                        <a:pt x="55" y="25"/>
                        <a:pt x="55" y="25"/>
                      </a:cubicBezTo>
                      <a:cubicBezTo>
                        <a:pt x="60" y="25"/>
                        <a:pt x="60" y="25"/>
                        <a:pt x="60" y="25"/>
                      </a:cubicBezTo>
                      <a:cubicBezTo>
                        <a:pt x="60" y="69"/>
                        <a:pt x="60" y="69"/>
                        <a:pt x="60" y="69"/>
                      </a:cubicBezTo>
                      <a:cubicBezTo>
                        <a:pt x="60" y="73"/>
                        <a:pt x="63" y="75"/>
                        <a:pt x="66" y="75"/>
                      </a:cubicBezTo>
                      <a:cubicBezTo>
                        <a:pt x="70" y="75"/>
                        <a:pt x="73" y="73"/>
                        <a:pt x="73" y="69"/>
                      </a:cubicBezTo>
                      <a:cubicBezTo>
                        <a:pt x="73" y="18"/>
                        <a:pt x="73" y="18"/>
                        <a:pt x="73" y="18"/>
                      </a:cubicBezTo>
                      <a:cubicBezTo>
                        <a:pt x="73" y="16"/>
                        <a:pt x="73" y="16"/>
                        <a:pt x="73" y="16"/>
                      </a:cubicBezTo>
                      <a:cubicBezTo>
                        <a:pt x="73" y="15"/>
                        <a:pt x="73" y="15"/>
                        <a:pt x="73" y="15"/>
                      </a:cubicBezTo>
                      <a:cubicBezTo>
                        <a:pt x="73" y="10"/>
                        <a:pt x="67" y="1"/>
                        <a:pt x="55" y="1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21920" tIns="60960" rIns="121920" bIns="60960" numCol="1" anchor="t" anchorCtr="0" compatLnSpc="1"/>
                <a:lstStyle/>
                <a:p>
                  <a:endParaRPr lang="en-US" sz="24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72" name="Oval 97"/>
                <p:cNvSpPr>
                  <a:spLocks noChangeArrowheads="1"/>
                </p:cNvSpPr>
                <p:nvPr/>
              </p:nvSpPr>
              <p:spPr bwMode="auto">
                <a:xfrm>
                  <a:off x="5110163" y="1652588"/>
                  <a:ext cx="74613" cy="76200"/>
                </a:xfrm>
                <a:prstGeom prst="ellipse">
                  <a:avLst/>
                </a:prstGeom>
                <a:grpFill/>
                <a:ln w="9525">
                  <a:noFill/>
                  <a:round/>
                </a:ln>
              </p:spPr>
              <p:txBody>
                <a:bodyPr vert="horz" wrap="square" lIns="121920" tIns="60960" rIns="121920" bIns="60960" numCol="1" anchor="t" anchorCtr="0" compatLnSpc="1"/>
                <a:lstStyle/>
                <a:p>
                  <a:endParaRPr lang="en-US" sz="2400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62" name="Group 179"/>
              <p:cNvGrpSpPr/>
              <p:nvPr/>
            </p:nvGrpSpPr>
            <p:grpSpPr>
              <a:xfrm>
                <a:off x="7708178" y="1348999"/>
                <a:ext cx="246848" cy="631760"/>
                <a:chOff x="5054600" y="1652588"/>
                <a:chExt cx="187325" cy="479424"/>
              </a:xfrm>
              <a:grpFill/>
            </p:grpSpPr>
            <p:sp>
              <p:nvSpPr>
                <p:cNvPr id="69" name="Freeform 96"/>
                <p:cNvSpPr/>
                <p:nvPr/>
              </p:nvSpPr>
              <p:spPr bwMode="auto">
                <a:xfrm>
                  <a:off x="5054600" y="1733550"/>
                  <a:ext cx="187325" cy="398462"/>
                </a:xfrm>
                <a:custGeom>
                  <a:avLst/>
                  <a:gdLst/>
                  <a:ahLst/>
                  <a:cxnLst>
                    <a:cxn ang="0">
                      <a:pos x="55" y="1"/>
                    </a:cxn>
                    <a:cxn ang="0">
                      <a:pos x="19" y="0"/>
                    </a:cxn>
                    <a:cxn ang="0">
                      <a:pos x="0" y="16"/>
                    </a:cxn>
                    <a:cxn ang="0">
                      <a:pos x="0" y="16"/>
                    </a:cxn>
                    <a:cxn ang="0">
                      <a:pos x="0" y="18"/>
                    </a:cxn>
                    <a:cxn ang="0">
                      <a:pos x="0" y="69"/>
                    </a:cxn>
                    <a:cxn ang="0">
                      <a:pos x="6" y="75"/>
                    </a:cxn>
                    <a:cxn ang="0">
                      <a:pos x="12" y="69"/>
                    </a:cxn>
                    <a:cxn ang="0">
                      <a:pos x="12" y="25"/>
                    </a:cxn>
                    <a:cxn ang="0">
                      <a:pos x="18" y="25"/>
                    </a:cxn>
                    <a:cxn ang="0">
                      <a:pos x="18" y="68"/>
                    </a:cxn>
                    <a:cxn ang="0">
                      <a:pos x="18" y="69"/>
                    </a:cxn>
                    <a:cxn ang="0">
                      <a:pos x="18" y="145"/>
                    </a:cxn>
                    <a:cxn ang="0">
                      <a:pos x="26" y="153"/>
                    </a:cxn>
                    <a:cxn ang="0">
                      <a:pos x="34" y="145"/>
                    </a:cxn>
                    <a:cxn ang="0">
                      <a:pos x="34" y="78"/>
                    </a:cxn>
                    <a:cxn ang="0">
                      <a:pos x="39" y="78"/>
                    </a:cxn>
                    <a:cxn ang="0">
                      <a:pos x="39" y="145"/>
                    </a:cxn>
                    <a:cxn ang="0">
                      <a:pos x="47" y="153"/>
                    </a:cxn>
                    <a:cxn ang="0">
                      <a:pos x="55" y="145"/>
                    </a:cxn>
                    <a:cxn ang="0">
                      <a:pos x="55" y="68"/>
                    </a:cxn>
                    <a:cxn ang="0">
                      <a:pos x="55" y="67"/>
                    </a:cxn>
                    <a:cxn ang="0">
                      <a:pos x="55" y="25"/>
                    </a:cxn>
                    <a:cxn ang="0">
                      <a:pos x="60" y="25"/>
                    </a:cxn>
                    <a:cxn ang="0">
                      <a:pos x="60" y="69"/>
                    </a:cxn>
                    <a:cxn ang="0">
                      <a:pos x="66" y="75"/>
                    </a:cxn>
                    <a:cxn ang="0">
                      <a:pos x="73" y="69"/>
                    </a:cxn>
                    <a:cxn ang="0">
                      <a:pos x="73" y="18"/>
                    </a:cxn>
                    <a:cxn ang="0">
                      <a:pos x="73" y="16"/>
                    </a:cxn>
                    <a:cxn ang="0">
                      <a:pos x="73" y="15"/>
                    </a:cxn>
                    <a:cxn ang="0">
                      <a:pos x="55" y="1"/>
                    </a:cxn>
                  </a:cxnLst>
                  <a:rect l="0" t="0" r="r" b="b"/>
                  <a:pathLst>
                    <a:path w="73" h="153">
                      <a:moveTo>
                        <a:pt x="55" y="1"/>
                      </a:moveTo>
                      <a:cubicBezTo>
                        <a:pt x="19" y="0"/>
                        <a:pt x="19" y="0"/>
                        <a:pt x="19" y="0"/>
                      </a:cubicBezTo>
                      <a:cubicBezTo>
                        <a:pt x="5" y="1"/>
                        <a:pt x="0" y="12"/>
                        <a:pt x="0" y="16"/>
                      </a:cubicBez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0" y="18"/>
                        <a:pt x="0" y="18"/>
                        <a:pt x="0" y="18"/>
                      </a:cubicBezTo>
                      <a:cubicBezTo>
                        <a:pt x="0" y="69"/>
                        <a:pt x="0" y="69"/>
                        <a:pt x="0" y="69"/>
                      </a:cubicBezTo>
                      <a:cubicBezTo>
                        <a:pt x="0" y="73"/>
                        <a:pt x="3" y="75"/>
                        <a:pt x="6" y="75"/>
                      </a:cubicBezTo>
                      <a:cubicBezTo>
                        <a:pt x="10" y="75"/>
                        <a:pt x="12" y="73"/>
                        <a:pt x="12" y="69"/>
                      </a:cubicBezTo>
                      <a:cubicBezTo>
                        <a:pt x="12" y="25"/>
                        <a:pt x="12" y="25"/>
                        <a:pt x="12" y="25"/>
                      </a:cubicBezTo>
                      <a:cubicBezTo>
                        <a:pt x="18" y="25"/>
                        <a:pt x="18" y="25"/>
                        <a:pt x="18" y="25"/>
                      </a:cubicBezTo>
                      <a:cubicBezTo>
                        <a:pt x="18" y="68"/>
                        <a:pt x="18" y="68"/>
                        <a:pt x="18" y="68"/>
                      </a:cubicBezTo>
                      <a:cubicBezTo>
                        <a:pt x="18" y="68"/>
                        <a:pt x="18" y="69"/>
                        <a:pt x="18" y="69"/>
                      </a:cubicBezTo>
                      <a:cubicBezTo>
                        <a:pt x="18" y="145"/>
                        <a:pt x="18" y="145"/>
                        <a:pt x="18" y="145"/>
                      </a:cubicBezTo>
                      <a:cubicBezTo>
                        <a:pt x="18" y="150"/>
                        <a:pt x="21" y="153"/>
                        <a:pt x="26" y="153"/>
                      </a:cubicBezTo>
                      <a:cubicBezTo>
                        <a:pt x="31" y="153"/>
                        <a:pt x="34" y="150"/>
                        <a:pt x="34" y="145"/>
                      </a:cubicBezTo>
                      <a:cubicBezTo>
                        <a:pt x="34" y="78"/>
                        <a:pt x="34" y="78"/>
                        <a:pt x="34" y="78"/>
                      </a:cubicBezTo>
                      <a:cubicBezTo>
                        <a:pt x="39" y="78"/>
                        <a:pt x="39" y="78"/>
                        <a:pt x="39" y="78"/>
                      </a:cubicBezTo>
                      <a:cubicBezTo>
                        <a:pt x="39" y="145"/>
                        <a:pt x="39" y="145"/>
                        <a:pt x="39" y="145"/>
                      </a:cubicBezTo>
                      <a:cubicBezTo>
                        <a:pt x="39" y="150"/>
                        <a:pt x="42" y="153"/>
                        <a:pt x="47" y="153"/>
                      </a:cubicBezTo>
                      <a:cubicBezTo>
                        <a:pt x="52" y="153"/>
                        <a:pt x="55" y="150"/>
                        <a:pt x="55" y="145"/>
                      </a:cubicBezTo>
                      <a:cubicBezTo>
                        <a:pt x="55" y="68"/>
                        <a:pt x="55" y="68"/>
                        <a:pt x="55" y="68"/>
                      </a:cubicBezTo>
                      <a:cubicBezTo>
                        <a:pt x="55" y="67"/>
                        <a:pt x="55" y="67"/>
                        <a:pt x="55" y="67"/>
                      </a:cubicBezTo>
                      <a:cubicBezTo>
                        <a:pt x="55" y="25"/>
                        <a:pt x="55" y="25"/>
                        <a:pt x="55" y="25"/>
                      </a:cubicBezTo>
                      <a:cubicBezTo>
                        <a:pt x="60" y="25"/>
                        <a:pt x="60" y="25"/>
                        <a:pt x="60" y="25"/>
                      </a:cubicBezTo>
                      <a:cubicBezTo>
                        <a:pt x="60" y="69"/>
                        <a:pt x="60" y="69"/>
                        <a:pt x="60" y="69"/>
                      </a:cubicBezTo>
                      <a:cubicBezTo>
                        <a:pt x="60" y="73"/>
                        <a:pt x="63" y="75"/>
                        <a:pt x="66" y="75"/>
                      </a:cubicBezTo>
                      <a:cubicBezTo>
                        <a:pt x="70" y="75"/>
                        <a:pt x="73" y="73"/>
                        <a:pt x="73" y="69"/>
                      </a:cubicBezTo>
                      <a:cubicBezTo>
                        <a:pt x="73" y="18"/>
                        <a:pt x="73" y="18"/>
                        <a:pt x="73" y="18"/>
                      </a:cubicBezTo>
                      <a:cubicBezTo>
                        <a:pt x="73" y="16"/>
                        <a:pt x="73" y="16"/>
                        <a:pt x="73" y="16"/>
                      </a:cubicBezTo>
                      <a:cubicBezTo>
                        <a:pt x="73" y="15"/>
                        <a:pt x="73" y="15"/>
                        <a:pt x="73" y="15"/>
                      </a:cubicBezTo>
                      <a:cubicBezTo>
                        <a:pt x="73" y="10"/>
                        <a:pt x="67" y="1"/>
                        <a:pt x="55" y="1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21920" tIns="60960" rIns="121920" bIns="60960" numCol="1" anchor="t" anchorCtr="0" compatLnSpc="1"/>
                <a:lstStyle/>
                <a:p>
                  <a:endParaRPr lang="en-US" sz="24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70" name="Oval 97"/>
                <p:cNvSpPr>
                  <a:spLocks noChangeArrowheads="1"/>
                </p:cNvSpPr>
                <p:nvPr/>
              </p:nvSpPr>
              <p:spPr bwMode="auto">
                <a:xfrm>
                  <a:off x="5110163" y="1652588"/>
                  <a:ext cx="74613" cy="76200"/>
                </a:xfrm>
                <a:prstGeom prst="ellipse">
                  <a:avLst/>
                </a:prstGeom>
                <a:grpFill/>
                <a:ln w="9525">
                  <a:noFill/>
                  <a:round/>
                </a:ln>
              </p:spPr>
              <p:txBody>
                <a:bodyPr vert="horz" wrap="square" lIns="121920" tIns="60960" rIns="121920" bIns="60960" numCol="1" anchor="t" anchorCtr="0" compatLnSpc="1"/>
                <a:lstStyle/>
                <a:p>
                  <a:endParaRPr lang="en-US" sz="2400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63" name="Group 179"/>
              <p:cNvGrpSpPr/>
              <p:nvPr/>
            </p:nvGrpSpPr>
            <p:grpSpPr>
              <a:xfrm>
                <a:off x="7288477" y="1348999"/>
                <a:ext cx="246848" cy="631760"/>
                <a:chOff x="5054600" y="1652588"/>
                <a:chExt cx="187325" cy="479424"/>
              </a:xfrm>
              <a:grpFill/>
            </p:grpSpPr>
            <p:sp>
              <p:nvSpPr>
                <p:cNvPr id="67" name="Freeform 96"/>
                <p:cNvSpPr/>
                <p:nvPr/>
              </p:nvSpPr>
              <p:spPr bwMode="auto">
                <a:xfrm>
                  <a:off x="5054600" y="1733550"/>
                  <a:ext cx="187325" cy="398462"/>
                </a:xfrm>
                <a:custGeom>
                  <a:avLst/>
                  <a:gdLst/>
                  <a:ahLst/>
                  <a:cxnLst>
                    <a:cxn ang="0">
                      <a:pos x="55" y="1"/>
                    </a:cxn>
                    <a:cxn ang="0">
                      <a:pos x="19" y="0"/>
                    </a:cxn>
                    <a:cxn ang="0">
                      <a:pos x="0" y="16"/>
                    </a:cxn>
                    <a:cxn ang="0">
                      <a:pos x="0" y="16"/>
                    </a:cxn>
                    <a:cxn ang="0">
                      <a:pos x="0" y="18"/>
                    </a:cxn>
                    <a:cxn ang="0">
                      <a:pos x="0" y="69"/>
                    </a:cxn>
                    <a:cxn ang="0">
                      <a:pos x="6" y="75"/>
                    </a:cxn>
                    <a:cxn ang="0">
                      <a:pos x="12" y="69"/>
                    </a:cxn>
                    <a:cxn ang="0">
                      <a:pos x="12" y="25"/>
                    </a:cxn>
                    <a:cxn ang="0">
                      <a:pos x="18" y="25"/>
                    </a:cxn>
                    <a:cxn ang="0">
                      <a:pos x="18" y="68"/>
                    </a:cxn>
                    <a:cxn ang="0">
                      <a:pos x="18" y="69"/>
                    </a:cxn>
                    <a:cxn ang="0">
                      <a:pos x="18" y="145"/>
                    </a:cxn>
                    <a:cxn ang="0">
                      <a:pos x="26" y="153"/>
                    </a:cxn>
                    <a:cxn ang="0">
                      <a:pos x="34" y="145"/>
                    </a:cxn>
                    <a:cxn ang="0">
                      <a:pos x="34" y="78"/>
                    </a:cxn>
                    <a:cxn ang="0">
                      <a:pos x="39" y="78"/>
                    </a:cxn>
                    <a:cxn ang="0">
                      <a:pos x="39" y="145"/>
                    </a:cxn>
                    <a:cxn ang="0">
                      <a:pos x="47" y="153"/>
                    </a:cxn>
                    <a:cxn ang="0">
                      <a:pos x="55" y="145"/>
                    </a:cxn>
                    <a:cxn ang="0">
                      <a:pos x="55" y="68"/>
                    </a:cxn>
                    <a:cxn ang="0">
                      <a:pos x="55" y="67"/>
                    </a:cxn>
                    <a:cxn ang="0">
                      <a:pos x="55" y="25"/>
                    </a:cxn>
                    <a:cxn ang="0">
                      <a:pos x="60" y="25"/>
                    </a:cxn>
                    <a:cxn ang="0">
                      <a:pos x="60" y="69"/>
                    </a:cxn>
                    <a:cxn ang="0">
                      <a:pos x="66" y="75"/>
                    </a:cxn>
                    <a:cxn ang="0">
                      <a:pos x="73" y="69"/>
                    </a:cxn>
                    <a:cxn ang="0">
                      <a:pos x="73" y="18"/>
                    </a:cxn>
                    <a:cxn ang="0">
                      <a:pos x="73" y="16"/>
                    </a:cxn>
                    <a:cxn ang="0">
                      <a:pos x="73" y="15"/>
                    </a:cxn>
                    <a:cxn ang="0">
                      <a:pos x="55" y="1"/>
                    </a:cxn>
                  </a:cxnLst>
                  <a:rect l="0" t="0" r="r" b="b"/>
                  <a:pathLst>
                    <a:path w="73" h="153">
                      <a:moveTo>
                        <a:pt x="55" y="1"/>
                      </a:moveTo>
                      <a:cubicBezTo>
                        <a:pt x="19" y="0"/>
                        <a:pt x="19" y="0"/>
                        <a:pt x="19" y="0"/>
                      </a:cubicBezTo>
                      <a:cubicBezTo>
                        <a:pt x="5" y="1"/>
                        <a:pt x="0" y="12"/>
                        <a:pt x="0" y="16"/>
                      </a:cubicBez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0" y="18"/>
                        <a:pt x="0" y="18"/>
                        <a:pt x="0" y="18"/>
                      </a:cubicBezTo>
                      <a:cubicBezTo>
                        <a:pt x="0" y="69"/>
                        <a:pt x="0" y="69"/>
                        <a:pt x="0" y="69"/>
                      </a:cubicBezTo>
                      <a:cubicBezTo>
                        <a:pt x="0" y="73"/>
                        <a:pt x="3" y="75"/>
                        <a:pt x="6" y="75"/>
                      </a:cubicBezTo>
                      <a:cubicBezTo>
                        <a:pt x="10" y="75"/>
                        <a:pt x="12" y="73"/>
                        <a:pt x="12" y="69"/>
                      </a:cubicBezTo>
                      <a:cubicBezTo>
                        <a:pt x="12" y="25"/>
                        <a:pt x="12" y="25"/>
                        <a:pt x="12" y="25"/>
                      </a:cubicBezTo>
                      <a:cubicBezTo>
                        <a:pt x="18" y="25"/>
                        <a:pt x="18" y="25"/>
                        <a:pt x="18" y="25"/>
                      </a:cubicBezTo>
                      <a:cubicBezTo>
                        <a:pt x="18" y="68"/>
                        <a:pt x="18" y="68"/>
                        <a:pt x="18" y="68"/>
                      </a:cubicBezTo>
                      <a:cubicBezTo>
                        <a:pt x="18" y="68"/>
                        <a:pt x="18" y="69"/>
                        <a:pt x="18" y="69"/>
                      </a:cubicBezTo>
                      <a:cubicBezTo>
                        <a:pt x="18" y="145"/>
                        <a:pt x="18" y="145"/>
                        <a:pt x="18" y="145"/>
                      </a:cubicBezTo>
                      <a:cubicBezTo>
                        <a:pt x="18" y="150"/>
                        <a:pt x="21" y="153"/>
                        <a:pt x="26" y="153"/>
                      </a:cubicBezTo>
                      <a:cubicBezTo>
                        <a:pt x="31" y="153"/>
                        <a:pt x="34" y="150"/>
                        <a:pt x="34" y="145"/>
                      </a:cubicBezTo>
                      <a:cubicBezTo>
                        <a:pt x="34" y="78"/>
                        <a:pt x="34" y="78"/>
                        <a:pt x="34" y="78"/>
                      </a:cubicBezTo>
                      <a:cubicBezTo>
                        <a:pt x="39" y="78"/>
                        <a:pt x="39" y="78"/>
                        <a:pt x="39" y="78"/>
                      </a:cubicBezTo>
                      <a:cubicBezTo>
                        <a:pt x="39" y="145"/>
                        <a:pt x="39" y="145"/>
                        <a:pt x="39" y="145"/>
                      </a:cubicBezTo>
                      <a:cubicBezTo>
                        <a:pt x="39" y="150"/>
                        <a:pt x="42" y="153"/>
                        <a:pt x="47" y="153"/>
                      </a:cubicBezTo>
                      <a:cubicBezTo>
                        <a:pt x="52" y="153"/>
                        <a:pt x="55" y="150"/>
                        <a:pt x="55" y="145"/>
                      </a:cubicBezTo>
                      <a:cubicBezTo>
                        <a:pt x="55" y="68"/>
                        <a:pt x="55" y="68"/>
                        <a:pt x="55" y="68"/>
                      </a:cubicBezTo>
                      <a:cubicBezTo>
                        <a:pt x="55" y="67"/>
                        <a:pt x="55" y="67"/>
                        <a:pt x="55" y="67"/>
                      </a:cubicBezTo>
                      <a:cubicBezTo>
                        <a:pt x="55" y="25"/>
                        <a:pt x="55" y="25"/>
                        <a:pt x="55" y="25"/>
                      </a:cubicBezTo>
                      <a:cubicBezTo>
                        <a:pt x="60" y="25"/>
                        <a:pt x="60" y="25"/>
                        <a:pt x="60" y="25"/>
                      </a:cubicBezTo>
                      <a:cubicBezTo>
                        <a:pt x="60" y="69"/>
                        <a:pt x="60" y="69"/>
                        <a:pt x="60" y="69"/>
                      </a:cubicBezTo>
                      <a:cubicBezTo>
                        <a:pt x="60" y="73"/>
                        <a:pt x="63" y="75"/>
                        <a:pt x="66" y="75"/>
                      </a:cubicBezTo>
                      <a:cubicBezTo>
                        <a:pt x="70" y="75"/>
                        <a:pt x="73" y="73"/>
                        <a:pt x="73" y="69"/>
                      </a:cubicBezTo>
                      <a:cubicBezTo>
                        <a:pt x="73" y="18"/>
                        <a:pt x="73" y="18"/>
                        <a:pt x="73" y="18"/>
                      </a:cubicBezTo>
                      <a:cubicBezTo>
                        <a:pt x="73" y="16"/>
                        <a:pt x="73" y="16"/>
                        <a:pt x="73" y="16"/>
                      </a:cubicBezTo>
                      <a:cubicBezTo>
                        <a:pt x="73" y="15"/>
                        <a:pt x="73" y="15"/>
                        <a:pt x="73" y="15"/>
                      </a:cubicBezTo>
                      <a:cubicBezTo>
                        <a:pt x="73" y="10"/>
                        <a:pt x="67" y="1"/>
                        <a:pt x="55" y="1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21920" tIns="60960" rIns="121920" bIns="60960" numCol="1" anchor="t" anchorCtr="0" compatLnSpc="1"/>
                <a:lstStyle/>
                <a:p>
                  <a:endParaRPr lang="en-US" sz="24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8" name="Oval 97"/>
                <p:cNvSpPr>
                  <a:spLocks noChangeArrowheads="1"/>
                </p:cNvSpPr>
                <p:nvPr/>
              </p:nvSpPr>
              <p:spPr bwMode="auto">
                <a:xfrm>
                  <a:off x="5110163" y="1652588"/>
                  <a:ext cx="74613" cy="76200"/>
                </a:xfrm>
                <a:prstGeom prst="ellipse">
                  <a:avLst/>
                </a:prstGeom>
                <a:grpFill/>
                <a:ln w="9525">
                  <a:noFill/>
                  <a:round/>
                </a:ln>
              </p:spPr>
              <p:txBody>
                <a:bodyPr vert="horz" wrap="square" lIns="121920" tIns="60960" rIns="121920" bIns="60960" numCol="1" anchor="t" anchorCtr="0" compatLnSpc="1"/>
                <a:lstStyle/>
                <a:p>
                  <a:endParaRPr lang="en-US" sz="2400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64" name="Group 179"/>
              <p:cNvGrpSpPr/>
              <p:nvPr/>
            </p:nvGrpSpPr>
            <p:grpSpPr>
              <a:xfrm>
                <a:off x="6901680" y="1348999"/>
                <a:ext cx="246848" cy="631760"/>
                <a:chOff x="5054600" y="1652588"/>
                <a:chExt cx="187325" cy="479424"/>
              </a:xfrm>
              <a:grpFill/>
            </p:grpSpPr>
            <p:sp>
              <p:nvSpPr>
                <p:cNvPr id="65" name="Freeform 96"/>
                <p:cNvSpPr/>
                <p:nvPr/>
              </p:nvSpPr>
              <p:spPr bwMode="auto">
                <a:xfrm>
                  <a:off x="5054600" y="1733550"/>
                  <a:ext cx="187325" cy="398462"/>
                </a:xfrm>
                <a:custGeom>
                  <a:avLst/>
                  <a:gdLst/>
                  <a:ahLst/>
                  <a:cxnLst>
                    <a:cxn ang="0">
                      <a:pos x="55" y="1"/>
                    </a:cxn>
                    <a:cxn ang="0">
                      <a:pos x="19" y="0"/>
                    </a:cxn>
                    <a:cxn ang="0">
                      <a:pos x="0" y="16"/>
                    </a:cxn>
                    <a:cxn ang="0">
                      <a:pos x="0" y="16"/>
                    </a:cxn>
                    <a:cxn ang="0">
                      <a:pos x="0" y="18"/>
                    </a:cxn>
                    <a:cxn ang="0">
                      <a:pos x="0" y="69"/>
                    </a:cxn>
                    <a:cxn ang="0">
                      <a:pos x="6" y="75"/>
                    </a:cxn>
                    <a:cxn ang="0">
                      <a:pos x="12" y="69"/>
                    </a:cxn>
                    <a:cxn ang="0">
                      <a:pos x="12" y="25"/>
                    </a:cxn>
                    <a:cxn ang="0">
                      <a:pos x="18" y="25"/>
                    </a:cxn>
                    <a:cxn ang="0">
                      <a:pos x="18" y="68"/>
                    </a:cxn>
                    <a:cxn ang="0">
                      <a:pos x="18" y="69"/>
                    </a:cxn>
                    <a:cxn ang="0">
                      <a:pos x="18" y="145"/>
                    </a:cxn>
                    <a:cxn ang="0">
                      <a:pos x="26" y="153"/>
                    </a:cxn>
                    <a:cxn ang="0">
                      <a:pos x="34" y="145"/>
                    </a:cxn>
                    <a:cxn ang="0">
                      <a:pos x="34" y="78"/>
                    </a:cxn>
                    <a:cxn ang="0">
                      <a:pos x="39" y="78"/>
                    </a:cxn>
                    <a:cxn ang="0">
                      <a:pos x="39" y="145"/>
                    </a:cxn>
                    <a:cxn ang="0">
                      <a:pos x="47" y="153"/>
                    </a:cxn>
                    <a:cxn ang="0">
                      <a:pos x="55" y="145"/>
                    </a:cxn>
                    <a:cxn ang="0">
                      <a:pos x="55" y="68"/>
                    </a:cxn>
                    <a:cxn ang="0">
                      <a:pos x="55" y="67"/>
                    </a:cxn>
                    <a:cxn ang="0">
                      <a:pos x="55" y="25"/>
                    </a:cxn>
                    <a:cxn ang="0">
                      <a:pos x="60" y="25"/>
                    </a:cxn>
                    <a:cxn ang="0">
                      <a:pos x="60" y="69"/>
                    </a:cxn>
                    <a:cxn ang="0">
                      <a:pos x="66" y="75"/>
                    </a:cxn>
                    <a:cxn ang="0">
                      <a:pos x="73" y="69"/>
                    </a:cxn>
                    <a:cxn ang="0">
                      <a:pos x="73" y="18"/>
                    </a:cxn>
                    <a:cxn ang="0">
                      <a:pos x="73" y="16"/>
                    </a:cxn>
                    <a:cxn ang="0">
                      <a:pos x="73" y="15"/>
                    </a:cxn>
                    <a:cxn ang="0">
                      <a:pos x="55" y="1"/>
                    </a:cxn>
                  </a:cxnLst>
                  <a:rect l="0" t="0" r="r" b="b"/>
                  <a:pathLst>
                    <a:path w="73" h="153">
                      <a:moveTo>
                        <a:pt x="55" y="1"/>
                      </a:moveTo>
                      <a:cubicBezTo>
                        <a:pt x="19" y="0"/>
                        <a:pt x="19" y="0"/>
                        <a:pt x="19" y="0"/>
                      </a:cubicBezTo>
                      <a:cubicBezTo>
                        <a:pt x="5" y="1"/>
                        <a:pt x="0" y="12"/>
                        <a:pt x="0" y="16"/>
                      </a:cubicBez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0" y="18"/>
                        <a:pt x="0" y="18"/>
                        <a:pt x="0" y="18"/>
                      </a:cubicBezTo>
                      <a:cubicBezTo>
                        <a:pt x="0" y="69"/>
                        <a:pt x="0" y="69"/>
                        <a:pt x="0" y="69"/>
                      </a:cubicBezTo>
                      <a:cubicBezTo>
                        <a:pt x="0" y="73"/>
                        <a:pt x="3" y="75"/>
                        <a:pt x="6" y="75"/>
                      </a:cubicBezTo>
                      <a:cubicBezTo>
                        <a:pt x="10" y="75"/>
                        <a:pt x="12" y="73"/>
                        <a:pt x="12" y="69"/>
                      </a:cubicBezTo>
                      <a:cubicBezTo>
                        <a:pt x="12" y="25"/>
                        <a:pt x="12" y="25"/>
                        <a:pt x="12" y="25"/>
                      </a:cubicBezTo>
                      <a:cubicBezTo>
                        <a:pt x="18" y="25"/>
                        <a:pt x="18" y="25"/>
                        <a:pt x="18" y="25"/>
                      </a:cubicBezTo>
                      <a:cubicBezTo>
                        <a:pt x="18" y="68"/>
                        <a:pt x="18" y="68"/>
                        <a:pt x="18" y="68"/>
                      </a:cubicBezTo>
                      <a:cubicBezTo>
                        <a:pt x="18" y="68"/>
                        <a:pt x="18" y="69"/>
                        <a:pt x="18" y="69"/>
                      </a:cubicBezTo>
                      <a:cubicBezTo>
                        <a:pt x="18" y="145"/>
                        <a:pt x="18" y="145"/>
                        <a:pt x="18" y="145"/>
                      </a:cubicBezTo>
                      <a:cubicBezTo>
                        <a:pt x="18" y="150"/>
                        <a:pt x="21" y="153"/>
                        <a:pt x="26" y="153"/>
                      </a:cubicBezTo>
                      <a:cubicBezTo>
                        <a:pt x="31" y="153"/>
                        <a:pt x="34" y="150"/>
                        <a:pt x="34" y="145"/>
                      </a:cubicBezTo>
                      <a:cubicBezTo>
                        <a:pt x="34" y="78"/>
                        <a:pt x="34" y="78"/>
                        <a:pt x="34" y="78"/>
                      </a:cubicBezTo>
                      <a:cubicBezTo>
                        <a:pt x="39" y="78"/>
                        <a:pt x="39" y="78"/>
                        <a:pt x="39" y="78"/>
                      </a:cubicBezTo>
                      <a:cubicBezTo>
                        <a:pt x="39" y="145"/>
                        <a:pt x="39" y="145"/>
                        <a:pt x="39" y="145"/>
                      </a:cubicBezTo>
                      <a:cubicBezTo>
                        <a:pt x="39" y="150"/>
                        <a:pt x="42" y="153"/>
                        <a:pt x="47" y="153"/>
                      </a:cubicBezTo>
                      <a:cubicBezTo>
                        <a:pt x="52" y="153"/>
                        <a:pt x="55" y="150"/>
                        <a:pt x="55" y="145"/>
                      </a:cubicBezTo>
                      <a:cubicBezTo>
                        <a:pt x="55" y="68"/>
                        <a:pt x="55" y="68"/>
                        <a:pt x="55" y="68"/>
                      </a:cubicBezTo>
                      <a:cubicBezTo>
                        <a:pt x="55" y="67"/>
                        <a:pt x="55" y="67"/>
                        <a:pt x="55" y="67"/>
                      </a:cubicBezTo>
                      <a:cubicBezTo>
                        <a:pt x="55" y="25"/>
                        <a:pt x="55" y="25"/>
                        <a:pt x="55" y="25"/>
                      </a:cubicBezTo>
                      <a:cubicBezTo>
                        <a:pt x="60" y="25"/>
                        <a:pt x="60" y="25"/>
                        <a:pt x="60" y="25"/>
                      </a:cubicBezTo>
                      <a:cubicBezTo>
                        <a:pt x="60" y="69"/>
                        <a:pt x="60" y="69"/>
                        <a:pt x="60" y="69"/>
                      </a:cubicBezTo>
                      <a:cubicBezTo>
                        <a:pt x="60" y="73"/>
                        <a:pt x="63" y="75"/>
                        <a:pt x="66" y="75"/>
                      </a:cubicBezTo>
                      <a:cubicBezTo>
                        <a:pt x="70" y="75"/>
                        <a:pt x="73" y="73"/>
                        <a:pt x="73" y="69"/>
                      </a:cubicBezTo>
                      <a:cubicBezTo>
                        <a:pt x="73" y="18"/>
                        <a:pt x="73" y="18"/>
                        <a:pt x="73" y="18"/>
                      </a:cubicBezTo>
                      <a:cubicBezTo>
                        <a:pt x="73" y="16"/>
                        <a:pt x="73" y="16"/>
                        <a:pt x="73" y="16"/>
                      </a:cubicBezTo>
                      <a:cubicBezTo>
                        <a:pt x="73" y="15"/>
                        <a:pt x="73" y="15"/>
                        <a:pt x="73" y="15"/>
                      </a:cubicBezTo>
                      <a:cubicBezTo>
                        <a:pt x="73" y="10"/>
                        <a:pt x="67" y="1"/>
                        <a:pt x="55" y="1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21920" tIns="60960" rIns="121920" bIns="60960" numCol="1" anchor="t" anchorCtr="0" compatLnSpc="1"/>
                <a:lstStyle/>
                <a:p>
                  <a:endParaRPr lang="en-US" sz="24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6" name="Oval 97"/>
                <p:cNvSpPr>
                  <a:spLocks noChangeArrowheads="1"/>
                </p:cNvSpPr>
                <p:nvPr/>
              </p:nvSpPr>
              <p:spPr bwMode="auto">
                <a:xfrm>
                  <a:off x="5110163" y="1652588"/>
                  <a:ext cx="74613" cy="76200"/>
                </a:xfrm>
                <a:prstGeom prst="ellipse">
                  <a:avLst/>
                </a:prstGeom>
                <a:grpFill/>
                <a:ln w="9525">
                  <a:noFill/>
                  <a:round/>
                </a:ln>
              </p:spPr>
              <p:txBody>
                <a:bodyPr vert="horz" wrap="square" lIns="121920" tIns="60960" rIns="121920" bIns="60960" numCol="1" anchor="t" anchorCtr="0" compatLnSpc="1"/>
                <a:lstStyle/>
                <a:p>
                  <a:endParaRPr lang="en-US" sz="24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</p:grpSp>
      <p:grpSp>
        <p:nvGrpSpPr>
          <p:cNvPr id="92" name="组合 91"/>
          <p:cNvGrpSpPr/>
          <p:nvPr/>
        </p:nvGrpSpPr>
        <p:grpSpPr>
          <a:xfrm>
            <a:off x="3950077" y="4953120"/>
            <a:ext cx="2748594" cy="828600"/>
            <a:chOff x="3950077" y="4953120"/>
            <a:chExt cx="2748594" cy="828600"/>
          </a:xfrm>
        </p:grpSpPr>
        <p:sp>
          <p:nvSpPr>
            <p:cNvPr id="56" name="Rounded Rectangle 163"/>
            <p:cNvSpPr/>
            <p:nvPr/>
          </p:nvSpPr>
          <p:spPr>
            <a:xfrm>
              <a:off x="3950077" y="4953120"/>
              <a:ext cx="2748594" cy="828600"/>
            </a:xfrm>
            <a:prstGeom prst="roundRect">
              <a:avLst>
                <a:gd name="adj" fmla="val 6876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59" name="TextBox 166"/>
            <p:cNvSpPr txBox="1"/>
            <p:nvPr/>
          </p:nvSpPr>
          <p:spPr>
            <a:xfrm>
              <a:off x="4135651" y="5113749"/>
              <a:ext cx="931041" cy="50612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3735" b="1" dirty="0">
                  <a:solidFill>
                    <a:schemeClr val="bg1"/>
                  </a:solidFill>
                </a:rPr>
                <a:t>65%</a:t>
              </a:r>
            </a:p>
          </p:txBody>
        </p:sp>
        <p:grpSp>
          <p:nvGrpSpPr>
            <p:cNvPr id="73" name="Group 180"/>
            <p:cNvGrpSpPr/>
            <p:nvPr/>
          </p:nvGrpSpPr>
          <p:grpSpPr>
            <a:xfrm>
              <a:off x="5249390" y="5094871"/>
              <a:ext cx="1277429" cy="542529"/>
              <a:chOff x="6881576" y="2111447"/>
              <a:chExt cx="1456936" cy="618367"/>
            </a:xfrm>
            <a:solidFill>
              <a:schemeClr val="bg1"/>
            </a:solidFill>
          </p:grpSpPr>
          <p:grpSp>
            <p:nvGrpSpPr>
              <p:cNvPr id="74" name="Group 184"/>
              <p:cNvGrpSpPr/>
              <p:nvPr/>
            </p:nvGrpSpPr>
            <p:grpSpPr>
              <a:xfrm>
                <a:off x="6881576" y="2111447"/>
                <a:ext cx="288035" cy="618367"/>
                <a:chOff x="6213475" y="1668463"/>
                <a:chExt cx="227013" cy="487362"/>
              </a:xfrm>
              <a:grpFill/>
            </p:grpSpPr>
            <p:sp>
              <p:nvSpPr>
                <p:cNvPr id="84" name="Oval 98"/>
                <p:cNvSpPr>
                  <a:spLocks noChangeArrowheads="1"/>
                </p:cNvSpPr>
                <p:nvPr/>
              </p:nvSpPr>
              <p:spPr bwMode="auto">
                <a:xfrm>
                  <a:off x="6291263" y="1668463"/>
                  <a:ext cx="73025" cy="73025"/>
                </a:xfrm>
                <a:prstGeom prst="ellipse">
                  <a:avLst/>
                </a:prstGeom>
                <a:grpFill/>
                <a:ln w="9525">
                  <a:noFill/>
                  <a:round/>
                </a:ln>
              </p:spPr>
              <p:txBody>
                <a:bodyPr vert="horz" wrap="square" lIns="121920" tIns="60960" rIns="121920" bIns="60960" numCol="1" anchor="t" anchorCtr="0" compatLnSpc="1"/>
                <a:lstStyle/>
                <a:p>
                  <a:endParaRPr lang="en-US" sz="2400" dirty="0"/>
                </a:p>
              </p:txBody>
            </p:sp>
            <p:sp>
              <p:nvSpPr>
                <p:cNvPr id="85" name="Freeform 99"/>
                <p:cNvSpPr/>
                <p:nvPr/>
              </p:nvSpPr>
              <p:spPr bwMode="auto">
                <a:xfrm>
                  <a:off x="6213475" y="1757363"/>
                  <a:ext cx="227013" cy="398462"/>
                </a:xfrm>
                <a:custGeom>
                  <a:avLst/>
                  <a:gdLst/>
                  <a:ahLst/>
                  <a:cxnLst>
                    <a:cxn ang="0">
                      <a:pos x="87" y="56"/>
                    </a:cxn>
                    <a:cxn ang="0">
                      <a:pos x="71" y="9"/>
                    </a:cxn>
                    <a:cxn ang="0">
                      <a:pos x="61" y="0"/>
                    </a:cxn>
                    <a:cxn ang="0">
                      <a:pos x="26" y="0"/>
                    </a:cxn>
                    <a:cxn ang="0">
                      <a:pos x="18" y="4"/>
                    </a:cxn>
                    <a:cxn ang="0">
                      <a:pos x="17" y="6"/>
                    </a:cxn>
                    <a:cxn ang="0">
                      <a:pos x="17" y="6"/>
                    </a:cxn>
                    <a:cxn ang="0">
                      <a:pos x="16" y="7"/>
                    </a:cxn>
                    <a:cxn ang="0">
                      <a:pos x="1" y="56"/>
                    </a:cxn>
                    <a:cxn ang="0">
                      <a:pos x="5" y="64"/>
                    </a:cxn>
                    <a:cxn ang="0">
                      <a:pos x="13" y="60"/>
                    </a:cxn>
                    <a:cxn ang="0">
                      <a:pos x="25" y="21"/>
                    </a:cxn>
                    <a:cxn ang="0">
                      <a:pos x="26" y="21"/>
                    </a:cxn>
                    <a:cxn ang="0">
                      <a:pos x="27" y="21"/>
                    </a:cxn>
                    <a:cxn ang="0">
                      <a:pos x="9" y="91"/>
                    </a:cxn>
                    <a:cxn ang="0">
                      <a:pos x="28" y="91"/>
                    </a:cxn>
                    <a:cxn ang="0">
                      <a:pos x="28" y="146"/>
                    </a:cxn>
                    <a:cxn ang="0">
                      <a:pos x="35" y="153"/>
                    </a:cxn>
                    <a:cxn ang="0">
                      <a:pos x="42" y="146"/>
                    </a:cxn>
                    <a:cxn ang="0">
                      <a:pos x="42" y="91"/>
                    </a:cxn>
                    <a:cxn ang="0">
                      <a:pos x="46" y="91"/>
                    </a:cxn>
                    <a:cxn ang="0">
                      <a:pos x="46" y="146"/>
                    </a:cxn>
                    <a:cxn ang="0">
                      <a:pos x="54" y="153"/>
                    </a:cxn>
                    <a:cxn ang="0">
                      <a:pos x="61" y="146"/>
                    </a:cxn>
                    <a:cxn ang="0">
                      <a:pos x="61" y="91"/>
                    </a:cxn>
                    <a:cxn ang="0">
                      <a:pos x="80" y="91"/>
                    </a:cxn>
                    <a:cxn ang="0">
                      <a:pos x="60" y="21"/>
                    </a:cxn>
                    <a:cxn ang="0">
                      <a:pos x="61" y="21"/>
                    </a:cxn>
                    <a:cxn ang="0">
                      <a:pos x="62" y="21"/>
                    </a:cxn>
                    <a:cxn ang="0">
                      <a:pos x="75" y="60"/>
                    </a:cxn>
                    <a:cxn ang="0">
                      <a:pos x="83" y="64"/>
                    </a:cxn>
                    <a:cxn ang="0">
                      <a:pos x="87" y="56"/>
                    </a:cxn>
                  </a:cxnLst>
                  <a:rect l="0" t="0" r="r" b="b"/>
                  <a:pathLst>
                    <a:path w="88" h="153">
                      <a:moveTo>
                        <a:pt x="87" y="56"/>
                      </a:moveTo>
                      <a:cubicBezTo>
                        <a:pt x="71" y="9"/>
                        <a:pt x="71" y="9"/>
                        <a:pt x="71" y="9"/>
                      </a:cubicBezTo>
                      <a:cubicBezTo>
                        <a:pt x="71" y="4"/>
                        <a:pt x="67" y="0"/>
                        <a:pt x="61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cubicBezTo>
                        <a:pt x="23" y="0"/>
                        <a:pt x="19" y="1"/>
                        <a:pt x="18" y="4"/>
                      </a:cubicBezTo>
                      <a:cubicBezTo>
                        <a:pt x="17" y="5"/>
                        <a:pt x="17" y="5"/>
                        <a:pt x="17" y="6"/>
                      </a:cubicBezTo>
                      <a:cubicBezTo>
                        <a:pt x="17" y="6"/>
                        <a:pt x="17" y="6"/>
                        <a:pt x="17" y="6"/>
                      </a:cubicBezTo>
                      <a:cubicBezTo>
                        <a:pt x="17" y="7"/>
                        <a:pt x="16" y="7"/>
                        <a:pt x="16" y="7"/>
                      </a:cubicBezTo>
                      <a:cubicBezTo>
                        <a:pt x="1" y="56"/>
                        <a:pt x="1" y="56"/>
                        <a:pt x="1" y="56"/>
                      </a:cubicBezTo>
                      <a:cubicBezTo>
                        <a:pt x="0" y="60"/>
                        <a:pt x="2" y="63"/>
                        <a:pt x="5" y="64"/>
                      </a:cubicBezTo>
                      <a:cubicBezTo>
                        <a:pt x="8" y="65"/>
                        <a:pt x="12" y="63"/>
                        <a:pt x="13" y="60"/>
                      </a:cubicBezTo>
                      <a:cubicBezTo>
                        <a:pt x="25" y="21"/>
                        <a:pt x="25" y="21"/>
                        <a:pt x="25" y="21"/>
                      </a:cubicBezTo>
                      <a:cubicBezTo>
                        <a:pt x="25" y="21"/>
                        <a:pt x="26" y="21"/>
                        <a:pt x="26" y="21"/>
                      </a:cubicBezTo>
                      <a:cubicBezTo>
                        <a:pt x="27" y="21"/>
                        <a:pt x="27" y="21"/>
                        <a:pt x="27" y="21"/>
                      </a:cubicBezTo>
                      <a:cubicBezTo>
                        <a:pt x="9" y="91"/>
                        <a:pt x="9" y="91"/>
                        <a:pt x="9" y="91"/>
                      </a:cubicBezTo>
                      <a:cubicBezTo>
                        <a:pt x="28" y="91"/>
                        <a:pt x="28" y="91"/>
                        <a:pt x="28" y="91"/>
                      </a:cubicBezTo>
                      <a:cubicBezTo>
                        <a:pt x="28" y="146"/>
                        <a:pt x="28" y="146"/>
                        <a:pt x="28" y="146"/>
                      </a:cubicBezTo>
                      <a:cubicBezTo>
                        <a:pt x="28" y="150"/>
                        <a:pt x="31" y="153"/>
                        <a:pt x="35" y="153"/>
                      </a:cubicBezTo>
                      <a:cubicBezTo>
                        <a:pt x="39" y="153"/>
                        <a:pt x="42" y="150"/>
                        <a:pt x="42" y="146"/>
                      </a:cubicBezTo>
                      <a:cubicBezTo>
                        <a:pt x="42" y="91"/>
                        <a:pt x="42" y="91"/>
                        <a:pt x="42" y="91"/>
                      </a:cubicBezTo>
                      <a:cubicBezTo>
                        <a:pt x="46" y="91"/>
                        <a:pt x="46" y="91"/>
                        <a:pt x="46" y="91"/>
                      </a:cubicBezTo>
                      <a:cubicBezTo>
                        <a:pt x="46" y="146"/>
                        <a:pt x="46" y="146"/>
                        <a:pt x="46" y="146"/>
                      </a:cubicBezTo>
                      <a:cubicBezTo>
                        <a:pt x="46" y="150"/>
                        <a:pt x="50" y="153"/>
                        <a:pt x="54" y="153"/>
                      </a:cubicBezTo>
                      <a:cubicBezTo>
                        <a:pt x="58" y="153"/>
                        <a:pt x="61" y="150"/>
                        <a:pt x="61" y="146"/>
                      </a:cubicBezTo>
                      <a:cubicBezTo>
                        <a:pt x="61" y="91"/>
                        <a:pt x="61" y="91"/>
                        <a:pt x="61" y="91"/>
                      </a:cubicBezTo>
                      <a:cubicBezTo>
                        <a:pt x="80" y="91"/>
                        <a:pt x="80" y="91"/>
                        <a:pt x="80" y="91"/>
                      </a:cubicBezTo>
                      <a:cubicBezTo>
                        <a:pt x="60" y="21"/>
                        <a:pt x="60" y="21"/>
                        <a:pt x="60" y="21"/>
                      </a:cubicBezTo>
                      <a:cubicBezTo>
                        <a:pt x="61" y="21"/>
                        <a:pt x="61" y="21"/>
                        <a:pt x="61" y="21"/>
                      </a:cubicBezTo>
                      <a:cubicBezTo>
                        <a:pt x="62" y="21"/>
                        <a:pt x="62" y="21"/>
                        <a:pt x="62" y="21"/>
                      </a:cubicBezTo>
                      <a:cubicBezTo>
                        <a:pt x="75" y="60"/>
                        <a:pt x="75" y="60"/>
                        <a:pt x="75" y="60"/>
                      </a:cubicBezTo>
                      <a:cubicBezTo>
                        <a:pt x="77" y="63"/>
                        <a:pt x="80" y="65"/>
                        <a:pt x="83" y="64"/>
                      </a:cubicBezTo>
                      <a:cubicBezTo>
                        <a:pt x="87" y="63"/>
                        <a:pt x="88" y="59"/>
                        <a:pt x="87" y="56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21920" tIns="60960" rIns="121920" bIns="60960" numCol="1" anchor="t" anchorCtr="0" compatLnSpc="1"/>
                <a:lstStyle/>
                <a:p>
                  <a:endParaRPr lang="en-US" sz="2400" dirty="0"/>
                </a:p>
              </p:txBody>
            </p:sp>
          </p:grpSp>
          <p:grpSp>
            <p:nvGrpSpPr>
              <p:cNvPr id="75" name="Group 184"/>
              <p:cNvGrpSpPr/>
              <p:nvPr/>
            </p:nvGrpSpPr>
            <p:grpSpPr>
              <a:xfrm>
                <a:off x="7278112" y="2111447"/>
                <a:ext cx="288035" cy="618367"/>
                <a:chOff x="6213475" y="1668463"/>
                <a:chExt cx="227013" cy="487362"/>
              </a:xfrm>
              <a:grpFill/>
            </p:grpSpPr>
            <p:sp>
              <p:nvSpPr>
                <p:cNvPr id="82" name="Oval 98"/>
                <p:cNvSpPr>
                  <a:spLocks noChangeArrowheads="1"/>
                </p:cNvSpPr>
                <p:nvPr/>
              </p:nvSpPr>
              <p:spPr bwMode="auto">
                <a:xfrm>
                  <a:off x="6291263" y="1668463"/>
                  <a:ext cx="73025" cy="73025"/>
                </a:xfrm>
                <a:prstGeom prst="ellipse">
                  <a:avLst/>
                </a:prstGeom>
                <a:grpFill/>
                <a:ln w="9525">
                  <a:noFill/>
                  <a:round/>
                </a:ln>
              </p:spPr>
              <p:txBody>
                <a:bodyPr vert="horz" wrap="square" lIns="121920" tIns="60960" rIns="121920" bIns="60960" numCol="1" anchor="t" anchorCtr="0" compatLnSpc="1"/>
                <a:lstStyle/>
                <a:p>
                  <a:endParaRPr lang="en-US" sz="2400" dirty="0"/>
                </a:p>
              </p:txBody>
            </p:sp>
            <p:sp>
              <p:nvSpPr>
                <p:cNvPr id="83" name="Freeform 99"/>
                <p:cNvSpPr/>
                <p:nvPr/>
              </p:nvSpPr>
              <p:spPr bwMode="auto">
                <a:xfrm>
                  <a:off x="6213475" y="1757363"/>
                  <a:ext cx="227013" cy="398462"/>
                </a:xfrm>
                <a:custGeom>
                  <a:avLst/>
                  <a:gdLst/>
                  <a:ahLst/>
                  <a:cxnLst>
                    <a:cxn ang="0">
                      <a:pos x="87" y="56"/>
                    </a:cxn>
                    <a:cxn ang="0">
                      <a:pos x="71" y="9"/>
                    </a:cxn>
                    <a:cxn ang="0">
                      <a:pos x="61" y="0"/>
                    </a:cxn>
                    <a:cxn ang="0">
                      <a:pos x="26" y="0"/>
                    </a:cxn>
                    <a:cxn ang="0">
                      <a:pos x="18" y="4"/>
                    </a:cxn>
                    <a:cxn ang="0">
                      <a:pos x="17" y="6"/>
                    </a:cxn>
                    <a:cxn ang="0">
                      <a:pos x="17" y="6"/>
                    </a:cxn>
                    <a:cxn ang="0">
                      <a:pos x="16" y="7"/>
                    </a:cxn>
                    <a:cxn ang="0">
                      <a:pos x="1" y="56"/>
                    </a:cxn>
                    <a:cxn ang="0">
                      <a:pos x="5" y="64"/>
                    </a:cxn>
                    <a:cxn ang="0">
                      <a:pos x="13" y="60"/>
                    </a:cxn>
                    <a:cxn ang="0">
                      <a:pos x="25" y="21"/>
                    </a:cxn>
                    <a:cxn ang="0">
                      <a:pos x="26" y="21"/>
                    </a:cxn>
                    <a:cxn ang="0">
                      <a:pos x="27" y="21"/>
                    </a:cxn>
                    <a:cxn ang="0">
                      <a:pos x="9" y="91"/>
                    </a:cxn>
                    <a:cxn ang="0">
                      <a:pos x="28" y="91"/>
                    </a:cxn>
                    <a:cxn ang="0">
                      <a:pos x="28" y="146"/>
                    </a:cxn>
                    <a:cxn ang="0">
                      <a:pos x="35" y="153"/>
                    </a:cxn>
                    <a:cxn ang="0">
                      <a:pos x="42" y="146"/>
                    </a:cxn>
                    <a:cxn ang="0">
                      <a:pos x="42" y="91"/>
                    </a:cxn>
                    <a:cxn ang="0">
                      <a:pos x="46" y="91"/>
                    </a:cxn>
                    <a:cxn ang="0">
                      <a:pos x="46" y="146"/>
                    </a:cxn>
                    <a:cxn ang="0">
                      <a:pos x="54" y="153"/>
                    </a:cxn>
                    <a:cxn ang="0">
                      <a:pos x="61" y="146"/>
                    </a:cxn>
                    <a:cxn ang="0">
                      <a:pos x="61" y="91"/>
                    </a:cxn>
                    <a:cxn ang="0">
                      <a:pos x="80" y="91"/>
                    </a:cxn>
                    <a:cxn ang="0">
                      <a:pos x="60" y="21"/>
                    </a:cxn>
                    <a:cxn ang="0">
                      <a:pos x="61" y="21"/>
                    </a:cxn>
                    <a:cxn ang="0">
                      <a:pos x="62" y="21"/>
                    </a:cxn>
                    <a:cxn ang="0">
                      <a:pos x="75" y="60"/>
                    </a:cxn>
                    <a:cxn ang="0">
                      <a:pos x="83" y="64"/>
                    </a:cxn>
                    <a:cxn ang="0">
                      <a:pos x="87" y="56"/>
                    </a:cxn>
                  </a:cxnLst>
                  <a:rect l="0" t="0" r="r" b="b"/>
                  <a:pathLst>
                    <a:path w="88" h="153">
                      <a:moveTo>
                        <a:pt x="87" y="56"/>
                      </a:moveTo>
                      <a:cubicBezTo>
                        <a:pt x="71" y="9"/>
                        <a:pt x="71" y="9"/>
                        <a:pt x="71" y="9"/>
                      </a:cubicBezTo>
                      <a:cubicBezTo>
                        <a:pt x="71" y="4"/>
                        <a:pt x="67" y="0"/>
                        <a:pt x="61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cubicBezTo>
                        <a:pt x="23" y="0"/>
                        <a:pt x="19" y="1"/>
                        <a:pt x="18" y="4"/>
                      </a:cubicBezTo>
                      <a:cubicBezTo>
                        <a:pt x="17" y="5"/>
                        <a:pt x="17" y="5"/>
                        <a:pt x="17" y="6"/>
                      </a:cubicBezTo>
                      <a:cubicBezTo>
                        <a:pt x="17" y="6"/>
                        <a:pt x="17" y="6"/>
                        <a:pt x="17" y="6"/>
                      </a:cubicBezTo>
                      <a:cubicBezTo>
                        <a:pt x="17" y="7"/>
                        <a:pt x="16" y="7"/>
                        <a:pt x="16" y="7"/>
                      </a:cubicBezTo>
                      <a:cubicBezTo>
                        <a:pt x="1" y="56"/>
                        <a:pt x="1" y="56"/>
                        <a:pt x="1" y="56"/>
                      </a:cubicBezTo>
                      <a:cubicBezTo>
                        <a:pt x="0" y="60"/>
                        <a:pt x="2" y="63"/>
                        <a:pt x="5" y="64"/>
                      </a:cubicBezTo>
                      <a:cubicBezTo>
                        <a:pt x="8" y="65"/>
                        <a:pt x="12" y="63"/>
                        <a:pt x="13" y="60"/>
                      </a:cubicBezTo>
                      <a:cubicBezTo>
                        <a:pt x="25" y="21"/>
                        <a:pt x="25" y="21"/>
                        <a:pt x="25" y="21"/>
                      </a:cubicBezTo>
                      <a:cubicBezTo>
                        <a:pt x="25" y="21"/>
                        <a:pt x="26" y="21"/>
                        <a:pt x="26" y="21"/>
                      </a:cubicBezTo>
                      <a:cubicBezTo>
                        <a:pt x="27" y="21"/>
                        <a:pt x="27" y="21"/>
                        <a:pt x="27" y="21"/>
                      </a:cubicBezTo>
                      <a:cubicBezTo>
                        <a:pt x="9" y="91"/>
                        <a:pt x="9" y="91"/>
                        <a:pt x="9" y="91"/>
                      </a:cubicBezTo>
                      <a:cubicBezTo>
                        <a:pt x="28" y="91"/>
                        <a:pt x="28" y="91"/>
                        <a:pt x="28" y="91"/>
                      </a:cubicBezTo>
                      <a:cubicBezTo>
                        <a:pt x="28" y="146"/>
                        <a:pt x="28" y="146"/>
                        <a:pt x="28" y="146"/>
                      </a:cubicBezTo>
                      <a:cubicBezTo>
                        <a:pt x="28" y="150"/>
                        <a:pt x="31" y="153"/>
                        <a:pt x="35" y="153"/>
                      </a:cubicBezTo>
                      <a:cubicBezTo>
                        <a:pt x="39" y="153"/>
                        <a:pt x="42" y="150"/>
                        <a:pt x="42" y="146"/>
                      </a:cubicBezTo>
                      <a:cubicBezTo>
                        <a:pt x="42" y="91"/>
                        <a:pt x="42" y="91"/>
                        <a:pt x="42" y="91"/>
                      </a:cubicBezTo>
                      <a:cubicBezTo>
                        <a:pt x="46" y="91"/>
                        <a:pt x="46" y="91"/>
                        <a:pt x="46" y="91"/>
                      </a:cubicBezTo>
                      <a:cubicBezTo>
                        <a:pt x="46" y="146"/>
                        <a:pt x="46" y="146"/>
                        <a:pt x="46" y="146"/>
                      </a:cubicBezTo>
                      <a:cubicBezTo>
                        <a:pt x="46" y="150"/>
                        <a:pt x="50" y="153"/>
                        <a:pt x="54" y="153"/>
                      </a:cubicBezTo>
                      <a:cubicBezTo>
                        <a:pt x="58" y="153"/>
                        <a:pt x="61" y="150"/>
                        <a:pt x="61" y="146"/>
                      </a:cubicBezTo>
                      <a:cubicBezTo>
                        <a:pt x="61" y="91"/>
                        <a:pt x="61" y="91"/>
                        <a:pt x="61" y="91"/>
                      </a:cubicBezTo>
                      <a:cubicBezTo>
                        <a:pt x="80" y="91"/>
                        <a:pt x="80" y="91"/>
                        <a:pt x="80" y="91"/>
                      </a:cubicBezTo>
                      <a:cubicBezTo>
                        <a:pt x="60" y="21"/>
                        <a:pt x="60" y="21"/>
                        <a:pt x="60" y="21"/>
                      </a:cubicBezTo>
                      <a:cubicBezTo>
                        <a:pt x="61" y="21"/>
                        <a:pt x="61" y="21"/>
                        <a:pt x="61" y="21"/>
                      </a:cubicBezTo>
                      <a:cubicBezTo>
                        <a:pt x="62" y="21"/>
                        <a:pt x="62" y="21"/>
                        <a:pt x="62" y="21"/>
                      </a:cubicBezTo>
                      <a:cubicBezTo>
                        <a:pt x="75" y="60"/>
                        <a:pt x="75" y="60"/>
                        <a:pt x="75" y="60"/>
                      </a:cubicBezTo>
                      <a:cubicBezTo>
                        <a:pt x="77" y="63"/>
                        <a:pt x="80" y="65"/>
                        <a:pt x="83" y="64"/>
                      </a:cubicBezTo>
                      <a:cubicBezTo>
                        <a:pt x="87" y="63"/>
                        <a:pt x="88" y="59"/>
                        <a:pt x="87" y="56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21920" tIns="60960" rIns="121920" bIns="60960" numCol="1" anchor="t" anchorCtr="0" compatLnSpc="1"/>
                <a:lstStyle/>
                <a:p>
                  <a:endParaRPr lang="en-US" sz="2400" dirty="0"/>
                </a:p>
              </p:txBody>
            </p:sp>
          </p:grpSp>
          <p:grpSp>
            <p:nvGrpSpPr>
              <p:cNvPr id="76" name="Group 184"/>
              <p:cNvGrpSpPr/>
              <p:nvPr/>
            </p:nvGrpSpPr>
            <p:grpSpPr>
              <a:xfrm>
                <a:off x="7708178" y="2111447"/>
                <a:ext cx="288035" cy="618367"/>
                <a:chOff x="6213475" y="1668463"/>
                <a:chExt cx="227013" cy="487362"/>
              </a:xfrm>
              <a:grpFill/>
            </p:grpSpPr>
            <p:sp>
              <p:nvSpPr>
                <p:cNvPr id="80" name="Oval 98"/>
                <p:cNvSpPr>
                  <a:spLocks noChangeArrowheads="1"/>
                </p:cNvSpPr>
                <p:nvPr/>
              </p:nvSpPr>
              <p:spPr bwMode="auto">
                <a:xfrm>
                  <a:off x="6291263" y="1668463"/>
                  <a:ext cx="73025" cy="73025"/>
                </a:xfrm>
                <a:prstGeom prst="ellipse">
                  <a:avLst/>
                </a:prstGeom>
                <a:grpFill/>
                <a:ln w="9525">
                  <a:noFill/>
                  <a:round/>
                </a:ln>
              </p:spPr>
              <p:txBody>
                <a:bodyPr vert="horz" wrap="square" lIns="121920" tIns="60960" rIns="121920" bIns="60960" numCol="1" anchor="t" anchorCtr="0" compatLnSpc="1"/>
                <a:lstStyle/>
                <a:p>
                  <a:endParaRPr lang="en-US" sz="2400" dirty="0"/>
                </a:p>
              </p:txBody>
            </p:sp>
            <p:sp>
              <p:nvSpPr>
                <p:cNvPr id="81" name="Freeform 99"/>
                <p:cNvSpPr/>
                <p:nvPr/>
              </p:nvSpPr>
              <p:spPr bwMode="auto">
                <a:xfrm>
                  <a:off x="6213475" y="1757363"/>
                  <a:ext cx="227013" cy="398462"/>
                </a:xfrm>
                <a:custGeom>
                  <a:avLst/>
                  <a:gdLst/>
                  <a:ahLst/>
                  <a:cxnLst>
                    <a:cxn ang="0">
                      <a:pos x="87" y="56"/>
                    </a:cxn>
                    <a:cxn ang="0">
                      <a:pos x="71" y="9"/>
                    </a:cxn>
                    <a:cxn ang="0">
                      <a:pos x="61" y="0"/>
                    </a:cxn>
                    <a:cxn ang="0">
                      <a:pos x="26" y="0"/>
                    </a:cxn>
                    <a:cxn ang="0">
                      <a:pos x="18" y="4"/>
                    </a:cxn>
                    <a:cxn ang="0">
                      <a:pos x="17" y="6"/>
                    </a:cxn>
                    <a:cxn ang="0">
                      <a:pos x="17" y="6"/>
                    </a:cxn>
                    <a:cxn ang="0">
                      <a:pos x="16" y="7"/>
                    </a:cxn>
                    <a:cxn ang="0">
                      <a:pos x="1" y="56"/>
                    </a:cxn>
                    <a:cxn ang="0">
                      <a:pos x="5" y="64"/>
                    </a:cxn>
                    <a:cxn ang="0">
                      <a:pos x="13" y="60"/>
                    </a:cxn>
                    <a:cxn ang="0">
                      <a:pos x="25" y="21"/>
                    </a:cxn>
                    <a:cxn ang="0">
                      <a:pos x="26" y="21"/>
                    </a:cxn>
                    <a:cxn ang="0">
                      <a:pos x="27" y="21"/>
                    </a:cxn>
                    <a:cxn ang="0">
                      <a:pos x="9" y="91"/>
                    </a:cxn>
                    <a:cxn ang="0">
                      <a:pos x="28" y="91"/>
                    </a:cxn>
                    <a:cxn ang="0">
                      <a:pos x="28" y="146"/>
                    </a:cxn>
                    <a:cxn ang="0">
                      <a:pos x="35" y="153"/>
                    </a:cxn>
                    <a:cxn ang="0">
                      <a:pos x="42" y="146"/>
                    </a:cxn>
                    <a:cxn ang="0">
                      <a:pos x="42" y="91"/>
                    </a:cxn>
                    <a:cxn ang="0">
                      <a:pos x="46" y="91"/>
                    </a:cxn>
                    <a:cxn ang="0">
                      <a:pos x="46" y="146"/>
                    </a:cxn>
                    <a:cxn ang="0">
                      <a:pos x="54" y="153"/>
                    </a:cxn>
                    <a:cxn ang="0">
                      <a:pos x="61" y="146"/>
                    </a:cxn>
                    <a:cxn ang="0">
                      <a:pos x="61" y="91"/>
                    </a:cxn>
                    <a:cxn ang="0">
                      <a:pos x="80" y="91"/>
                    </a:cxn>
                    <a:cxn ang="0">
                      <a:pos x="60" y="21"/>
                    </a:cxn>
                    <a:cxn ang="0">
                      <a:pos x="61" y="21"/>
                    </a:cxn>
                    <a:cxn ang="0">
                      <a:pos x="62" y="21"/>
                    </a:cxn>
                    <a:cxn ang="0">
                      <a:pos x="75" y="60"/>
                    </a:cxn>
                    <a:cxn ang="0">
                      <a:pos x="83" y="64"/>
                    </a:cxn>
                    <a:cxn ang="0">
                      <a:pos x="87" y="56"/>
                    </a:cxn>
                  </a:cxnLst>
                  <a:rect l="0" t="0" r="r" b="b"/>
                  <a:pathLst>
                    <a:path w="88" h="153">
                      <a:moveTo>
                        <a:pt x="87" y="56"/>
                      </a:moveTo>
                      <a:cubicBezTo>
                        <a:pt x="71" y="9"/>
                        <a:pt x="71" y="9"/>
                        <a:pt x="71" y="9"/>
                      </a:cubicBezTo>
                      <a:cubicBezTo>
                        <a:pt x="71" y="4"/>
                        <a:pt x="67" y="0"/>
                        <a:pt x="61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cubicBezTo>
                        <a:pt x="23" y="0"/>
                        <a:pt x="19" y="1"/>
                        <a:pt x="18" y="4"/>
                      </a:cubicBezTo>
                      <a:cubicBezTo>
                        <a:pt x="17" y="5"/>
                        <a:pt x="17" y="5"/>
                        <a:pt x="17" y="6"/>
                      </a:cubicBezTo>
                      <a:cubicBezTo>
                        <a:pt x="17" y="6"/>
                        <a:pt x="17" y="6"/>
                        <a:pt x="17" y="6"/>
                      </a:cubicBezTo>
                      <a:cubicBezTo>
                        <a:pt x="17" y="7"/>
                        <a:pt x="16" y="7"/>
                        <a:pt x="16" y="7"/>
                      </a:cubicBezTo>
                      <a:cubicBezTo>
                        <a:pt x="1" y="56"/>
                        <a:pt x="1" y="56"/>
                        <a:pt x="1" y="56"/>
                      </a:cubicBezTo>
                      <a:cubicBezTo>
                        <a:pt x="0" y="60"/>
                        <a:pt x="2" y="63"/>
                        <a:pt x="5" y="64"/>
                      </a:cubicBezTo>
                      <a:cubicBezTo>
                        <a:pt x="8" y="65"/>
                        <a:pt x="12" y="63"/>
                        <a:pt x="13" y="60"/>
                      </a:cubicBezTo>
                      <a:cubicBezTo>
                        <a:pt x="25" y="21"/>
                        <a:pt x="25" y="21"/>
                        <a:pt x="25" y="21"/>
                      </a:cubicBezTo>
                      <a:cubicBezTo>
                        <a:pt x="25" y="21"/>
                        <a:pt x="26" y="21"/>
                        <a:pt x="26" y="21"/>
                      </a:cubicBezTo>
                      <a:cubicBezTo>
                        <a:pt x="27" y="21"/>
                        <a:pt x="27" y="21"/>
                        <a:pt x="27" y="21"/>
                      </a:cubicBezTo>
                      <a:cubicBezTo>
                        <a:pt x="9" y="91"/>
                        <a:pt x="9" y="91"/>
                        <a:pt x="9" y="91"/>
                      </a:cubicBezTo>
                      <a:cubicBezTo>
                        <a:pt x="28" y="91"/>
                        <a:pt x="28" y="91"/>
                        <a:pt x="28" y="91"/>
                      </a:cubicBezTo>
                      <a:cubicBezTo>
                        <a:pt x="28" y="146"/>
                        <a:pt x="28" y="146"/>
                        <a:pt x="28" y="146"/>
                      </a:cubicBezTo>
                      <a:cubicBezTo>
                        <a:pt x="28" y="150"/>
                        <a:pt x="31" y="153"/>
                        <a:pt x="35" y="153"/>
                      </a:cubicBezTo>
                      <a:cubicBezTo>
                        <a:pt x="39" y="153"/>
                        <a:pt x="42" y="150"/>
                        <a:pt x="42" y="146"/>
                      </a:cubicBezTo>
                      <a:cubicBezTo>
                        <a:pt x="42" y="91"/>
                        <a:pt x="42" y="91"/>
                        <a:pt x="42" y="91"/>
                      </a:cubicBezTo>
                      <a:cubicBezTo>
                        <a:pt x="46" y="91"/>
                        <a:pt x="46" y="91"/>
                        <a:pt x="46" y="91"/>
                      </a:cubicBezTo>
                      <a:cubicBezTo>
                        <a:pt x="46" y="146"/>
                        <a:pt x="46" y="146"/>
                        <a:pt x="46" y="146"/>
                      </a:cubicBezTo>
                      <a:cubicBezTo>
                        <a:pt x="46" y="150"/>
                        <a:pt x="50" y="153"/>
                        <a:pt x="54" y="153"/>
                      </a:cubicBezTo>
                      <a:cubicBezTo>
                        <a:pt x="58" y="153"/>
                        <a:pt x="61" y="150"/>
                        <a:pt x="61" y="146"/>
                      </a:cubicBezTo>
                      <a:cubicBezTo>
                        <a:pt x="61" y="91"/>
                        <a:pt x="61" y="91"/>
                        <a:pt x="61" y="91"/>
                      </a:cubicBezTo>
                      <a:cubicBezTo>
                        <a:pt x="80" y="91"/>
                        <a:pt x="80" y="91"/>
                        <a:pt x="80" y="91"/>
                      </a:cubicBezTo>
                      <a:cubicBezTo>
                        <a:pt x="60" y="21"/>
                        <a:pt x="60" y="21"/>
                        <a:pt x="60" y="21"/>
                      </a:cubicBezTo>
                      <a:cubicBezTo>
                        <a:pt x="61" y="21"/>
                        <a:pt x="61" y="21"/>
                        <a:pt x="61" y="21"/>
                      </a:cubicBezTo>
                      <a:cubicBezTo>
                        <a:pt x="62" y="21"/>
                        <a:pt x="62" y="21"/>
                        <a:pt x="62" y="21"/>
                      </a:cubicBezTo>
                      <a:cubicBezTo>
                        <a:pt x="75" y="60"/>
                        <a:pt x="75" y="60"/>
                        <a:pt x="75" y="60"/>
                      </a:cubicBezTo>
                      <a:cubicBezTo>
                        <a:pt x="77" y="63"/>
                        <a:pt x="80" y="65"/>
                        <a:pt x="83" y="64"/>
                      </a:cubicBezTo>
                      <a:cubicBezTo>
                        <a:pt x="87" y="63"/>
                        <a:pt x="88" y="59"/>
                        <a:pt x="87" y="56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21920" tIns="60960" rIns="121920" bIns="60960" numCol="1" anchor="t" anchorCtr="0" compatLnSpc="1"/>
                <a:lstStyle/>
                <a:p>
                  <a:endParaRPr lang="en-US" sz="2400" dirty="0"/>
                </a:p>
              </p:txBody>
            </p:sp>
          </p:grpSp>
          <p:grpSp>
            <p:nvGrpSpPr>
              <p:cNvPr id="77" name="Group 184"/>
              <p:cNvGrpSpPr/>
              <p:nvPr/>
            </p:nvGrpSpPr>
            <p:grpSpPr>
              <a:xfrm>
                <a:off x="8050477" y="2111447"/>
                <a:ext cx="288035" cy="618367"/>
                <a:chOff x="6213475" y="1668463"/>
                <a:chExt cx="227013" cy="487362"/>
              </a:xfrm>
              <a:grpFill/>
            </p:grpSpPr>
            <p:sp>
              <p:nvSpPr>
                <p:cNvPr id="78" name="Oval 98"/>
                <p:cNvSpPr>
                  <a:spLocks noChangeArrowheads="1"/>
                </p:cNvSpPr>
                <p:nvPr/>
              </p:nvSpPr>
              <p:spPr bwMode="auto">
                <a:xfrm>
                  <a:off x="6291263" y="1668463"/>
                  <a:ext cx="73025" cy="73025"/>
                </a:xfrm>
                <a:prstGeom prst="ellipse">
                  <a:avLst/>
                </a:prstGeom>
                <a:grpFill/>
                <a:ln w="9525">
                  <a:noFill/>
                  <a:round/>
                </a:ln>
              </p:spPr>
              <p:txBody>
                <a:bodyPr vert="horz" wrap="square" lIns="121920" tIns="60960" rIns="121920" bIns="60960" numCol="1" anchor="t" anchorCtr="0" compatLnSpc="1"/>
                <a:lstStyle/>
                <a:p>
                  <a:endParaRPr lang="en-US" sz="2400" dirty="0"/>
                </a:p>
              </p:txBody>
            </p:sp>
            <p:sp>
              <p:nvSpPr>
                <p:cNvPr id="79" name="Freeform 99"/>
                <p:cNvSpPr/>
                <p:nvPr/>
              </p:nvSpPr>
              <p:spPr bwMode="auto">
                <a:xfrm>
                  <a:off x="6213475" y="1757363"/>
                  <a:ext cx="227013" cy="398462"/>
                </a:xfrm>
                <a:custGeom>
                  <a:avLst/>
                  <a:gdLst/>
                  <a:ahLst/>
                  <a:cxnLst>
                    <a:cxn ang="0">
                      <a:pos x="87" y="56"/>
                    </a:cxn>
                    <a:cxn ang="0">
                      <a:pos x="71" y="9"/>
                    </a:cxn>
                    <a:cxn ang="0">
                      <a:pos x="61" y="0"/>
                    </a:cxn>
                    <a:cxn ang="0">
                      <a:pos x="26" y="0"/>
                    </a:cxn>
                    <a:cxn ang="0">
                      <a:pos x="18" y="4"/>
                    </a:cxn>
                    <a:cxn ang="0">
                      <a:pos x="17" y="6"/>
                    </a:cxn>
                    <a:cxn ang="0">
                      <a:pos x="17" y="6"/>
                    </a:cxn>
                    <a:cxn ang="0">
                      <a:pos x="16" y="7"/>
                    </a:cxn>
                    <a:cxn ang="0">
                      <a:pos x="1" y="56"/>
                    </a:cxn>
                    <a:cxn ang="0">
                      <a:pos x="5" y="64"/>
                    </a:cxn>
                    <a:cxn ang="0">
                      <a:pos x="13" y="60"/>
                    </a:cxn>
                    <a:cxn ang="0">
                      <a:pos x="25" y="21"/>
                    </a:cxn>
                    <a:cxn ang="0">
                      <a:pos x="26" y="21"/>
                    </a:cxn>
                    <a:cxn ang="0">
                      <a:pos x="27" y="21"/>
                    </a:cxn>
                    <a:cxn ang="0">
                      <a:pos x="9" y="91"/>
                    </a:cxn>
                    <a:cxn ang="0">
                      <a:pos x="28" y="91"/>
                    </a:cxn>
                    <a:cxn ang="0">
                      <a:pos x="28" y="146"/>
                    </a:cxn>
                    <a:cxn ang="0">
                      <a:pos x="35" y="153"/>
                    </a:cxn>
                    <a:cxn ang="0">
                      <a:pos x="42" y="146"/>
                    </a:cxn>
                    <a:cxn ang="0">
                      <a:pos x="42" y="91"/>
                    </a:cxn>
                    <a:cxn ang="0">
                      <a:pos x="46" y="91"/>
                    </a:cxn>
                    <a:cxn ang="0">
                      <a:pos x="46" y="146"/>
                    </a:cxn>
                    <a:cxn ang="0">
                      <a:pos x="54" y="153"/>
                    </a:cxn>
                    <a:cxn ang="0">
                      <a:pos x="61" y="146"/>
                    </a:cxn>
                    <a:cxn ang="0">
                      <a:pos x="61" y="91"/>
                    </a:cxn>
                    <a:cxn ang="0">
                      <a:pos x="80" y="91"/>
                    </a:cxn>
                    <a:cxn ang="0">
                      <a:pos x="60" y="21"/>
                    </a:cxn>
                    <a:cxn ang="0">
                      <a:pos x="61" y="21"/>
                    </a:cxn>
                    <a:cxn ang="0">
                      <a:pos x="62" y="21"/>
                    </a:cxn>
                    <a:cxn ang="0">
                      <a:pos x="75" y="60"/>
                    </a:cxn>
                    <a:cxn ang="0">
                      <a:pos x="83" y="64"/>
                    </a:cxn>
                    <a:cxn ang="0">
                      <a:pos x="87" y="56"/>
                    </a:cxn>
                  </a:cxnLst>
                  <a:rect l="0" t="0" r="r" b="b"/>
                  <a:pathLst>
                    <a:path w="88" h="153">
                      <a:moveTo>
                        <a:pt x="87" y="56"/>
                      </a:moveTo>
                      <a:cubicBezTo>
                        <a:pt x="71" y="9"/>
                        <a:pt x="71" y="9"/>
                        <a:pt x="71" y="9"/>
                      </a:cubicBezTo>
                      <a:cubicBezTo>
                        <a:pt x="71" y="4"/>
                        <a:pt x="67" y="0"/>
                        <a:pt x="61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cubicBezTo>
                        <a:pt x="23" y="0"/>
                        <a:pt x="19" y="1"/>
                        <a:pt x="18" y="4"/>
                      </a:cubicBezTo>
                      <a:cubicBezTo>
                        <a:pt x="17" y="5"/>
                        <a:pt x="17" y="5"/>
                        <a:pt x="17" y="6"/>
                      </a:cubicBezTo>
                      <a:cubicBezTo>
                        <a:pt x="17" y="6"/>
                        <a:pt x="17" y="6"/>
                        <a:pt x="17" y="6"/>
                      </a:cubicBezTo>
                      <a:cubicBezTo>
                        <a:pt x="17" y="7"/>
                        <a:pt x="16" y="7"/>
                        <a:pt x="16" y="7"/>
                      </a:cubicBezTo>
                      <a:cubicBezTo>
                        <a:pt x="1" y="56"/>
                        <a:pt x="1" y="56"/>
                        <a:pt x="1" y="56"/>
                      </a:cubicBezTo>
                      <a:cubicBezTo>
                        <a:pt x="0" y="60"/>
                        <a:pt x="2" y="63"/>
                        <a:pt x="5" y="64"/>
                      </a:cubicBezTo>
                      <a:cubicBezTo>
                        <a:pt x="8" y="65"/>
                        <a:pt x="12" y="63"/>
                        <a:pt x="13" y="60"/>
                      </a:cubicBezTo>
                      <a:cubicBezTo>
                        <a:pt x="25" y="21"/>
                        <a:pt x="25" y="21"/>
                        <a:pt x="25" y="21"/>
                      </a:cubicBezTo>
                      <a:cubicBezTo>
                        <a:pt x="25" y="21"/>
                        <a:pt x="26" y="21"/>
                        <a:pt x="26" y="21"/>
                      </a:cubicBezTo>
                      <a:cubicBezTo>
                        <a:pt x="27" y="21"/>
                        <a:pt x="27" y="21"/>
                        <a:pt x="27" y="21"/>
                      </a:cubicBezTo>
                      <a:cubicBezTo>
                        <a:pt x="9" y="91"/>
                        <a:pt x="9" y="91"/>
                        <a:pt x="9" y="91"/>
                      </a:cubicBezTo>
                      <a:cubicBezTo>
                        <a:pt x="28" y="91"/>
                        <a:pt x="28" y="91"/>
                        <a:pt x="28" y="91"/>
                      </a:cubicBezTo>
                      <a:cubicBezTo>
                        <a:pt x="28" y="146"/>
                        <a:pt x="28" y="146"/>
                        <a:pt x="28" y="146"/>
                      </a:cubicBezTo>
                      <a:cubicBezTo>
                        <a:pt x="28" y="150"/>
                        <a:pt x="31" y="153"/>
                        <a:pt x="35" y="153"/>
                      </a:cubicBezTo>
                      <a:cubicBezTo>
                        <a:pt x="39" y="153"/>
                        <a:pt x="42" y="150"/>
                        <a:pt x="42" y="146"/>
                      </a:cubicBezTo>
                      <a:cubicBezTo>
                        <a:pt x="42" y="91"/>
                        <a:pt x="42" y="91"/>
                        <a:pt x="42" y="91"/>
                      </a:cubicBezTo>
                      <a:cubicBezTo>
                        <a:pt x="46" y="91"/>
                        <a:pt x="46" y="91"/>
                        <a:pt x="46" y="91"/>
                      </a:cubicBezTo>
                      <a:cubicBezTo>
                        <a:pt x="46" y="146"/>
                        <a:pt x="46" y="146"/>
                        <a:pt x="46" y="146"/>
                      </a:cubicBezTo>
                      <a:cubicBezTo>
                        <a:pt x="46" y="150"/>
                        <a:pt x="50" y="153"/>
                        <a:pt x="54" y="153"/>
                      </a:cubicBezTo>
                      <a:cubicBezTo>
                        <a:pt x="58" y="153"/>
                        <a:pt x="61" y="150"/>
                        <a:pt x="61" y="146"/>
                      </a:cubicBezTo>
                      <a:cubicBezTo>
                        <a:pt x="61" y="91"/>
                        <a:pt x="61" y="91"/>
                        <a:pt x="61" y="91"/>
                      </a:cubicBezTo>
                      <a:cubicBezTo>
                        <a:pt x="80" y="91"/>
                        <a:pt x="80" y="91"/>
                        <a:pt x="80" y="91"/>
                      </a:cubicBezTo>
                      <a:cubicBezTo>
                        <a:pt x="60" y="21"/>
                        <a:pt x="60" y="21"/>
                        <a:pt x="60" y="21"/>
                      </a:cubicBezTo>
                      <a:cubicBezTo>
                        <a:pt x="61" y="21"/>
                        <a:pt x="61" y="21"/>
                        <a:pt x="61" y="21"/>
                      </a:cubicBezTo>
                      <a:cubicBezTo>
                        <a:pt x="62" y="21"/>
                        <a:pt x="62" y="21"/>
                        <a:pt x="62" y="21"/>
                      </a:cubicBezTo>
                      <a:cubicBezTo>
                        <a:pt x="75" y="60"/>
                        <a:pt x="75" y="60"/>
                        <a:pt x="75" y="60"/>
                      </a:cubicBezTo>
                      <a:cubicBezTo>
                        <a:pt x="77" y="63"/>
                        <a:pt x="80" y="65"/>
                        <a:pt x="83" y="64"/>
                      </a:cubicBezTo>
                      <a:cubicBezTo>
                        <a:pt x="87" y="63"/>
                        <a:pt x="88" y="59"/>
                        <a:pt x="87" y="56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21920" tIns="60960" rIns="121920" bIns="60960" numCol="1" anchor="t" anchorCtr="0" compatLnSpc="1"/>
                <a:lstStyle/>
                <a:p>
                  <a:endParaRPr lang="en-US" sz="2400" dirty="0"/>
                </a:p>
              </p:txBody>
            </p:sp>
          </p:grpSp>
        </p:grpSp>
      </p:grpSp>
      <p:sp>
        <p:nvSpPr>
          <p:cNvPr id="8" name="文本框 7"/>
          <p:cNvSpPr txBox="1"/>
          <p:nvPr/>
        </p:nvSpPr>
        <p:spPr>
          <a:xfrm>
            <a:off x="814507" y="1266330"/>
            <a:ext cx="30100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2019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上半年销售量</a:t>
            </a:r>
          </a:p>
        </p:txBody>
      </p:sp>
      <p:sp>
        <p:nvSpPr>
          <p:cNvPr id="86" name="矩形 85"/>
          <p:cNvSpPr/>
          <p:nvPr/>
        </p:nvSpPr>
        <p:spPr>
          <a:xfrm>
            <a:off x="7862793" y="2012302"/>
            <a:ext cx="3633882" cy="520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专业完美财务分析报告，正文字体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12-24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号，标题字体为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28-48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号，字体间距为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1.2-1.5</a:t>
            </a:r>
          </a:p>
        </p:txBody>
      </p:sp>
      <p:sp>
        <p:nvSpPr>
          <p:cNvPr id="87" name="矩形 86"/>
          <p:cNvSpPr/>
          <p:nvPr/>
        </p:nvSpPr>
        <p:spPr>
          <a:xfrm>
            <a:off x="7862793" y="2802015"/>
            <a:ext cx="3633882" cy="520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专业完美财务分析报告，正文字体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12-24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号，标题字体为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28-48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号，字体间距为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1.2-1.5</a:t>
            </a:r>
          </a:p>
        </p:txBody>
      </p:sp>
      <p:sp>
        <p:nvSpPr>
          <p:cNvPr id="88" name="矩形 87"/>
          <p:cNvSpPr/>
          <p:nvPr/>
        </p:nvSpPr>
        <p:spPr>
          <a:xfrm>
            <a:off x="7862793" y="3591728"/>
            <a:ext cx="3633882" cy="520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专业完美财务分析报告，正文字体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12-24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号，标题字体为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28-48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号，字体间距为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1.2-1.5</a:t>
            </a:r>
          </a:p>
        </p:txBody>
      </p:sp>
      <p:sp>
        <p:nvSpPr>
          <p:cNvPr id="89" name="矩形 88"/>
          <p:cNvSpPr/>
          <p:nvPr/>
        </p:nvSpPr>
        <p:spPr>
          <a:xfrm>
            <a:off x="7862793" y="4381441"/>
            <a:ext cx="3633882" cy="520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专业完美财务分析报告，正文字体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12-24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号，标题字体为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28-48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号，字体间距为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1.2-1.5</a:t>
            </a:r>
          </a:p>
        </p:txBody>
      </p:sp>
      <p:sp>
        <p:nvSpPr>
          <p:cNvPr id="90" name="矩形 89"/>
          <p:cNvSpPr/>
          <p:nvPr/>
        </p:nvSpPr>
        <p:spPr>
          <a:xfrm>
            <a:off x="7862793" y="5171154"/>
            <a:ext cx="3633882" cy="520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专业完美财务分析报告，正文字体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12-24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号，标题字体为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28-48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号，字体间距为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1.2-1.5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8000">
        <p:random/>
      </p:transition>
    </mc:Choice>
    <mc:Fallback xmlns="">
      <p:transition spd="slow" advTm="8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0.23789 2.59259E-6 " pathEditMode="relative" rAng="0" ptsTypes="AA">
                                      <p:cBhvr>
                                        <p:cTn id="21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88" y="0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2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7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20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7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2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70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200"/>
                            </p:stCondLst>
                            <p:childTnLst>
                              <p:par>
                                <p:cTn id="7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700"/>
                            </p:stCondLst>
                            <p:childTnLst>
                              <p:par>
                                <p:cTn id="1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6200"/>
                            </p:stCondLst>
                            <p:childTnLst>
                              <p:par>
                                <p:cTn id="1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6700"/>
                            </p:stCondLst>
                            <p:childTnLst>
                              <p:par>
                                <p:cTn id="1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12" grpId="0"/>
      <p:bldP spid="13" grpId="0"/>
      <p:bldP spid="14" grpId="0"/>
      <p:bldP spid="15" grpId="0"/>
      <p:bldP spid="28" grpId="0" animBg="1"/>
      <p:bldP spid="29" grpId="0" animBg="1"/>
      <p:bldP spid="30" grpId="0" animBg="1"/>
      <p:bldP spid="31" grpId="0" animBg="1"/>
      <p:bldP spid="53" grpId="0"/>
      <p:bldP spid="54" grpId="0" animBg="1"/>
      <p:bldP spid="8" grpId="0"/>
      <p:bldP spid="86" grpId="0"/>
      <p:bldP spid="87" grpId="0"/>
      <p:bldP spid="88" grpId="0"/>
      <p:bldP spid="89" grpId="0"/>
      <p:bldP spid="9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475460"/>
            <a:ext cx="412612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圆角矩形 101"/>
          <p:cNvSpPr/>
          <p:nvPr/>
        </p:nvSpPr>
        <p:spPr>
          <a:xfrm>
            <a:off x="4360957" y="258038"/>
            <a:ext cx="3456384" cy="523213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endParaRPr lang="zh-CN" altLang="en-US" b="1" dirty="0">
              <a:solidFill>
                <a:prstClr val="white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06409" y="288927"/>
            <a:ext cx="3456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营业额分布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4394504" y="288927"/>
            <a:ext cx="468000" cy="468000"/>
            <a:chOff x="304800" y="673100"/>
            <a:chExt cx="4000500" cy="4000500"/>
          </a:xfrm>
          <a:effectLst/>
        </p:grpSpPr>
        <p:sp>
          <p:nvSpPr>
            <p:cNvPr id="6" name="同心圆 86"/>
            <p:cNvSpPr/>
            <p:nvPr/>
          </p:nvSpPr>
          <p:spPr>
            <a:xfrm>
              <a:off x="304800" y="673100"/>
              <a:ext cx="4000500" cy="400050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prstClr val="black"/>
                </a:solidFill>
                <a:latin typeface="Calibri" panose="020F0502020204030204"/>
                <a:ea typeface="思源黑体 CN Bold" panose="020B0800000000000000" pitchFamily="34" charset="-122"/>
              </a:endParaRPr>
            </a:p>
          </p:txBody>
        </p:sp>
        <p:sp>
          <p:nvSpPr>
            <p:cNvPr id="7" name="椭圆 3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prstClr val="white"/>
                </a:solidFill>
                <a:latin typeface="Calibri" panose="020F0502020204030204"/>
                <a:ea typeface="思源黑体 CN Bold" panose="020B0800000000000000" pitchFamily="34" charset="-122"/>
              </a:endParaRPr>
            </a:p>
          </p:txBody>
        </p:sp>
      </p:grpSp>
      <p:cxnSp>
        <p:nvCxnSpPr>
          <p:cNvPr id="11" name="直接连接符 10"/>
          <p:cNvCxnSpPr/>
          <p:nvPr/>
        </p:nvCxnSpPr>
        <p:spPr>
          <a:xfrm>
            <a:off x="8065877" y="475460"/>
            <a:ext cx="412612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 bwMode="auto">
          <a:xfrm>
            <a:off x="5776859" y="1391771"/>
            <a:ext cx="5701219" cy="4713008"/>
            <a:chOff x="1595438" y="968375"/>
            <a:chExt cx="5953125" cy="4921250"/>
          </a:xfrm>
          <a:solidFill>
            <a:schemeClr val="bg1">
              <a:lumMod val="85000"/>
            </a:schemeClr>
          </a:solidFill>
        </p:grpSpPr>
        <p:sp>
          <p:nvSpPr>
            <p:cNvPr id="12" name="内蒙古"/>
            <p:cNvSpPr/>
            <p:nvPr/>
          </p:nvSpPr>
          <p:spPr bwMode="auto">
            <a:xfrm>
              <a:off x="4095750" y="1023938"/>
              <a:ext cx="2608263" cy="2225675"/>
            </a:xfrm>
            <a:custGeom>
              <a:avLst/>
              <a:gdLst>
                <a:gd name="T0" fmla="*/ 2147483646 w 1428"/>
                <a:gd name="T1" fmla="*/ 2147483646 h 1218"/>
                <a:gd name="T2" fmla="*/ 2147483646 w 1428"/>
                <a:gd name="T3" fmla="*/ 2147483646 h 1218"/>
                <a:gd name="T4" fmla="*/ 2147483646 w 1428"/>
                <a:gd name="T5" fmla="*/ 2147483646 h 1218"/>
                <a:gd name="T6" fmla="*/ 2147483646 w 1428"/>
                <a:gd name="T7" fmla="*/ 2147483646 h 1218"/>
                <a:gd name="T8" fmla="*/ 2147483646 w 1428"/>
                <a:gd name="T9" fmla="*/ 2147483646 h 1218"/>
                <a:gd name="T10" fmla="*/ 2147483646 w 1428"/>
                <a:gd name="T11" fmla="*/ 2147483646 h 1218"/>
                <a:gd name="T12" fmla="*/ 2147483646 w 1428"/>
                <a:gd name="T13" fmla="*/ 2147483646 h 1218"/>
                <a:gd name="T14" fmla="*/ 2147483646 w 1428"/>
                <a:gd name="T15" fmla="*/ 2147483646 h 1218"/>
                <a:gd name="T16" fmla="*/ 2147483646 w 1428"/>
                <a:gd name="T17" fmla="*/ 2147483646 h 1218"/>
                <a:gd name="T18" fmla="*/ 2147483646 w 1428"/>
                <a:gd name="T19" fmla="*/ 2147483646 h 1218"/>
                <a:gd name="T20" fmla="*/ 2147483646 w 1428"/>
                <a:gd name="T21" fmla="*/ 2147483646 h 1218"/>
                <a:gd name="T22" fmla="*/ 2147483646 w 1428"/>
                <a:gd name="T23" fmla="*/ 2147483646 h 1218"/>
                <a:gd name="T24" fmla="*/ 2147483646 w 1428"/>
                <a:gd name="T25" fmla="*/ 2147483646 h 1218"/>
                <a:gd name="T26" fmla="*/ 2147483646 w 1428"/>
                <a:gd name="T27" fmla="*/ 2147483646 h 1218"/>
                <a:gd name="T28" fmla="*/ 2147483646 w 1428"/>
                <a:gd name="T29" fmla="*/ 2147483646 h 1218"/>
                <a:gd name="T30" fmla="*/ 2147483646 w 1428"/>
                <a:gd name="T31" fmla="*/ 2147483646 h 1218"/>
                <a:gd name="T32" fmla="*/ 2147483646 w 1428"/>
                <a:gd name="T33" fmla="*/ 2147483646 h 1218"/>
                <a:gd name="T34" fmla="*/ 2147483646 w 1428"/>
                <a:gd name="T35" fmla="*/ 2147483646 h 1218"/>
                <a:gd name="T36" fmla="*/ 2147483646 w 1428"/>
                <a:gd name="T37" fmla="*/ 2147483646 h 1218"/>
                <a:gd name="T38" fmla="*/ 2147483646 w 1428"/>
                <a:gd name="T39" fmla="*/ 2147483646 h 1218"/>
                <a:gd name="T40" fmla="*/ 2147483646 w 1428"/>
                <a:gd name="T41" fmla="*/ 2147483646 h 1218"/>
                <a:gd name="T42" fmla="*/ 2147483646 w 1428"/>
                <a:gd name="T43" fmla="*/ 2147483646 h 1218"/>
                <a:gd name="T44" fmla="*/ 0 w 1428"/>
                <a:gd name="T45" fmla="*/ 2147483646 h 1218"/>
                <a:gd name="T46" fmla="*/ 2147483646 w 1428"/>
                <a:gd name="T47" fmla="*/ 2147483646 h 1218"/>
                <a:gd name="T48" fmla="*/ 2147483646 w 1428"/>
                <a:gd name="T49" fmla="*/ 2147483646 h 1218"/>
                <a:gd name="T50" fmla="*/ 2147483646 w 1428"/>
                <a:gd name="T51" fmla="*/ 2147483646 h 1218"/>
                <a:gd name="T52" fmla="*/ 2147483646 w 1428"/>
                <a:gd name="T53" fmla="*/ 2147483646 h 1218"/>
                <a:gd name="T54" fmla="*/ 2147483646 w 1428"/>
                <a:gd name="T55" fmla="*/ 2147483646 h 1218"/>
                <a:gd name="T56" fmla="*/ 2147483646 w 1428"/>
                <a:gd name="T57" fmla="*/ 2147483646 h 1218"/>
                <a:gd name="T58" fmla="*/ 2147483646 w 1428"/>
                <a:gd name="T59" fmla="*/ 2147483646 h 1218"/>
                <a:gd name="T60" fmla="*/ 2147483646 w 1428"/>
                <a:gd name="T61" fmla="*/ 2147483646 h 1218"/>
                <a:gd name="T62" fmla="*/ 2147483646 w 1428"/>
                <a:gd name="T63" fmla="*/ 2147483646 h 1218"/>
                <a:gd name="T64" fmla="*/ 2147483646 w 1428"/>
                <a:gd name="T65" fmla="*/ 2147483646 h 1218"/>
                <a:gd name="T66" fmla="*/ 2147483646 w 1428"/>
                <a:gd name="T67" fmla="*/ 2147483646 h 1218"/>
                <a:gd name="T68" fmla="*/ 2147483646 w 1428"/>
                <a:gd name="T69" fmla="*/ 2147483646 h 1218"/>
                <a:gd name="T70" fmla="*/ 2147483646 w 1428"/>
                <a:gd name="T71" fmla="*/ 2147483646 h 1218"/>
                <a:gd name="T72" fmla="*/ 2147483646 w 1428"/>
                <a:gd name="T73" fmla="*/ 2147483646 h 1218"/>
                <a:gd name="T74" fmla="*/ 2147483646 w 1428"/>
                <a:gd name="T75" fmla="*/ 2147483646 h 1218"/>
                <a:gd name="T76" fmla="*/ 2147483646 w 1428"/>
                <a:gd name="T77" fmla="*/ 2147483646 h 1218"/>
                <a:gd name="T78" fmla="*/ 2147483646 w 1428"/>
                <a:gd name="T79" fmla="*/ 2147483646 h 1218"/>
                <a:gd name="T80" fmla="*/ 2147483646 w 1428"/>
                <a:gd name="T81" fmla="*/ 2147483646 h 1218"/>
                <a:gd name="T82" fmla="*/ 2147483646 w 1428"/>
                <a:gd name="T83" fmla="*/ 2147483646 h 1218"/>
                <a:gd name="T84" fmla="*/ 2147483646 w 1428"/>
                <a:gd name="T85" fmla="*/ 2147483646 h 1218"/>
                <a:gd name="T86" fmla="*/ 2147483646 w 1428"/>
                <a:gd name="T87" fmla="*/ 2147483646 h 1218"/>
                <a:gd name="T88" fmla="*/ 2147483646 w 1428"/>
                <a:gd name="T89" fmla="*/ 2147483646 h 1218"/>
                <a:gd name="T90" fmla="*/ 2147483646 w 1428"/>
                <a:gd name="T91" fmla="*/ 2147483646 h 1218"/>
                <a:gd name="T92" fmla="*/ 2147483646 w 1428"/>
                <a:gd name="T93" fmla="*/ 2147483646 h 1218"/>
                <a:gd name="T94" fmla="*/ 2147483646 w 1428"/>
                <a:gd name="T95" fmla="*/ 2147483646 h 1218"/>
                <a:gd name="T96" fmla="*/ 2147483646 w 1428"/>
                <a:gd name="T97" fmla="*/ 2147483646 h 1218"/>
                <a:gd name="T98" fmla="*/ 2147483646 w 1428"/>
                <a:gd name="T99" fmla="*/ 2147483646 h 1218"/>
                <a:gd name="T100" fmla="*/ 2147483646 w 1428"/>
                <a:gd name="T101" fmla="*/ 2147483646 h 1218"/>
                <a:gd name="T102" fmla="*/ 2147483646 w 1428"/>
                <a:gd name="T103" fmla="*/ 2147483646 h 1218"/>
                <a:gd name="T104" fmla="*/ 2147483646 w 1428"/>
                <a:gd name="T105" fmla="*/ 2147483646 h 1218"/>
                <a:gd name="T106" fmla="*/ 2147483646 w 1428"/>
                <a:gd name="T107" fmla="*/ 2147483646 h 1218"/>
                <a:gd name="T108" fmla="*/ 2147483646 w 1428"/>
                <a:gd name="T109" fmla="*/ 2147483646 h 1218"/>
                <a:gd name="T110" fmla="*/ 2147483646 w 1428"/>
                <a:gd name="T111" fmla="*/ 2147483646 h 1218"/>
                <a:gd name="T112" fmla="*/ 2147483646 w 1428"/>
                <a:gd name="T113" fmla="*/ 2147483646 h 1218"/>
                <a:gd name="T114" fmla="*/ 2147483646 w 1428"/>
                <a:gd name="T115" fmla="*/ 2147483646 h 1218"/>
                <a:gd name="T116" fmla="*/ 2147483646 w 1428"/>
                <a:gd name="T117" fmla="*/ 2147483646 h 1218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428" h="1218">
                  <a:moveTo>
                    <a:pt x="1398" y="128"/>
                  </a:moveTo>
                  <a:lnTo>
                    <a:pt x="1394" y="112"/>
                  </a:lnTo>
                  <a:lnTo>
                    <a:pt x="1378" y="86"/>
                  </a:lnTo>
                  <a:lnTo>
                    <a:pt x="1366" y="80"/>
                  </a:lnTo>
                  <a:lnTo>
                    <a:pt x="1354" y="86"/>
                  </a:lnTo>
                  <a:lnTo>
                    <a:pt x="1348" y="100"/>
                  </a:lnTo>
                  <a:lnTo>
                    <a:pt x="1346" y="102"/>
                  </a:lnTo>
                  <a:lnTo>
                    <a:pt x="1344" y="102"/>
                  </a:lnTo>
                  <a:lnTo>
                    <a:pt x="1322" y="106"/>
                  </a:lnTo>
                  <a:lnTo>
                    <a:pt x="1318" y="108"/>
                  </a:lnTo>
                  <a:lnTo>
                    <a:pt x="1316" y="112"/>
                  </a:lnTo>
                  <a:lnTo>
                    <a:pt x="1310" y="116"/>
                  </a:lnTo>
                  <a:lnTo>
                    <a:pt x="1298" y="126"/>
                  </a:lnTo>
                  <a:lnTo>
                    <a:pt x="1296" y="128"/>
                  </a:lnTo>
                  <a:lnTo>
                    <a:pt x="1286" y="130"/>
                  </a:lnTo>
                  <a:lnTo>
                    <a:pt x="1276" y="126"/>
                  </a:lnTo>
                  <a:lnTo>
                    <a:pt x="1264" y="118"/>
                  </a:lnTo>
                  <a:lnTo>
                    <a:pt x="1262" y="116"/>
                  </a:lnTo>
                  <a:lnTo>
                    <a:pt x="1244" y="96"/>
                  </a:lnTo>
                  <a:lnTo>
                    <a:pt x="1240" y="90"/>
                  </a:lnTo>
                  <a:lnTo>
                    <a:pt x="1238" y="84"/>
                  </a:lnTo>
                  <a:lnTo>
                    <a:pt x="1238" y="62"/>
                  </a:lnTo>
                  <a:lnTo>
                    <a:pt x="1238" y="60"/>
                  </a:lnTo>
                  <a:lnTo>
                    <a:pt x="1242" y="56"/>
                  </a:lnTo>
                  <a:lnTo>
                    <a:pt x="1218" y="48"/>
                  </a:lnTo>
                  <a:lnTo>
                    <a:pt x="1218" y="56"/>
                  </a:lnTo>
                  <a:lnTo>
                    <a:pt x="1216" y="60"/>
                  </a:lnTo>
                  <a:lnTo>
                    <a:pt x="1210" y="64"/>
                  </a:lnTo>
                  <a:lnTo>
                    <a:pt x="1202" y="68"/>
                  </a:lnTo>
                  <a:lnTo>
                    <a:pt x="1200" y="68"/>
                  </a:lnTo>
                  <a:lnTo>
                    <a:pt x="1200" y="66"/>
                  </a:lnTo>
                  <a:lnTo>
                    <a:pt x="1188" y="64"/>
                  </a:lnTo>
                  <a:lnTo>
                    <a:pt x="1190" y="72"/>
                  </a:lnTo>
                  <a:lnTo>
                    <a:pt x="1170" y="60"/>
                  </a:lnTo>
                  <a:lnTo>
                    <a:pt x="1168" y="60"/>
                  </a:lnTo>
                  <a:lnTo>
                    <a:pt x="1168" y="58"/>
                  </a:lnTo>
                  <a:lnTo>
                    <a:pt x="1164" y="46"/>
                  </a:lnTo>
                  <a:lnTo>
                    <a:pt x="1162" y="32"/>
                  </a:lnTo>
                  <a:lnTo>
                    <a:pt x="1164" y="22"/>
                  </a:lnTo>
                  <a:lnTo>
                    <a:pt x="1166" y="16"/>
                  </a:lnTo>
                  <a:lnTo>
                    <a:pt x="1172" y="6"/>
                  </a:lnTo>
                  <a:lnTo>
                    <a:pt x="1170" y="0"/>
                  </a:lnTo>
                  <a:lnTo>
                    <a:pt x="1150" y="2"/>
                  </a:lnTo>
                  <a:lnTo>
                    <a:pt x="1142" y="4"/>
                  </a:lnTo>
                  <a:lnTo>
                    <a:pt x="1136" y="8"/>
                  </a:lnTo>
                  <a:lnTo>
                    <a:pt x="1132" y="14"/>
                  </a:lnTo>
                  <a:lnTo>
                    <a:pt x="1128" y="22"/>
                  </a:lnTo>
                  <a:lnTo>
                    <a:pt x="1116" y="40"/>
                  </a:lnTo>
                  <a:lnTo>
                    <a:pt x="1128" y="40"/>
                  </a:lnTo>
                  <a:lnTo>
                    <a:pt x="1130" y="40"/>
                  </a:lnTo>
                  <a:lnTo>
                    <a:pt x="1140" y="44"/>
                  </a:lnTo>
                  <a:lnTo>
                    <a:pt x="1142" y="44"/>
                  </a:lnTo>
                  <a:lnTo>
                    <a:pt x="1142" y="46"/>
                  </a:lnTo>
                  <a:lnTo>
                    <a:pt x="1142" y="48"/>
                  </a:lnTo>
                  <a:lnTo>
                    <a:pt x="1144" y="64"/>
                  </a:lnTo>
                  <a:lnTo>
                    <a:pt x="1150" y="80"/>
                  </a:lnTo>
                  <a:lnTo>
                    <a:pt x="1150" y="82"/>
                  </a:lnTo>
                  <a:lnTo>
                    <a:pt x="1150" y="84"/>
                  </a:lnTo>
                  <a:lnTo>
                    <a:pt x="1122" y="136"/>
                  </a:lnTo>
                  <a:lnTo>
                    <a:pt x="1120" y="142"/>
                  </a:lnTo>
                  <a:lnTo>
                    <a:pt x="1118" y="154"/>
                  </a:lnTo>
                  <a:lnTo>
                    <a:pt x="1114" y="190"/>
                  </a:lnTo>
                  <a:lnTo>
                    <a:pt x="1114" y="192"/>
                  </a:lnTo>
                  <a:lnTo>
                    <a:pt x="1104" y="212"/>
                  </a:lnTo>
                  <a:lnTo>
                    <a:pt x="1110" y="220"/>
                  </a:lnTo>
                  <a:lnTo>
                    <a:pt x="1110" y="222"/>
                  </a:lnTo>
                  <a:lnTo>
                    <a:pt x="1110" y="236"/>
                  </a:lnTo>
                  <a:lnTo>
                    <a:pt x="1110" y="242"/>
                  </a:lnTo>
                  <a:lnTo>
                    <a:pt x="1108" y="244"/>
                  </a:lnTo>
                  <a:lnTo>
                    <a:pt x="1106" y="244"/>
                  </a:lnTo>
                  <a:lnTo>
                    <a:pt x="1098" y="250"/>
                  </a:lnTo>
                  <a:lnTo>
                    <a:pt x="1088" y="262"/>
                  </a:lnTo>
                  <a:lnTo>
                    <a:pt x="1052" y="302"/>
                  </a:lnTo>
                  <a:lnTo>
                    <a:pt x="1050" y="304"/>
                  </a:lnTo>
                  <a:lnTo>
                    <a:pt x="1048" y="304"/>
                  </a:lnTo>
                  <a:lnTo>
                    <a:pt x="1046" y="302"/>
                  </a:lnTo>
                  <a:lnTo>
                    <a:pt x="1030" y="292"/>
                  </a:lnTo>
                  <a:lnTo>
                    <a:pt x="1020" y="282"/>
                  </a:lnTo>
                  <a:lnTo>
                    <a:pt x="1014" y="280"/>
                  </a:lnTo>
                  <a:lnTo>
                    <a:pt x="1008" y="278"/>
                  </a:lnTo>
                  <a:lnTo>
                    <a:pt x="982" y="276"/>
                  </a:lnTo>
                  <a:lnTo>
                    <a:pt x="982" y="314"/>
                  </a:lnTo>
                  <a:lnTo>
                    <a:pt x="966" y="384"/>
                  </a:lnTo>
                  <a:lnTo>
                    <a:pt x="964" y="392"/>
                  </a:lnTo>
                  <a:lnTo>
                    <a:pt x="964" y="402"/>
                  </a:lnTo>
                  <a:lnTo>
                    <a:pt x="962" y="432"/>
                  </a:lnTo>
                  <a:lnTo>
                    <a:pt x="968" y="440"/>
                  </a:lnTo>
                  <a:lnTo>
                    <a:pt x="974" y="430"/>
                  </a:lnTo>
                  <a:lnTo>
                    <a:pt x="974" y="428"/>
                  </a:lnTo>
                  <a:lnTo>
                    <a:pt x="994" y="420"/>
                  </a:lnTo>
                  <a:lnTo>
                    <a:pt x="1044" y="428"/>
                  </a:lnTo>
                  <a:lnTo>
                    <a:pt x="1050" y="420"/>
                  </a:lnTo>
                  <a:lnTo>
                    <a:pt x="1058" y="408"/>
                  </a:lnTo>
                  <a:lnTo>
                    <a:pt x="1060" y="406"/>
                  </a:lnTo>
                  <a:lnTo>
                    <a:pt x="1080" y="402"/>
                  </a:lnTo>
                  <a:lnTo>
                    <a:pt x="1106" y="400"/>
                  </a:lnTo>
                  <a:lnTo>
                    <a:pt x="1112" y="404"/>
                  </a:lnTo>
                  <a:lnTo>
                    <a:pt x="1120" y="410"/>
                  </a:lnTo>
                  <a:lnTo>
                    <a:pt x="1136" y="428"/>
                  </a:lnTo>
                  <a:lnTo>
                    <a:pt x="1158" y="440"/>
                  </a:lnTo>
                  <a:lnTo>
                    <a:pt x="1174" y="452"/>
                  </a:lnTo>
                  <a:lnTo>
                    <a:pt x="1184" y="462"/>
                  </a:lnTo>
                  <a:lnTo>
                    <a:pt x="1190" y="472"/>
                  </a:lnTo>
                  <a:lnTo>
                    <a:pt x="1192" y="480"/>
                  </a:lnTo>
                  <a:lnTo>
                    <a:pt x="1190" y="488"/>
                  </a:lnTo>
                  <a:lnTo>
                    <a:pt x="1186" y="492"/>
                  </a:lnTo>
                  <a:lnTo>
                    <a:pt x="1184" y="496"/>
                  </a:lnTo>
                  <a:lnTo>
                    <a:pt x="1174" y="498"/>
                  </a:lnTo>
                  <a:lnTo>
                    <a:pt x="1172" y="498"/>
                  </a:lnTo>
                  <a:lnTo>
                    <a:pt x="1126" y="498"/>
                  </a:lnTo>
                  <a:lnTo>
                    <a:pt x="1112" y="498"/>
                  </a:lnTo>
                  <a:lnTo>
                    <a:pt x="1102" y="500"/>
                  </a:lnTo>
                  <a:lnTo>
                    <a:pt x="1084" y="512"/>
                  </a:lnTo>
                  <a:lnTo>
                    <a:pt x="1054" y="532"/>
                  </a:lnTo>
                  <a:lnTo>
                    <a:pt x="1042" y="536"/>
                  </a:lnTo>
                  <a:lnTo>
                    <a:pt x="1034" y="538"/>
                  </a:lnTo>
                  <a:lnTo>
                    <a:pt x="1018" y="540"/>
                  </a:lnTo>
                  <a:lnTo>
                    <a:pt x="1010" y="580"/>
                  </a:lnTo>
                  <a:lnTo>
                    <a:pt x="1004" y="596"/>
                  </a:lnTo>
                  <a:lnTo>
                    <a:pt x="1000" y="602"/>
                  </a:lnTo>
                  <a:lnTo>
                    <a:pt x="996" y="606"/>
                  </a:lnTo>
                  <a:lnTo>
                    <a:pt x="990" y="610"/>
                  </a:lnTo>
                  <a:lnTo>
                    <a:pt x="984" y="614"/>
                  </a:lnTo>
                  <a:lnTo>
                    <a:pt x="966" y="620"/>
                  </a:lnTo>
                  <a:lnTo>
                    <a:pt x="956" y="622"/>
                  </a:lnTo>
                  <a:lnTo>
                    <a:pt x="946" y="626"/>
                  </a:lnTo>
                  <a:lnTo>
                    <a:pt x="926" y="634"/>
                  </a:lnTo>
                  <a:lnTo>
                    <a:pt x="914" y="664"/>
                  </a:lnTo>
                  <a:lnTo>
                    <a:pt x="912" y="664"/>
                  </a:lnTo>
                  <a:lnTo>
                    <a:pt x="910" y="664"/>
                  </a:lnTo>
                  <a:lnTo>
                    <a:pt x="874" y="680"/>
                  </a:lnTo>
                  <a:lnTo>
                    <a:pt x="872" y="680"/>
                  </a:lnTo>
                  <a:lnTo>
                    <a:pt x="854" y="676"/>
                  </a:lnTo>
                  <a:lnTo>
                    <a:pt x="834" y="670"/>
                  </a:lnTo>
                  <a:lnTo>
                    <a:pt x="820" y="664"/>
                  </a:lnTo>
                  <a:lnTo>
                    <a:pt x="814" y="662"/>
                  </a:lnTo>
                  <a:lnTo>
                    <a:pt x="806" y="660"/>
                  </a:lnTo>
                  <a:lnTo>
                    <a:pt x="798" y="660"/>
                  </a:lnTo>
                  <a:lnTo>
                    <a:pt x="790" y="662"/>
                  </a:lnTo>
                  <a:lnTo>
                    <a:pt x="784" y="672"/>
                  </a:lnTo>
                  <a:lnTo>
                    <a:pt x="778" y="684"/>
                  </a:lnTo>
                  <a:lnTo>
                    <a:pt x="776" y="698"/>
                  </a:lnTo>
                  <a:lnTo>
                    <a:pt x="776" y="710"/>
                  </a:lnTo>
                  <a:lnTo>
                    <a:pt x="778" y="722"/>
                  </a:lnTo>
                  <a:lnTo>
                    <a:pt x="782" y="728"/>
                  </a:lnTo>
                  <a:lnTo>
                    <a:pt x="786" y="728"/>
                  </a:lnTo>
                  <a:lnTo>
                    <a:pt x="794" y="724"/>
                  </a:lnTo>
                  <a:lnTo>
                    <a:pt x="794" y="748"/>
                  </a:lnTo>
                  <a:lnTo>
                    <a:pt x="794" y="756"/>
                  </a:lnTo>
                  <a:lnTo>
                    <a:pt x="792" y="760"/>
                  </a:lnTo>
                  <a:lnTo>
                    <a:pt x="790" y="764"/>
                  </a:lnTo>
                  <a:lnTo>
                    <a:pt x="786" y="768"/>
                  </a:lnTo>
                  <a:lnTo>
                    <a:pt x="776" y="774"/>
                  </a:lnTo>
                  <a:lnTo>
                    <a:pt x="764" y="778"/>
                  </a:lnTo>
                  <a:lnTo>
                    <a:pt x="758" y="780"/>
                  </a:lnTo>
                  <a:lnTo>
                    <a:pt x="750" y="786"/>
                  </a:lnTo>
                  <a:lnTo>
                    <a:pt x="738" y="798"/>
                  </a:lnTo>
                  <a:lnTo>
                    <a:pt x="724" y="818"/>
                  </a:lnTo>
                  <a:lnTo>
                    <a:pt x="708" y="844"/>
                  </a:lnTo>
                  <a:lnTo>
                    <a:pt x="706" y="844"/>
                  </a:lnTo>
                  <a:lnTo>
                    <a:pt x="682" y="860"/>
                  </a:lnTo>
                  <a:lnTo>
                    <a:pt x="688" y="860"/>
                  </a:lnTo>
                  <a:lnTo>
                    <a:pt x="688" y="862"/>
                  </a:lnTo>
                  <a:lnTo>
                    <a:pt x="688" y="864"/>
                  </a:lnTo>
                  <a:lnTo>
                    <a:pt x="686" y="868"/>
                  </a:lnTo>
                  <a:lnTo>
                    <a:pt x="678" y="868"/>
                  </a:lnTo>
                  <a:lnTo>
                    <a:pt x="610" y="868"/>
                  </a:lnTo>
                  <a:lnTo>
                    <a:pt x="584" y="868"/>
                  </a:lnTo>
                  <a:lnTo>
                    <a:pt x="558" y="870"/>
                  </a:lnTo>
                  <a:lnTo>
                    <a:pt x="532" y="874"/>
                  </a:lnTo>
                  <a:lnTo>
                    <a:pt x="510" y="882"/>
                  </a:lnTo>
                  <a:lnTo>
                    <a:pt x="488" y="890"/>
                  </a:lnTo>
                  <a:lnTo>
                    <a:pt x="468" y="900"/>
                  </a:lnTo>
                  <a:lnTo>
                    <a:pt x="450" y="914"/>
                  </a:lnTo>
                  <a:lnTo>
                    <a:pt x="434" y="928"/>
                  </a:lnTo>
                  <a:lnTo>
                    <a:pt x="432" y="930"/>
                  </a:lnTo>
                  <a:lnTo>
                    <a:pt x="430" y="930"/>
                  </a:lnTo>
                  <a:lnTo>
                    <a:pt x="402" y="934"/>
                  </a:lnTo>
                  <a:lnTo>
                    <a:pt x="400" y="934"/>
                  </a:lnTo>
                  <a:lnTo>
                    <a:pt x="398" y="934"/>
                  </a:lnTo>
                  <a:lnTo>
                    <a:pt x="390" y="916"/>
                  </a:lnTo>
                  <a:lnTo>
                    <a:pt x="362" y="922"/>
                  </a:lnTo>
                  <a:lnTo>
                    <a:pt x="350" y="922"/>
                  </a:lnTo>
                  <a:lnTo>
                    <a:pt x="336" y="920"/>
                  </a:lnTo>
                  <a:lnTo>
                    <a:pt x="320" y="916"/>
                  </a:lnTo>
                  <a:lnTo>
                    <a:pt x="304" y="908"/>
                  </a:lnTo>
                  <a:lnTo>
                    <a:pt x="290" y="900"/>
                  </a:lnTo>
                  <a:lnTo>
                    <a:pt x="274" y="892"/>
                  </a:lnTo>
                  <a:lnTo>
                    <a:pt x="246" y="872"/>
                  </a:lnTo>
                  <a:lnTo>
                    <a:pt x="238" y="866"/>
                  </a:lnTo>
                  <a:lnTo>
                    <a:pt x="226" y="860"/>
                  </a:lnTo>
                  <a:lnTo>
                    <a:pt x="214" y="856"/>
                  </a:lnTo>
                  <a:lnTo>
                    <a:pt x="202" y="854"/>
                  </a:lnTo>
                  <a:lnTo>
                    <a:pt x="176" y="852"/>
                  </a:lnTo>
                  <a:lnTo>
                    <a:pt x="148" y="856"/>
                  </a:lnTo>
                  <a:lnTo>
                    <a:pt x="116" y="858"/>
                  </a:lnTo>
                  <a:lnTo>
                    <a:pt x="86" y="856"/>
                  </a:lnTo>
                  <a:lnTo>
                    <a:pt x="68" y="854"/>
                  </a:lnTo>
                  <a:lnTo>
                    <a:pt x="48" y="852"/>
                  </a:lnTo>
                  <a:lnTo>
                    <a:pt x="2" y="838"/>
                  </a:lnTo>
                  <a:lnTo>
                    <a:pt x="0" y="844"/>
                  </a:lnTo>
                  <a:lnTo>
                    <a:pt x="2" y="844"/>
                  </a:lnTo>
                  <a:lnTo>
                    <a:pt x="2" y="852"/>
                  </a:lnTo>
                  <a:lnTo>
                    <a:pt x="10" y="868"/>
                  </a:lnTo>
                  <a:lnTo>
                    <a:pt x="26" y="888"/>
                  </a:lnTo>
                  <a:lnTo>
                    <a:pt x="28" y="892"/>
                  </a:lnTo>
                  <a:lnTo>
                    <a:pt x="24" y="906"/>
                  </a:lnTo>
                  <a:lnTo>
                    <a:pt x="24" y="908"/>
                  </a:lnTo>
                  <a:lnTo>
                    <a:pt x="14" y="920"/>
                  </a:lnTo>
                  <a:lnTo>
                    <a:pt x="24" y="930"/>
                  </a:lnTo>
                  <a:lnTo>
                    <a:pt x="30" y="936"/>
                  </a:lnTo>
                  <a:lnTo>
                    <a:pt x="30" y="940"/>
                  </a:lnTo>
                  <a:lnTo>
                    <a:pt x="34" y="956"/>
                  </a:lnTo>
                  <a:lnTo>
                    <a:pt x="46" y="968"/>
                  </a:lnTo>
                  <a:lnTo>
                    <a:pt x="46" y="970"/>
                  </a:lnTo>
                  <a:lnTo>
                    <a:pt x="46" y="980"/>
                  </a:lnTo>
                  <a:lnTo>
                    <a:pt x="46" y="988"/>
                  </a:lnTo>
                  <a:lnTo>
                    <a:pt x="54" y="994"/>
                  </a:lnTo>
                  <a:lnTo>
                    <a:pt x="58" y="992"/>
                  </a:lnTo>
                  <a:lnTo>
                    <a:pt x="60" y="990"/>
                  </a:lnTo>
                  <a:lnTo>
                    <a:pt x="64" y="982"/>
                  </a:lnTo>
                  <a:lnTo>
                    <a:pt x="72" y="980"/>
                  </a:lnTo>
                  <a:lnTo>
                    <a:pt x="78" y="976"/>
                  </a:lnTo>
                  <a:lnTo>
                    <a:pt x="120" y="972"/>
                  </a:lnTo>
                  <a:lnTo>
                    <a:pt x="138" y="966"/>
                  </a:lnTo>
                  <a:lnTo>
                    <a:pt x="142" y="964"/>
                  </a:lnTo>
                  <a:lnTo>
                    <a:pt x="150" y="984"/>
                  </a:lnTo>
                  <a:lnTo>
                    <a:pt x="150" y="990"/>
                  </a:lnTo>
                  <a:lnTo>
                    <a:pt x="148" y="996"/>
                  </a:lnTo>
                  <a:lnTo>
                    <a:pt x="126" y="1028"/>
                  </a:lnTo>
                  <a:lnTo>
                    <a:pt x="126" y="1034"/>
                  </a:lnTo>
                  <a:lnTo>
                    <a:pt x="138" y="1044"/>
                  </a:lnTo>
                  <a:lnTo>
                    <a:pt x="148" y="1052"/>
                  </a:lnTo>
                  <a:lnTo>
                    <a:pt x="156" y="1060"/>
                  </a:lnTo>
                  <a:lnTo>
                    <a:pt x="162" y="1064"/>
                  </a:lnTo>
                  <a:lnTo>
                    <a:pt x="170" y="1068"/>
                  </a:lnTo>
                  <a:lnTo>
                    <a:pt x="178" y="1076"/>
                  </a:lnTo>
                  <a:lnTo>
                    <a:pt x="178" y="1078"/>
                  </a:lnTo>
                  <a:lnTo>
                    <a:pt x="186" y="1082"/>
                  </a:lnTo>
                  <a:lnTo>
                    <a:pt x="190" y="1082"/>
                  </a:lnTo>
                  <a:lnTo>
                    <a:pt x="192" y="1092"/>
                  </a:lnTo>
                  <a:lnTo>
                    <a:pt x="194" y="1100"/>
                  </a:lnTo>
                  <a:lnTo>
                    <a:pt x="196" y="1112"/>
                  </a:lnTo>
                  <a:lnTo>
                    <a:pt x="216" y="1116"/>
                  </a:lnTo>
                  <a:lnTo>
                    <a:pt x="218" y="1116"/>
                  </a:lnTo>
                  <a:lnTo>
                    <a:pt x="218" y="1118"/>
                  </a:lnTo>
                  <a:lnTo>
                    <a:pt x="220" y="1120"/>
                  </a:lnTo>
                  <a:lnTo>
                    <a:pt x="226" y="1130"/>
                  </a:lnTo>
                  <a:lnTo>
                    <a:pt x="242" y="1136"/>
                  </a:lnTo>
                  <a:lnTo>
                    <a:pt x="252" y="1130"/>
                  </a:lnTo>
                  <a:lnTo>
                    <a:pt x="250" y="1124"/>
                  </a:lnTo>
                  <a:lnTo>
                    <a:pt x="240" y="1114"/>
                  </a:lnTo>
                  <a:lnTo>
                    <a:pt x="242" y="1112"/>
                  </a:lnTo>
                  <a:lnTo>
                    <a:pt x="250" y="1094"/>
                  </a:lnTo>
                  <a:lnTo>
                    <a:pt x="270" y="1094"/>
                  </a:lnTo>
                  <a:lnTo>
                    <a:pt x="270" y="1096"/>
                  </a:lnTo>
                  <a:lnTo>
                    <a:pt x="298" y="1104"/>
                  </a:lnTo>
                  <a:lnTo>
                    <a:pt x="314" y="1102"/>
                  </a:lnTo>
                  <a:lnTo>
                    <a:pt x="326" y="1092"/>
                  </a:lnTo>
                  <a:lnTo>
                    <a:pt x="334" y="1080"/>
                  </a:lnTo>
                  <a:lnTo>
                    <a:pt x="342" y="1074"/>
                  </a:lnTo>
                  <a:lnTo>
                    <a:pt x="348" y="1070"/>
                  </a:lnTo>
                  <a:lnTo>
                    <a:pt x="354" y="1072"/>
                  </a:lnTo>
                  <a:lnTo>
                    <a:pt x="360" y="1070"/>
                  </a:lnTo>
                  <a:lnTo>
                    <a:pt x="368" y="1072"/>
                  </a:lnTo>
                  <a:lnTo>
                    <a:pt x="374" y="1072"/>
                  </a:lnTo>
                  <a:lnTo>
                    <a:pt x="374" y="1076"/>
                  </a:lnTo>
                  <a:lnTo>
                    <a:pt x="378" y="1084"/>
                  </a:lnTo>
                  <a:lnTo>
                    <a:pt x="382" y="1096"/>
                  </a:lnTo>
                  <a:lnTo>
                    <a:pt x="386" y="1108"/>
                  </a:lnTo>
                  <a:lnTo>
                    <a:pt x="386" y="1110"/>
                  </a:lnTo>
                  <a:lnTo>
                    <a:pt x="382" y="1124"/>
                  </a:lnTo>
                  <a:lnTo>
                    <a:pt x="368" y="1140"/>
                  </a:lnTo>
                  <a:lnTo>
                    <a:pt x="366" y="1142"/>
                  </a:lnTo>
                  <a:lnTo>
                    <a:pt x="338" y="1154"/>
                  </a:lnTo>
                  <a:lnTo>
                    <a:pt x="334" y="1162"/>
                  </a:lnTo>
                  <a:lnTo>
                    <a:pt x="330" y="1186"/>
                  </a:lnTo>
                  <a:lnTo>
                    <a:pt x="332" y="1196"/>
                  </a:lnTo>
                  <a:lnTo>
                    <a:pt x="340" y="1208"/>
                  </a:lnTo>
                  <a:lnTo>
                    <a:pt x="342" y="1212"/>
                  </a:lnTo>
                  <a:lnTo>
                    <a:pt x="352" y="1218"/>
                  </a:lnTo>
                  <a:lnTo>
                    <a:pt x="386" y="1218"/>
                  </a:lnTo>
                  <a:lnTo>
                    <a:pt x="414" y="1214"/>
                  </a:lnTo>
                  <a:lnTo>
                    <a:pt x="418" y="1210"/>
                  </a:lnTo>
                  <a:lnTo>
                    <a:pt x="424" y="1204"/>
                  </a:lnTo>
                  <a:lnTo>
                    <a:pt x="428" y="1204"/>
                  </a:lnTo>
                  <a:lnTo>
                    <a:pt x="448" y="1206"/>
                  </a:lnTo>
                  <a:lnTo>
                    <a:pt x="450" y="1204"/>
                  </a:lnTo>
                  <a:lnTo>
                    <a:pt x="448" y="1196"/>
                  </a:lnTo>
                  <a:lnTo>
                    <a:pt x="450" y="1188"/>
                  </a:lnTo>
                  <a:lnTo>
                    <a:pt x="458" y="1174"/>
                  </a:lnTo>
                  <a:lnTo>
                    <a:pt x="458" y="1148"/>
                  </a:lnTo>
                  <a:lnTo>
                    <a:pt x="474" y="1106"/>
                  </a:lnTo>
                  <a:lnTo>
                    <a:pt x="474" y="1104"/>
                  </a:lnTo>
                  <a:lnTo>
                    <a:pt x="500" y="1084"/>
                  </a:lnTo>
                  <a:lnTo>
                    <a:pt x="502" y="1082"/>
                  </a:lnTo>
                  <a:lnTo>
                    <a:pt x="522" y="1092"/>
                  </a:lnTo>
                  <a:lnTo>
                    <a:pt x="536" y="1102"/>
                  </a:lnTo>
                  <a:lnTo>
                    <a:pt x="538" y="1108"/>
                  </a:lnTo>
                  <a:lnTo>
                    <a:pt x="540" y="1110"/>
                  </a:lnTo>
                  <a:lnTo>
                    <a:pt x="538" y="1128"/>
                  </a:lnTo>
                  <a:lnTo>
                    <a:pt x="530" y="1140"/>
                  </a:lnTo>
                  <a:lnTo>
                    <a:pt x="526" y="1156"/>
                  </a:lnTo>
                  <a:lnTo>
                    <a:pt x="526" y="1172"/>
                  </a:lnTo>
                  <a:lnTo>
                    <a:pt x="530" y="1180"/>
                  </a:lnTo>
                  <a:lnTo>
                    <a:pt x="538" y="1180"/>
                  </a:lnTo>
                  <a:lnTo>
                    <a:pt x="540" y="1180"/>
                  </a:lnTo>
                  <a:lnTo>
                    <a:pt x="552" y="1180"/>
                  </a:lnTo>
                  <a:lnTo>
                    <a:pt x="556" y="1182"/>
                  </a:lnTo>
                  <a:lnTo>
                    <a:pt x="560" y="1186"/>
                  </a:lnTo>
                  <a:lnTo>
                    <a:pt x="566" y="1196"/>
                  </a:lnTo>
                  <a:lnTo>
                    <a:pt x="572" y="1200"/>
                  </a:lnTo>
                  <a:lnTo>
                    <a:pt x="574" y="1200"/>
                  </a:lnTo>
                  <a:lnTo>
                    <a:pt x="602" y="1212"/>
                  </a:lnTo>
                  <a:lnTo>
                    <a:pt x="614" y="1216"/>
                  </a:lnTo>
                  <a:lnTo>
                    <a:pt x="630" y="1214"/>
                  </a:lnTo>
                  <a:lnTo>
                    <a:pt x="638" y="1204"/>
                  </a:lnTo>
                  <a:lnTo>
                    <a:pt x="646" y="1164"/>
                  </a:lnTo>
                  <a:lnTo>
                    <a:pt x="648" y="1144"/>
                  </a:lnTo>
                  <a:lnTo>
                    <a:pt x="648" y="1142"/>
                  </a:lnTo>
                  <a:lnTo>
                    <a:pt x="650" y="1140"/>
                  </a:lnTo>
                  <a:lnTo>
                    <a:pt x="666" y="1128"/>
                  </a:lnTo>
                  <a:lnTo>
                    <a:pt x="674" y="1116"/>
                  </a:lnTo>
                  <a:lnTo>
                    <a:pt x="690" y="1108"/>
                  </a:lnTo>
                  <a:lnTo>
                    <a:pt x="700" y="1102"/>
                  </a:lnTo>
                  <a:lnTo>
                    <a:pt x="712" y="1098"/>
                  </a:lnTo>
                  <a:lnTo>
                    <a:pt x="706" y="1074"/>
                  </a:lnTo>
                  <a:lnTo>
                    <a:pt x="734" y="1076"/>
                  </a:lnTo>
                  <a:lnTo>
                    <a:pt x="734" y="1078"/>
                  </a:lnTo>
                  <a:lnTo>
                    <a:pt x="748" y="1084"/>
                  </a:lnTo>
                  <a:lnTo>
                    <a:pt x="748" y="1082"/>
                  </a:lnTo>
                  <a:lnTo>
                    <a:pt x="752" y="1068"/>
                  </a:lnTo>
                  <a:lnTo>
                    <a:pt x="752" y="1064"/>
                  </a:lnTo>
                  <a:lnTo>
                    <a:pt x="754" y="1066"/>
                  </a:lnTo>
                  <a:lnTo>
                    <a:pt x="756" y="1066"/>
                  </a:lnTo>
                  <a:lnTo>
                    <a:pt x="768" y="1068"/>
                  </a:lnTo>
                  <a:lnTo>
                    <a:pt x="774" y="1068"/>
                  </a:lnTo>
                  <a:lnTo>
                    <a:pt x="786" y="1056"/>
                  </a:lnTo>
                  <a:lnTo>
                    <a:pt x="788" y="1056"/>
                  </a:lnTo>
                  <a:lnTo>
                    <a:pt x="788" y="1054"/>
                  </a:lnTo>
                  <a:lnTo>
                    <a:pt x="790" y="1054"/>
                  </a:lnTo>
                  <a:lnTo>
                    <a:pt x="806" y="1052"/>
                  </a:lnTo>
                  <a:lnTo>
                    <a:pt x="818" y="1038"/>
                  </a:lnTo>
                  <a:lnTo>
                    <a:pt x="826" y="1028"/>
                  </a:lnTo>
                  <a:lnTo>
                    <a:pt x="826" y="1016"/>
                  </a:lnTo>
                  <a:lnTo>
                    <a:pt x="828" y="1010"/>
                  </a:lnTo>
                  <a:lnTo>
                    <a:pt x="834" y="1004"/>
                  </a:lnTo>
                  <a:lnTo>
                    <a:pt x="836" y="1004"/>
                  </a:lnTo>
                  <a:lnTo>
                    <a:pt x="850" y="1006"/>
                  </a:lnTo>
                  <a:lnTo>
                    <a:pt x="858" y="1002"/>
                  </a:lnTo>
                  <a:lnTo>
                    <a:pt x="860" y="992"/>
                  </a:lnTo>
                  <a:lnTo>
                    <a:pt x="876" y="986"/>
                  </a:lnTo>
                  <a:lnTo>
                    <a:pt x="878" y="986"/>
                  </a:lnTo>
                  <a:lnTo>
                    <a:pt x="898" y="988"/>
                  </a:lnTo>
                  <a:lnTo>
                    <a:pt x="914" y="984"/>
                  </a:lnTo>
                  <a:lnTo>
                    <a:pt x="922" y="976"/>
                  </a:lnTo>
                  <a:lnTo>
                    <a:pt x="930" y="962"/>
                  </a:lnTo>
                  <a:lnTo>
                    <a:pt x="918" y="950"/>
                  </a:lnTo>
                  <a:lnTo>
                    <a:pt x="918" y="948"/>
                  </a:lnTo>
                  <a:lnTo>
                    <a:pt x="914" y="940"/>
                  </a:lnTo>
                  <a:lnTo>
                    <a:pt x="912" y="924"/>
                  </a:lnTo>
                  <a:lnTo>
                    <a:pt x="918" y="912"/>
                  </a:lnTo>
                  <a:lnTo>
                    <a:pt x="920" y="904"/>
                  </a:lnTo>
                  <a:lnTo>
                    <a:pt x="928" y="896"/>
                  </a:lnTo>
                  <a:lnTo>
                    <a:pt x="936" y="878"/>
                  </a:lnTo>
                  <a:lnTo>
                    <a:pt x="936" y="876"/>
                  </a:lnTo>
                  <a:lnTo>
                    <a:pt x="938" y="876"/>
                  </a:lnTo>
                  <a:lnTo>
                    <a:pt x="946" y="864"/>
                  </a:lnTo>
                  <a:lnTo>
                    <a:pt x="958" y="840"/>
                  </a:lnTo>
                  <a:lnTo>
                    <a:pt x="968" y="856"/>
                  </a:lnTo>
                  <a:lnTo>
                    <a:pt x="970" y="856"/>
                  </a:lnTo>
                  <a:lnTo>
                    <a:pt x="970" y="858"/>
                  </a:lnTo>
                  <a:lnTo>
                    <a:pt x="974" y="874"/>
                  </a:lnTo>
                  <a:lnTo>
                    <a:pt x="976" y="890"/>
                  </a:lnTo>
                  <a:lnTo>
                    <a:pt x="986" y="896"/>
                  </a:lnTo>
                  <a:lnTo>
                    <a:pt x="988" y="896"/>
                  </a:lnTo>
                  <a:lnTo>
                    <a:pt x="990" y="896"/>
                  </a:lnTo>
                  <a:lnTo>
                    <a:pt x="992" y="896"/>
                  </a:lnTo>
                  <a:lnTo>
                    <a:pt x="1002" y="880"/>
                  </a:lnTo>
                  <a:lnTo>
                    <a:pt x="1006" y="864"/>
                  </a:lnTo>
                  <a:lnTo>
                    <a:pt x="1010" y="864"/>
                  </a:lnTo>
                  <a:lnTo>
                    <a:pt x="1012" y="864"/>
                  </a:lnTo>
                  <a:lnTo>
                    <a:pt x="1034" y="872"/>
                  </a:lnTo>
                  <a:lnTo>
                    <a:pt x="1046" y="864"/>
                  </a:lnTo>
                  <a:lnTo>
                    <a:pt x="1048" y="864"/>
                  </a:lnTo>
                  <a:lnTo>
                    <a:pt x="1060" y="862"/>
                  </a:lnTo>
                  <a:lnTo>
                    <a:pt x="1068" y="848"/>
                  </a:lnTo>
                  <a:lnTo>
                    <a:pt x="1068" y="832"/>
                  </a:lnTo>
                  <a:lnTo>
                    <a:pt x="1074" y="806"/>
                  </a:lnTo>
                  <a:lnTo>
                    <a:pt x="1074" y="808"/>
                  </a:lnTo>
                  <a:lnTo>
                    <a:pt x="1078" y="808"/>
                  </a:lnTo>
                  <a:lnTo>
                    <a:pt x="1094" y="812"/>
                  </a:lnTo>
                  <a:lnTo>
                    <a:pt x="1102" y="796"/>
                  </a:lnTo>
                  <a:lnTo>
                    <a:pt x="1104" y="796"/>
                  </a:lnTo>
                  <a:lnTo>
                    <a:pt x="1106" y="796"/>
                  </a:lnTo>
                  <a:lnTo>
                    <a:pt x="1122" y="796"/>
                  </a:lnTo>
                  <a:lnTo>
                    <a:pt x="1124" y="796"/>
                  </a:lnTo>
                  <a:lnTo>
                    <a:pt x="1126" y="796"/>
                  </a:lnTo>
                  <a:lnTo>
                    <a:pt x="1134" y="808"/>
                  </a:lnTo>
                  <a:lnTo>
                    <a:pt x="1134" y="810"/>
                  </a:lnTo>
                  <a:lnTo>
                    <a:pt x="1134" y="812"/>
                  </a:lnTo>
                  <a:lnTo>
                    <a:pt x="1136" y="828"/>
                  </a:lnTo>
                  <a:lnTo>
                    <a:pt x="1144" y="834"/>
                  </a:lnTo>
                  <a:lnTo>
                    <a:pt x="1154" y="824"/>
                  </a:lnTo>
                  <a:lnTo>
                    <a:pt x="1158" y="828"/>
                  </a:lnTo>
                  <a:lnTo>
                    <a:pt x="1162" y="834"/>
                  </a:lnTo>
                  <a:lnTo>
                    <a:pt x="1162" y="840"/>
                  </a:lnTo>
                  <a:lnTo>
                    <a:pt x="1162" y="854"/>
                  </a:lnTo>
                  <a:lnTo>
                    <a:pt x="1158" y="868"/>
                  </a:lnTo>
                  <a:lnTo>
                    <a:pt x="1162" y="876"/>
                  </a:lnTo>
                  <a:lnTo>
                    <a:pt x="1170" y="884"/>
                  </a:lnTo>
                  <a:lnTo>
                    <a:pt x="1202" y="888"/>
                  </a:lnTo>
                  <a:lnTo>
                    <a:pt x="1204" y="890"/>
                  </a:lnTo>
                  <a:lnTo>
                    <a:pt x="1206" y="890"/>
                  </a:lnTo>
                  <a:lnTo>
                    <a:pt x="1208" y="892"/>
                  </a:lnTo>
                  <a:lnTo>
                    <a:pt x="1218" y="880"/>
                  </a:lnTo>
                  <a:lnTo>
                    <a:pt x="1226" y="872"/>
                  </a:lnTo>
                  <a:lnTo>
                    <a:pt x="1222" y="860"/>
                  </a:lnTo>
                  <a:lnTo>
                    <a:pt x="1214" y="808"/>
                  </a:lnTo>
                  <a:lnTo>
                    <a:pt x="1238" y="820"/>
                  </a:lnTo>
                  <a:lnTo>
                    <a:pt x="1250" y="832"/>
                  </a:lnTo>
                  <a:lnTo>
                    <a:pt x="1256" y="838"/>
                  </a:lnTo>
                  <a:lnTo>
                    <a:pt x="1266" y="832"/>
                  </a:lnTo>
                  <a:lnTo>
                    <a:pt x="1298" y="796"/>
                  </a:lnTo>
                  <a:lnTo>
                    <a:pt x="1300" y="796"/>
                  </a:lnTo>
                  <a:lnTo>
                    <a:pt x="1312" y="786"/>
                  </a:lnTo>
                  <a:lnTo>
                    <a:pt x="1326" y="768"/>
                  </a:lnTo>
                  <a:lnTo>
                    <a:pt x="1326" y="766"/>
                  </a:lnTo>
                  <a:lnTo>
                    <a:pt x="1344" y="770"/>
                  </a:lnTo>
                  <a:lnTo>
                    <a:pt x="1354" y="770"/>
                  </a:lnTo>
                  <a:lnTo>
                    <a:pt x="1354" y="762"/>
                  </a:lnTo>
                  <a:lnTo>
                    <a:pt x="1356" y="756"/>
                  </a:lnTo>
                  <a:lnTo>
                    <a:pt x="1370" y="740"/>
                  </a:lnTo>
                  <a:lnTo>
                    <a:pt x="1374" y="736"/>
                  </a:lnTo>
                  <a:lnTo>
                    <a:pt x="1390" y="742"/>
                  </a:lnTo>
                  <a:lnTo>
                    <a:pt x="1408" y="740"/>
                  </a:lnTo>
                  <a:lnTo>
                    <a:pt x="1422" y="726"/>
                  </a:lnTo>
                  <a:lnTo>
                    <a:pt x="1428" y="714"/>
                  </a:lnTo>
                  <a:lnTo>
                    <a:pt x="1424" y="708"/>
                  </a:lnTo>
                  <a:lnTo>
                    <a:pt x="1412" y="714"/>
                  </a:lnTo>
                  <a:lnTo>
                    <a:pt x="1412" y="712"/>
                  </a:lnTo>
                  <a:lnTo>
                    <a:pt x="1410" y="712"/>
                  </a:lnTo>
                  <a:lnTo>
                    <a:pt x="1396" y="700"/>
                  </a:lnTo>
                  <a:lnTo>
                    <a:pt x="1396" y="698"/>
                  </a:lnTo>
                  <a:lnTo>
                    <a:pt x="1402" y="676"/>
                  </a:lnTo>
                  <a:lnTo>
                    <a:pt x="1402" y="660"/>
                  </a:lnTo>
                  <a:lnTo>
                    <a:pt x="1398" y="648"/>
                  </a:lnTo>
                  <a:lnTo>
                    <a:pt x="1388" y="644"/>
                  </a:lnTo>
                  <a:lnTo>
                    <a:pt x="1388" y="642"/>
                  </a:lnTo>
                  <a:lnTo>
                    <a:pt x="1386" y="642"/>
                  </a:lnTo>
                  <a:lnTo>
                    <a:pt x="1386" y="640"/>
                  </a:lnTo>
                  <a:lnTo>
                    <a:pt x="1376" y="622"/>
                  </a:lnTo>
                  <a:lnTo>
                    <a:pt x="1374" y="620"/>
                  </a:lnTo>
                  <a:lnTo>
                    <a:pt x="1362" y="636"/>
                  </a:lnTo>
                  <a:lnTo>
                    <a:pt x="1348" y="644"/>
                  </a:lnTo>
                  <a:lnTo>
                    <a:pt x="1344" y="646"/>
                  </a:lnTo>
                  <a:lnTo>
                    <a:pt x="1344" y="644"/>
                  </a:lnTo>
                  <a:lnTo>
                    <a:pt x="1342" y="644"/>
                  </a:lnTo>
                  <a:lnTo>
                    <a:pt x="1328" y="630"/>
                  </a:lnTo>
                  <a:lnTo>
                    <a:pt x="1328" y="628"/>
                  </a:lnTo>
                  <a:lnTo>
                    <a:pt x="1318" y="606"/>
                  </a:lnTo>
                  <a:lnTo>
                    <a:pt x="1314" y="590"/>
                  </a:lnTo>
                  <a:lnTo>
                    <a:pt x="1314" y="588"/>
                  </a:lnTo>
                  <a:lnTo>
                    <a:pt x="1314" y="564"/>
                  </a:lnTo>
                  <a:lnTo>
                    <a:pt x="1312" y="550"/>
                  </a:lnTo>
                  <a:lnTo>
                    <a:pt x="1300" y="546"/>
                  </a:lnTo>
                  <a:lnTo>
                    <a:pt x="1274" y="526"/>
                  </a:lnTo>
                  <a:lnTo>
                    <a:pt x="1276" y="524"/>
                  </a:lnTo>
                  <a:lnTo>
                    <a:pt x="1288" y="510"/>
                  </a:lnTo>
                  <a:lnTo>
                    <a:pt x="1288" y="508"/>
                  </a:lnTo>
                  <a:lnTo>
                    <a:pt x="1290" y="508"/>
                  </a:lnTo>
                  <a:lnTo>
                    <a:pt x="1302" y="508"/>
                  </a:lnTo>
                  <a:lnTo>
                    <a:pt x="1304" y="508"/>
                  </a:lnTo>
                  <a:lnTo>
                    <a:pt x="1310" y="510"/>
                  </a:lnTo>
                  <a:lnTo>
                    <a:pt x="1314" y="514"/>
                  </a:lnTo>
                  <a:lnTo>
                    <a:pt x="1326" y="522"/>
                  </a:lnTo>
                  <a:lnTo>
                    <a:pt x="1338" y="512"/>
                  </a:lnTo>
                  <a:lnTo>
                    <a:pt x="1346" y="500"/>
                  </a:lnTo>
                  <a:lnTo>
                    <a:pt x="1346" y="490"/>
                  </a:lnTo>
                  <a:lnTo>
                    <a:pt x="1344" y="464"/>
                  </a:lnTo>
                  <a:lnTo>
                    <a:pt x="1342" y="454"/>
                  </a:lnTo>
                  <a:lnTo>
                    <a:pt x="1324" y="452"/>
                  </a:lnTo>
                  <a:lnTo>
                    <a:pt x="1324" y="440"/>
                  </a:lnTo>
                  <a:lnTo>
                    <a:pt x="1308" y="420"/>
                  </a:lnTo>
                  <a:lnTo>
                    <a:pt x="1306" y="420"/>
                  </a:lnTo>
                  <a:lnTo>
                    <a:pt x="1298" y="406"/>
                  </a:lnTo>
                  <a:lnTo>
                    <a:pt x="1298" y="404"/>
                  </a:lnTo>
                  <a:lnTo>
                    <a:pt x="1298" y="402"/>
                  </a:lnTo>
                  <a:lnTo>
                    <a:pt x="1314" y="380"/>
                  </a:lnTo>
                  <a:lnTo>
                    <a:pt x="1314" y="378"/>
                  </a:lnTo>
                  <a:lnTo>
                    <a:pt x="1316" y="378"/>
                  </a:lnTo>
                  <a:lnTo>
                    <a:pt x="1316" y="376"/>
                  </a:lnTo>
                  <a:lnTo>
                    <a:pt x="1318" y="376"/>
                  </a:lnTo>
                  <a:lnTo>
                    <a:pt x="1324" y="376"/>
                  </a:lnTo>
                  <a:lnTo>
                    <a:pt x="1334" y="368"/>
                  </a:lnTo>
                  <a:lnTo>
                    <a:pt x="1344" y="336"/>
                  </a:lnTo>
                  <a:lnTo>
                    <a:pt x="1358" y="322"/>
                  </a:lnTo>
                  <a:lnTo>
                    <a:pt x="1358" y="320"/>
                  </a:lnTo>
                  <a:lnTo>
                    <a:pt x="1374" y="316"/>
                  </a:lnTo>
                  <a:lnTo>
                    <a:pt x="1374" y="318"/>
                  </a:lnTo>
                  <a:lnTo>
                    <a:pt x="1382" y="326"/>
                  </a:lnTo>
                  <a:lnTo>
                    <a:pt x="1386" y="328"/>
                  </a:lnTo>
                  <a:lnTo>
                    <a:pt x="1392" y="302"/>
                  </a:lnTo>
                  <a:lnTo>
                    <a:pt x="1386" y="284"/>
                  </a:lnTo>
                  <a:lnTo>
                    <a:pt x="1386" y="282"/>
                  </a:lnTo>
                  <a:lnTo>
                    <a:pt x="1388" y="262"/>
                  </a:lnTo>
                  <a:lnTo>
                    <a:pt x="1388" y="260"/>
                  </a:lnTo>
                  <a:lnTo>
                    <a:pt x="1398" y="250"/>
                  </a:lnTo>
                  <a:lnTo>
                    <a:pt x="1404" y="240"/>
                  </a:lnTo>
                  <a:lnTo>
                    <a:pt x="1404" y="230"/>
                  </a:lnTo>
                  <a:lnTo>
                    <a:pt x="1402" y="220"/>
                  </a:lnTo>
                  <a:lnTo>
                    <a:pt x="1398" y="204"/>
                  </a:lnTo>
                  <a:lnTo>
                    <a:pt x="1398" y="186"/>
                  </a:lnTo>
                  <a:lnTo>
                    <a:pt x="1398" y="184"/>
                  </a:lnTo>
                  <a:lnTo>
                    <a:pt x="1402" y="168"/>
                  </a:lnTo>
                  <a:lnTo>
                    <a:pt x="1398" y="158"/>
                  </a:lnTo>
                  <a:lnTo>
                    <a:pt x="1396" y="152"/>
                  </a:lnTo>
                  <a:lnTo>
                    <a:pt x="1398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noProof="1">
                <a:solidFill>
                  <a:srgbClr val="FFFFFF"/>
                </a:solidFill>
              </a:endParaRPr>
            </a:p>
          </p:txBody>
        </p:sp>
        <p:sp>
          <p:nvSpPr>
            <p:cNvPr id="13" name="甘肃"/>
            <p:cNvSpPr/>
            <p:nvPr/>
          </p:nvSpPr>
          <p:spPr bwMode="auto">
            <a:xfrm>
              <a:off x="3594100" y="2528888"/>
              <a:ext cx="1666875" cy="1411287"/>
            </a:xfrm>
            <a:custGeom>
              <a:avLst/>
              <a:gdLst>
                <a:gd name="T0" fmla="*/ 2147483646 w 912"/>
                <a:gd name="T1" fmla="*/ 2147483646 h 772"/>
                <a:gd name="T2" fmla="*/ 2147483646 w 912"/>
                <a:gd name="T3" fmla="*/ 2147483646 h 772"/>
                <a:gd name="T4" fmla="*/ 2147483646 w 912"/>
                <a:gd name="T5" fmla="*/ 2147483646 h 772"/>
                <a:gd name="T6" fmla="*/ 2147483646 w 912"/>
                <a:gd name="T7" fmla="*/ 2147483646 h 772"/>
                <a:gd name="T8" fmla="*/ 2147483646 w 912"/>
                <a:gd name="T9" fmla="*/ 2147483646 h 772"/>
                <a:gd name="T10" fmla="*/ 2147483646 w 912"/>
                <a:gd name="T11" fmla="*/ 2147483646 h 772"/>
                <a:gd name="T12" fmla="*/ 2147483646 w 912"/>
                <a:gd name="T13" fmla="*/ 2147483646 h 772"/>
                <a:gd name="T14" fmla="*/ 2147483646 w 912"/>
                <a:gd name="T15" fmla="*/ 2147483646 h 772"/>
                <a:gd name="T16" fmla="*/ 2147483646 w 912"/>
                <a:gd name="T17" fmla="*/ 2147483646 h 772"/>
                <a:gd name="T18" fmla="*/ 2147483646 w 912"/>
                <a:gd name="T19" fmla="*/ 2147483646 h 772"/>
                <a:gd name="T20" fmla="*/ 2147483646 w 912"/>
                <a:gd name="T21" fmla="*/ 2147483646 h 772"/>
                <a:gd name="T22" fmla="*/ 2147483646 w 912"/>
                <a:gd name="T23" fmla="*/ 2147483646 h 772"/>
                <a:gd name="T24" fmla="*/ 2147483646 w 912"/>
                <a:gd name="T25" fmla="*/ 2147483646 h 772"/>
                <a:gd name="T26" fmla="*/ 2147483646 w 912"/>
                <a:gd name="T27" fmla="*/ 2147483646 h 772"/>
                <a:gd name="T28" fmla="*/ 2147483646 w 912"/>
                <a:gd name="T29" fmla="*/ 2147483646 h 772"/>
                <a:gd name="T30" fmla="*/ 2147483646 w 912"/>
                <a:gd name="T31" fmla="*/ 2147483646 h 772"/>
                <a:gd name="T32" fmla="*/ 2147483646 w 912"/>
                <a:gd name="T33" fmla="*/ 2147483646 h 772"/>
                <a:gd name="T34" fmla="*/ 2147483646 w 912"/>
                <a:gd name="T35" fmla="*/ 2147483646 h 772"/>
                <a:gd name="T36" fmla="*/ 2147483646 w 912"/>
                <a:gd name="T37" fmla="*/ 2147483646 h 772"/>
                <a:gd name="T38" fmla="*/ 2147483646 w 912"/>
                <a:gd name="T39" fmla="*/ 2147483646 h 772"/>
                <a:gd name="T40" fmla="*/ 2147483646 w 912"/>
                <a:gd name="T41" fmla="*/ 2147483646 h 772"/>
                <a:gd name="T42" fmla="*/ 2147483646 w 912"/>
                <a:gd name="T43" fmla="*/ 2147483646 h 772"/>
                <a:gd name="T44" fmla="*/ 2147483646 w 912"/>
                <a:gd name="T45" fmla="*/ 2147483646 h 772"/>
                <a:gd name="T46" fmla="*/ 2147483646 w 912"/>
                <a:gd name="T47" fmla="*/ 2147483646 h 772"/>
                <a:gd name="T48" fmla="*/ 2147483646 w 912"/>
                <a:gd name="T49" fmla="*/ 2147483646 h 772"/>
                <a:gd name="T50" fmla="*/ 2147483646 w 912"/>
                <a:gd name="T51" fmla="*/ 2147483646 h 772"/>
                <a:gd name="T52" fmla="*/ 2147483646 w 912"/>
                <a:gd name="T53" fmla="*/ 2147483646 h 772"/>
                <a:gd name="T54" fmla="*/ 2147483646 w 912"/>
                <a:gd name="T55" fmla="*/ 2147483646 h 772"/>
                <a:gd name="T56" fmla="*/ 2147483646 w 912"/>
                <a:gd name="T57" fmla="*/ 2147483646 h 772"/>
                <a:gd name="T58" fmla="*/ 2147483646 w 912"/>
                <a:gd name="T59" fmla="*/ 2147483646 h 772"/>
                <a:gd name="T60" fmla="*/ 2147483646 w 912"/>
                <a:gd name="T61" fmla="*/ 2147483646 h 772"/>
                <a:gd name="T62" fmla="*/ 2147483646 w 912"/>
                <a:gd name="T63" fmla="*/ 2147483646 h 772"/>
                <a:gd name="T64" fmla="*/ 2147483646 w 912"/>
                <a:gd name="T65" fmla="*/ 2147483646 h 772"/>
                <a:gd name="T66" fmla="*/ 2147483646 w 912"/>
                <a:gd name="T67" fmla="*/ 2147483646 h 772"/>
                <a:gd name="T68" fmla="*/ 2147483646 w 912"/>
                <a:gd name="T69" fmla="*/ 2147483646 h 772"/>
                <a:gd name="T70" fmla="*/ 2147483646 w 912"/>
                <a:gd name="T71" fmla="*/ 2147483646 h 772"/>
                <a:gd name="T72" fmla="*/ 2147483646 w 912"/>
                <a:gd name="T73" fmla="*/ 2147483646 h 772"/>
                <a:gd name="T74" fmla="*/ 2147483646 w 912"/>
                <a:gd name="T75" fmla="*/ 2147483646 h 772"/>
                <a:gd name="T76" fmla="*/ 2147483646 w 912"/>
                <a:gd name="T77" fmla="*/ 2147483646 h 772"/>
                <a:gd name="T78" fmla="*/ 2147483646 w 912"/>
                <a:gd name="T79" fmla="*/ 2147483646 h 772"/>
                <a:gd name="T80" fmla="*/ 2147483646 w 912"/>
                <a:gd name="T81" fmla="*/ 2147483646 h 772"/>
                <a:gd name="T82" fmla="*/ 2147483646 w 912"/>
                <a:gd name="T83" fmla="*/ 2147483646 h 772"/>
                <a:gd name="T84" fmla="*/ 2147483646 w 912"/>
                <a:gd name="T85" fmla="*/ 2147483646 h 772"/>
                <a:gd name="T86" fmla="*/ 2147483646 w 912"/>
                <a:gd name="T87" fmla="*/ 2147483646 h 772"/>
                <a:gd name="T88" fmla="*/ 2147483646 w 912"/>
                <a:gd name="T89" fmla="*/ 2147483646 h 772"/>
                <a:gd name="T90" fmla="*/ 2147483646 w 912"/>
                <a:gd name="T91" fmla="*/ 2147483646 h 772"/>
                <a:gd name="T92" fmla="*/ 2147483646 w 912"/>
                <a:gd name="T93" fmla="*/ 2147483646 h 772"/>
                <a:gd name="T94" fmla="*/ 2147483646 w 912"/>
                <a:gd name="T95" fmla="*/ 2147483646 h 772"/>
                <a:gd name="T96" fmla="*/ 2147483646 w 912"/>
                <a:gd name="T97" fmla="*/ 2147483646 h 772"/>
                <a:gd name="T98" fmla="*/ 2147483646 w 912"/>
                <a:gd name="T99" fmla="*/ 2147483646 h 772"/>
                <a:gd name="T100" fmla="*/ 2147483646 w 912"/>
                <a:gd name="T101" fmla="*/ 2147483646 h 772"/>
                <a:gd name="T102" fmla="*/ 2147483646 w 912"/>
                <a:gd name="T103" fmla="*/ 2147483646 h 772"/>
                <a:gd name="T104" fmla="*/ 2147483646 w 912"/>
                <a:gd name="T105" fmla="*/ 2147483646 h 772"/>
                <a:gd name="T106" fmla="*/ 2147483646 w 912"/>
                <a:gd name="T107" fmla="*/ 2147483646 h 772"/>
                <a:gd name="T108" fmla="*/ 2147483646 w 912"/>
                <a:gd name="T109" fmla="*/ 2147483646 h 772"/>
                <a:gd name="T110" fmla="*/ 2147483646 w 912"/>
                <a:gd name="T111" fmla="*/ 2147483646 h 772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912" h="772">
                  <a:moveTo>
                    <a:pt x="542" y="280"/>
                  </a:moveTo>
                  <a:lnTo>
                    <a:pt x="530" y="280"/>
                  </a:lnTo>
                  <a:lnTo>
                    <a:pt x="526" y="288"/>
                  </a:lnTo>
                  <a:lnTo>
                    <a:pt x="532" y="296"/>
                  </a:lnTo>
                  <a:lnTo>
                    <a:pt x="536" y="308"/>
                  </a:lnTo>
                  <a:lnTo>
                    <a:pt x="536" y="310"/>
                  </a:lnTo>
                  <a:lnTo>
                    <a:pt x="536" y="312"/>
                  </a:lnTo>
                  <a:lnTo>
                    <a:pt x="518" y="320"/>
                  </a:lnTo>
                  <a:lnTo>
                    <a:pt x="516" y="320"/>
                  </a:lnTo>
                  <a:lnTo>
                    <a:pt x="506" y="320"/>
                  </a:lnTo>
                  <a:lnTo>
                    <a:pt x="500" y="316"/>
                  </a:lnTo>
                  <a:lnTo>
                    <a:pt x="494" y="314"/>
                  </a:lnTo>
                  <a:lnTo>
                    <a:pt x="492" y="310"/>
                  </a:lnTo>
                  <a:lnTo>
                    <a:pt x="488" y="300"/>
                  </a:lnTo>
                  <a:lnTo>
                    <a:pt x="464" y="296"/>
                  </a:lnTo>
                  <a:lnTo>
                    <a:pt x="456" y="264"/>
                  </a:lnTo>
                  <a:lnTo>
                    <a:pt x="450" y="262"/>
                  </a:lnTo>
                  <a:lnTo>
                    <a:pt x="446" y="258"/>
                  </a:lnTo>
                  <a:lnTo>
                    <a:pt x="444" y="256"/>
                  </a:lnTo>
                  <a:lnTo>
                    <a:pt x="440" y="250"/>
                  </a:lnTo>
                  <a:lnTo>
                    <a:pt x="432" y="248"/>
                  </a:lnTo>
                  <a:lnTo>
                    <a:pt x="424" y="242"/>
                  </a:lnTo>
                  <a:lnTo>
                    <a:pt x="416" y="232"/>
                  </a:lnTo>
                  <a:lnTo>
                    <a:pt x="406" y="228"/>
                  </a:lnTo>
                  <a:lnTo>
                    <a:pt x="392" y="214"/>
                  </a:lnTo>
                  <a:lnTo>
                    <a:pt x="390" y="204"/>
                  </a:lnTo>
                  <a:lnTo>
                    <a:pt x="390" y="202"/>
                  </a:lnTo>
                  <a:lnTo>
                    <a:pt x="416" y="168"/>
                  </a:lnTo>
                  <a:lnTo>
                    <a:pt x="416" y="164"/>
                  </a:lnTo>
                  <a:lnTo>
                    <a:pt x="416" y="162"/>
                  </a:lnTo>
                  <a:lnTo>
                    <a:pt x="412" y="152"/>
                  </a:lnTo>
                  <a:lnTo>
                    <a:pt x="398" y="156"/>
                  </a:lnTo>
                  <a:lnTo>
                    <a:pt x="396" y="156"/>
                  </a:lnTo>
                  <a:lnTo>
                    <a:pt x="396" y="158"/>
                  </a:lnTo>
                  <a:lnTo>
                    <a:pt x="360" y="160"/>
                  </a:lnTo>
                  <a:lnTo>
                    <a:pt x="348" y="164"/>
                  </a:lnTo>
                  <a:lnTo>
                    <a:pt x="342" y="168"/>
                  </a:lnTo>
                  <a:lnTo>
                    <a:pt x="340" y="172"/>
                  </a:lnTo>
                  <a:lnTo>
                    <a:pt x="334" y="178"/>
                  </a:lnTo>
                  <a:lnTo>
                    <a:pt x="330" y="178"/>
                  </a:lnTo>
                  <a:lnTo>
                    <a:pt x="324" y="178"/>
                  </a:lnTo>
                  <a:lnTo>
                    <a:pt x="324" y="176"/>
                  </a:lnTo>
                  <a:lnTo>
                    <a:pt x="312" y="168"/>
                  </a:lnTo>
                  <a:lnTo>
                    <a:pt x="312" y="148"/>
                  </a:lnTo>
                  <a:lnTo>
                    <a:pt x="304" y="142"/>
                  </a:lnTo>
                  <a:lnTo>
                    <a:pt x="300" y="134"/>
                  </a:lnTo>
                  <a:lnTo>
                    <a:pt x="296" y="116"/>
                  </a:lnTo>
                  <a:lnTo>
                    <a:pt x="288" y="108"/>
                  </a:lnTo>
                  <a:lnTo>
                    <a:pt x="280" y="100"/>
                  </a:lnTo>
                  <a:lnTo>
                    <a:pt x="276" y="98"/>
                  </a:lnTo>
                  <a:lnTo>
                    <a:pt x="290" y="80"/>
                  </a:lnTo>
                  <a:lnTo>
                    <a:pt x="292" y="68"/>
                  </a:lnTo>
                  <a:lnTo>
                    <a:pt x="276" y="48"/>
                  </a:lnTo>
                  <a:lnTo>
                    <a:pt x="268" y="32"/>
                  </a:lnTo>
                  <a:lnTo>
                    <a:pt x="268" y="24"/>
                  </a:lnTo>
                  <a:lnTo>
                    <a:pt x="256" y="16"/>
                  </a:lnTo>
                  <a:lnTo>
                    <a:pt x="256" y="14"/>
                  </a:lnTo>
                  <a:lnTo>
                    <a:pt x="246" y="2"/>
                  </a:lnTo>
                  <a:lnTo>
                    <a:pt x="232" y="0"/>
                  </a:lnTo>
                  <a:lnTo>
                    <a:pt x="216" y="4"/>
                  </a:lnTo>
                  <a:lnTo>
                    <a:pt x="212" y="8"/>
                  </a:lnTo>
                  <a:lnTo>
                    <a:pt x="210" y="30"/>
                  </a:lnTo>
                  <a:lnTo>
                    <a:pt x="210" y="56"/>
                  </a:lnTo>
                  <a:lnTo>
                    <a:pt x="208" y="56"/>
                  </a:lnTo>
                  <a:lnTo>
                    <a:pt x="192" y="62"/>
                  </a:lnTo>
                  <a:lnTo>
                    <a:pt x="178" y="64"/>
                  </a:lnTo>
                  <a:lnTo>
                    <a:pt x="168" y="70"/>
                  </a:lnTo>
                  <a:lnTo>
                    <a:pt x="154" y="74"/>
                  </a:lnTo>
                  <a:lnTo>
                    <a:pt x="152" y="76"/>
                  </a:lnTo>
                  <a:lnTo>
                    <a:pt x="124" y="68"/>
                  </a:lnTo>
                  <a:lnTo>
                    <a:pt x="114" y="80"/>
                  </a:lnTo>
                  <a:lnTo>
                    <a:pt x="108" y="86"/>
                  </a:lnTo>
                  <a:lnTo>
                    <a:pt x="98" y="88"/>
                  </a:lnTo>
                  <a:lnTo>
                    <a:pt x="82" y="102"/>
                  </a:lnTo>
                  <a:lnTo>
                    <a:pt x="72" y="116"/>
                  </a:lnTo>
                  <a:lnTo>
                    <a:pt x="72" y="118"/>
                  </a:lnTo>
                  <a:lnTo>
                    <a:pt x="66" y="128"/>
                  </a:lnTo>
                  <a:lnTo>
                    <a:pt x="60" y="132"/>
                  </a:lnTo>
                  <a:lnTo>
                    <a:pt x="50" y="144"/>
                  </a:lnTo>
                  <a:lnTo>
                    <a:pt x="50" y="146"/>
                  </a:lnTo>
                  <a:lnTo>
                    <a:pt x="44" y="150"/>
                  </a:lnTo>
                  <a:lnTo>
                    <a:pt x="32" y="152"/>
                  </a:lnTo>
                  <a:lnTo>
                    <a:pt x="12" y="152"/>
                  </a:lnTo>
                  <a:lnTo>
                    <a:pt x="8" y="158"/>
                  </a:lnTo>
                  <a:lnTo>
                    <a:pt x="0" y="172"/>
                  </a:lnTo>
                  <a:lnTo>
                    <a:pt x="4" y="184"/>
                  </a:lnTo>
                  <a:lnTo>
                    <a:pt x="2" y="216"/>
                  </a:lnTo>
                  <a:lnTo>
                    <a:pt x="8" y="224"/>
                  </a:lnTo>
                  <a:lnTo>
                    <a:pt x="8" y="226"/>
                  </a:lnTo>
                  <a:lnTo>
                    <a:pt x="10" y="232"/>
                  </a:lnTo>
                  <a:lnTo>
                    <a:pt x="22" y="232"/>
                  </a:lnTo>
                  <a:lnTo>
                    <a:pt x="40" y="236"/>
                  </a:lnTo>
                  <a:lnTo>
                    <a:pt x="66" y="238"/>
                  </a:lnTo>
                  <a:lnTo>
                    <a:pt x="76" y="236"/>
                  </a:lnTo>
                  <a:lnTo>
                    <a:pt x="78" y="236"/>
                  </a:lnTo>
                  <a:lnTo>
                    <a:pt x="80" y="236"/>
                  </a:lnTo>
                  <a:lnTo>
                    <a:pt x="100" y="244"/>
                  </a:lnTo>
                  <a:lnTo>
                    <a:pt x="102" y="244"/>
                  </a:lnTo>
                  <a:lnTo>
                    <a:pt x="112" y="254"/>
                  </a:lnTo>
                  <a:lnTo>
                    <a:pt x="136" y="262"/>
                  </a:lnTo>
                  <a:lnTo>
                    <a:pt x="138" y="262"/>
                  </a:lnTo>
                  <a:lnTo>
                    <a:pt x="154" y="272"/>
                  </a:lnTo>
                  <a:lnTo>
                    <a:pt x="192" y="308"/>
                  </a:lnTo>
                  <a:lnTo>
                    <a:pt x="210" y="316"/>
                  </a:lnTo>
                  <a:lnTo>
                    <a:pt x="218" y="312"/>
                  </a:lnTo>
                  <a:lnTo>
                    <a:pt x="224" y="300"/>
                  </a:lnTo>
                  <a:lnTo>
                    <a:pt x="220" y="278"/>
                  </a:lnTo>
                  <a:lnTo>
                    <a:pt x="222" y="274"/>
                  </a:lnTo>
                  <a:lnTo>
                    <a:pt x="224" y="270"/>
                  </a:lnTo>
                  <a:lnTo>
                    <a:pt x="236" y="264"/>
                  </a:lnTo>
                  <a:lnTo>
                    <a:pt x="236" y="262"/>
                  </a:lnTo>
                  <a:lnTo>
                    <a:pt x="286" y="292"/>
                  </a:lnTo>
                  <a:lnTo>
                    <a:pt x="292" y="290"/>
                  </a:lnTo>
                  <a:lnTo>
                    <a:pt x="302" y="284"/>
                  </a:lnTo>
                  <a:lnTo>
                    <a:pt x="304" y="284"/>
                  </a:lnTo>
                  <a:lnTo>
                    <a:pt x="310" y="284"/>
                  </a:lnTo>
                  <a:lnTo>
                    <a:pt x="320" y="276"/>
                  </a:lnTo>
                  <a:lnTo>
                    <a:pt x="322" y="276"/>
                  </a:lnTo>
                  <a:lnTo>
                    <a:pt x="324" y="276"/>
                  </a:lnTo>
                  <a:lnTo>
                    <a:pt x="352" y="296"/>
                  </a:lnTo>
                  <a:lnTo>
                    <a:pt x="354" y="298"/>
                  </a:lnTo>
                  <a:lnTo>
                    <a:pt x="372" y="312"/>
                  </a:lnTo>
                  <a:lnTo>
                    <a:pt x="380" y="320"/>
                  </a:lnTo>
                  <a:lnTo>
                    <a:pt x="388" y="330"/>
                  </a:lnTo>
                  <a:lnTo>
                    <a:pt x="398" y="340"/>
                  </a:lnTo>
                  <a:lnTo>
                    <a:pt x="404" y="338"/>
                  </a:lnTo>
                  <a:lnTo>
                    <a:pt x="412" y="324"/>
                  </a:lnTo>
                  <a:lnTo>
                    <a:pt x="430" y="336"/>
                  </a:lnTo>
                  <a:lnTo>
                    <a:pt x="432" y="336"/>
                  </a:lnTo>
                  <a:lnTo>
                    <a:pt x="444" y="352"/>
                  </a:lnTo>
                  <a:lnTo>
                    <a:pt x="480" y="380"/>
                  </a:lnTo>
                  <a:lnTo>
                    <a:pt x="492" y="392"/>
                  </a:lnTo>
                  <a:lnTo>
                    <a:pt x="522" y="382"/>
                  </a:lnTo>
                  <a:lnTo>
                    <a:pt x="524" y="406"/>
                  </a:lnTo>
                  <a:lnTo>
                    <a:pt x="538" y="420"/>
                  </a:lnTo>
                  <a:lnTo>
                    <a:pt x="548" y="436"/>
                  </a:lnTo>
                  <a:lnTo>
                    <a:pt x="548" y="438"/>
                  </a:lnTo>
                  <a:lnTo>
                    <a:pt x="548" y="440"/>
                  </a:lnTo>
                  <a:lnTo>
                    <a:pt x="560" y="494"/>
                  </a:lnTo>
                  <a:lnTo>
                    <a:pt x="572" y="516"/>
                  </a:lnTo>
                  <a:lnTo>
                    <a:pt x="556" y="558"/>
                  </a:lnTo>
                  <a:lnTo>
                    <a:pt x="556" y="560"/>
                  </a:lnTo>
                  <a:lnTo>
                    <a:pt x="544" y="564"/>
                  </a:lnTo>
                  <a:lnTo>
                    <a:pt x="544" y="576"/>
                  </a:lnTo>
                  <a:lnTo>
                    <a:pt x="542" y="576"/>
                  </a:lnTo>
                  <a:lnTo>
                    <a:pt x="528" y="598"/>
                  </a:lnTo>
                  <a:lnTo>
                    <a:pt x="508" y="600"/>
                  </a:lnTo>
                  <a:lnTo>
                    <a:pt x="488" y="616"/>
                  </a:lnTo>
                  <a:lnTo>
                    <a:pt x="494" y="620"/>
                  </a:lnTo>
                  <a:lnTo>
                    <a:pt x="500" y="622"/>
                  </a:lnTo>
                  <a:lnTo>
                    <a:pt x="504" y="626"/>
                  </a:lnTo>
                  <a:lnTo>
                    <a:pt x="508" y="630"/>
                  </a:lnTo>
                  <a:lnTo>
                    <a:pt x="508" y="634"/>
                  </a:lnTo>
                  <a:lnTo>
                    <a:pt x="504" y="642"/>
                  </a:lnTo>
                  <a:lnTo>
                    <a:pt x="504" y="644"/>
                  </a:lnTo>
                  <a:lnTo>
                    <a:pt x="492" y="656"/>
                  </a:lnTo>
                  <a:lnTo>
                    <a:pt x="490" y="656"/>
                  </a:lnTo>
                  <a:lnTo>
                    <a:pt x="490" y="658"/>
                  </a:lnTo>
                  <a:lnTo>
                    <a:pt x="488" y="658"/>
                  </a:lnTo>
                  <a:lnTo>
                    <a:pt x="450" y="652"/>
                  </a:lnTo>
                  <a:lnTo>
                    <a:pt x="448" y="666"/>
                  </a:lnTo>
                  <a:lnTo>
                    <a:pt x="452" y="696"/>
                  </a:lnTo>
                  <a:lnTo>
                    <a:pt x="484" y="708"/>
                  </a:lnTo>
                  <a:lnTo>
                    <a:pt x="484" y="710"/>
                  </a:lnTo>
                  <a:lnTo>
                    <a:pt x="496" y="706"/>
                  </a:lnTo>
                  <a:lnTo>
                    <a:pt x="498" y="706"/>
                  </a:lnTo>
                  <a:lnTo>
                    <a:pt x="500" y="704"/>
                  </a:lnTo>
                  <a:lnTo>
                    <a:pt x="500" y="706"/>
                  </a:lnTo>
                  <a:lnTo>
                    <a:pt x="510" y="712"/>
                  </a:lnTo>
                  <a:lnTo>
                    <a:pt x="524" y="712"/>
                  </a:lnTo>
                  <a:lnTo>
                    <a:pt x="528" y="710"/>
                  </a:lnTo>
                  <a:lnTo>
                    <a:pt x="524" y="696"/>
                  </a:lnTo>
                  <a:lnTo>
                    <a:pt x="520" y="680"/>
                  </a:lnTo>
                  <a:lnTo>
                    <a:pt x="520" y="678"/>
                  </a:lnTo>
                  <a:lnTo>
                    <a:pt x="520" y="676"/>
                  </a:lnTo>
                  <a:lnTo>
                    <a:pt x="526" y="670"/>
                  </a:lnTo>
                  <a:lnTo>
                    <a:pt x="528" y="668"/>
                  </a:lnTo>
                  <a:lnTo>
                    <a:pt x="536" y="656"/>
                  </a:lnTo>
                  <a:lnTo>
                    <a:pt x="538" y="654"/>
                  </a:lnTo>
                  <a:lnTo>
                    <a:pt x="552" y="644"/>
                  </a:lnTo>
                  <a:lnTo>
                    <a:pt x="552" y="642"/>
                  </a:lnTo>
                  <a:lnTo>
                    <a:pt x="554" y="642"/>
                  </a:lnTo>
                  <a:lnTo>
                    <a:pt x="572" y="640"/>
                  </a:lnTo>
                  <a:lnTo>
                    <a:pt x="572" y="644"/>
                  </a:lnTo>
                  <a:lnTo>
                    <a:pt x="572" y="656"/>
                  </a:lnTo>
                  <a:lnTo>
                    <a:pt x="576" y="664"/>
                  </a:lnTo>
                  <a:lnTo>
                    <a:pt x="580" y="674"/>
                  </a:lnTo>
                  <a:lnTo>
                    <a:pt x="596" y="684"/>
                  </a:lnTo>
                  <a:lnTo>
                    <a:pt x="640" y="688"/>
                  </a:lnTo>
                  <a:lnTo>
                    <a:pt x="642" y="688"/>
                  </a:lnTo>
                  <a:lnTo>
                    <a:pt x="644" y="688"/>
                  </a:lnTo>
                  <a:lnTo>
                    <a:pt x="644" y="690"/>
                  </a:lnTo>
                  <a:lnTo>
                    <a:pt x="644" y="692"/>
                  </a:lnTo>
                  <a:lnTo>
                    <a:pt x="644" y="706"/>
                  </a:lnTo>
                  <a:lnTo>
                    <a:pt x="656" y="720"/>
                  </a:lnTo>
                  <a:lnTo>
                    <a:pt x="666" y="724"/>
                  </a:lnTo>
                  <a:lnTo>
                    <a:pt x="668" y="724"/>
                  </a:lnTo>
                  <a:lnTo>
                    <a:pt x="668" y="726"/>
                  </a:lnTo>
                  <a:lnTo>
                    <a:pt x="668" y="732"/>
                  </a:lnTo>
                  <a:lnTo>
                    <a:pt x="668" y="740"/>
                  </a:lnTo>
                  <a:lnTo>
                    <a:pt x="664" y="756"/>
                  </a:lnTo>
                  <a:lnTo>
                    <a:pt x="670" y="760"/>
                  </a:lnTo>
                  <a:lnTo>
                    <a:pt x="678" y="760"/>
                  </a:lnTo>
                  <a:lnTo>
                    <a:pt x="684" y="762"/>
                  </a:lnTo>
                  <a:lnTo>
                    <a:pt x="688" y="764"/>
                  </a:lnTo>
                  <a:lnTo>
                    <a:pt x="706" y="772"/>
                  </a:lnTo>
                  <a:lnTo>
                    <a:pt x="716" y="764"/>
                  </a:lnTo>
                  <a:lnTo>
                    <a:pt x="728" y="750"/>
                  </a:lnTo>
                  <a:lnTo>
                    <a:pt x="730" y="744"/>
                  </a:lnTo>
                  <a:lnTo>
                    <a:pt x="732" y="742"/>
                  </a:lnTo>
                  <a:lnTo>
                    <a:pt x="734" y="740"/>
                  </a:lnTo>
                  <a:lnTo>
                    <a:pt x="730" y="722"/>
                  </a:lnTo>
                  <a:lnTo>
                    <a:pt x="728" y="714"/>
                  </a:lnTo>
                  <a:lnTo>
                    <a:pt x="728" y="712"/>
                  </a:lnTo>
                  <a:lnTo>
                    <a:pt x="728" y="710"/>
                  </a:lnTo>
                  <a:lnTo>
                    <a:pt x="736" y="700"/>
                  </a:lnTo>
                  <a:lnTo>
                    <a:pt x="748" y="690"/>
                  </a:lnTo>
                  <a:lnTo>
                    <a:pt x="750" y="690"/>
                  </a:lnTo>
                  <a:lnTo>
                    <a:pt x="776" y="690"/>
                  </a:lnTo>
                  <a:lnTo>
                    <a:pt x="780" y="688"/>
                  </a:lnTo>
                  <a:lnTo>
                    <a:pt x="780" y="676"/>
                  </a:lnTo>
                  <a:lnTo>
                    <a:pt x="776" y="664"/>
                  </a:lnTo>
                  <a:lnTo>
                    <a:pt x="766" y="648"/>
                  </a:lnTo>
                  <a:lnTo>
                    <a:pt x="766" y="628"/>
                  </a:lnTo>
                  <a:lnTo>
                    <a:pt x="766" y="626"/>
                  </a:lnTo>
                  <a:lnTo>
                    <a:pt x="770" y="614"/>
                  </a:lnTo>
                  <a:lnTo>
                    <a:pt x="772" y="614"/>
                  </a:lnTo>
                  <a:lnTo>
                    <a:pt x="792" y="582"/>
                  </a:lnTo>
                  <a:lnTo>
                    <a:pt x="794" y="582"/>
                  </a:lnTo>
                  <a:lnTo>
                    <a:pt x="796" y="580"/>
                  </a:lnTo>
                  <a:lnTo>
                    <a:pt x="800" y="580"/>
                  </a:lnTo>
                  <a:lnTo>
                    <a:pt x="808" y="582"/>
                  </a:lnTo>
                  <a:lnTo>
                    <a:pt x="828" y="592"/>
                  </a:lnTo>
                  <a:lnTo>
                    <a:pt x="840" y="596"/>
                  </a:lnTo>
                  <a:lnTo>
                    <a:pt x="840" y="590"/>
                  </a:lnTo>
                  <a:lnTo>
                    <a:pt x="838" y="588"/>
                  </a:lnTo>
                  <a:lnTo>
                    <a:pt x="838" y="586"/>
                  </a:lnTo>
                  <a:lnTo>
                    <a:pt x="840" y="580"/>
                  </a:lnTo>
                  <a:lnTo>
                    <a:pt x="846" y="572"/>
                  </a:lnTo>
                  <a:lnTo>
                    <a:pt x="860" y="562"/>
                  </a:lnTo>
                  <a:lnTo>
                    <a:pt x="860" y="560"/>
                  </a:lnTo>
                  <a:lnTo>
                    <a:pt x="876" y="556"/>
                  </a:lnTo>
                  <a:lnTo>
                    <a:pt x="890" y="556"/>
                  </a:lnTo>
                  <a:lnTo>
                    <a:pt x="892" y="556"/>
                  </a:lnTo>
                  <a:lnTo>
                    <a:pt x="900" y="556"/>
                  </a:lnTo>
                  <a:lnTo>
                    <a:pt x="904" y="536"/>
                  </a:lnTo>
                  <a:lnTo>
                    <a:pt x="904" y="524"/>
                  </a:lnTo>
                  <a:lnTo>
                    <a:pt x="906" y="512"/>
                  </a:lnTo>
                  <a:lnTo>
                    <a:pt x="906" y="510"/>
                  </a:lnTo>
                  <a:lnTo>
                    <a:pt x="908" y="508"/>
                  </a:lnTo>
                  <a:lnTo>
                    <a:pt x="912" y="496"/>
                  </a:lnTo>
                  <a:lnTo>
                    <a:pt x="906" y="488"/>
                  </a:lnTo>
                  <a:lnTo>
                    <a:pt x="896" y="480"/>
                  </a:lnTo>
                  <a:lnTo>
                    <a:pt x="876" y="476"/>
                  </a:lnTo>
                  <a:lnTo>
                    <a:pt x="868" y="472"/>
                  </a:lnTo>
                  <a:lnTo>
                    <a:pt x="852" y="460"/>
                  </a:lnTo>
                  <a:lnTo>
                    <a:pt x="840" y="456"/>
                  </a:lnTo>
                  <a:lnTo>
                    <a:pt x="840" y="454"/>
                  </a:lnTo>
                  <a:lnTo>
                    <a:pt x="824" y="436"/>
                  </a:lnTo>
                  <a:lnTo>
                    <a:pt x="812" y="436"/>
                  </a:lnTo>
                  <a:lnTo>
                    <a:pt x="810" y="436"/>
                  </a:lnTo>
                  <a:lnTo>
                    <a:pt x="798" y="430"/>
                  </a:lnTo>
                  <a:lnTo>
                    <a:pt x="790" y="440"/>
                  </a:lnTo>
                  <a:lnTo>
                    <a:pt x="788" y="476"/>
                  </a:lnTo>
                  <a:lnTo>
                    <a:pt x="792" y="492"/>
                  </a:lnTo>
                  <a:lnTo>
                    <a:pt x="796" y="492"/>
                  </a:lnTo>
                  <a:lnTo>
                    <a:pt x="798" y="492"/>
                  </a:lnTo>
                  <a:lnTo>
                    <a:pt x="808" y="496"/>
                  </a:lnTo>
                  <a:lnTo>
                    <a:pt x="814" y="510"/>
                  </a:lnTo>
                  <a:lnTo>
                    <a:pt x="816" y="510"/>
                  </a:lnTo>
                  <a:lnTo>
                    <a:pt x="816" y="512"/>
                  </a:lnTo>
                  <a:lnTo>
                    <a:pt x="812" y="536"/>
                  </a:lnTo>
                  <a:lnTo>
                    <a:pt x="812" y="538"/>
                  </a:lnTo>
                  <a:lnTo>
                    <a:pt x="812" y="540"/>
                  </a:lnTo>
                  <a:lnTo>
                    <a:pt x="800" y="546"/>
                  </a:lnTo>
                  <a:lnTo>
                    <a:pt x="798" y="548"/>
                  </a:lnTo>
                  <a:lnTo>
                    <a:pt x="798" y="546"/>
                  </a:lnTo>
                  <a:lnTo>
                    <a:pt x="796" y="546"/>
                  </a:lnTo>
                  <a:lnTo>
                    <a:pt x="792" y="544"/>
                  </a:lnTo>
                  <a:lnTo>
                    <a:pt x="778" y="550"/>
                  </a:lnTo>
                  <a:lnTo>
                    <a:pt x="778" y="552"/>
                  </a:lnTo>
                  <a:lnTo>
                    <a:pt x="780" y="552"/>
                  </a:lnTo>
                  <a:lnTo>
                    <a:pt x="782" y="574"/>
                  </a:lnTo>
                  <a:lnTo>
                    <a:pt x="780" y="578"/>
                  </a:lnTo>
                  <a:lnTo>
                    <a:pt x="776" y="580"/>
                  </a:lnTo>
                  <a:lnTo>
                    <a:pt x="768" y="580"/>
                  </a:lnTo>
                  <a:lnTo>
                    <a:pt x="762" y="578"/>
                  </a:lnTo>
                  <a:lnTo>
                    <a:pt x="758" y="576"/>
                  </a:lnTo>
                  <a:lnTo>
                    <a:pt x="748" y="568"/>
                  </a:lnTo>
                  <a:lnTo>
                    <a:pt x="746" y="568"/>
                  </a:lnTo>
                  <a:lnTo>
                    <a:pt x="746" y="566"/>
                  </a:lnTo>
                  <a:lnTo>
                    <a:pt x="740" y="552"/>
                  </a:lnTo>
                  <a:lnTo>
                    <a:pt x="736" y="550"/>
                  </a:lnTo>
                  <a:lnTo>
                    <a:pt x="728" y="546"/>
                  </a:lnTo>
                  <a:lnTo>
                    <a:pt x="726" y="546"/>
                  </a:lnTo>
                  <a:lnTo>
                    <a:pt x="714" y="538"/>
                  </a:lnTo>
                  <a:lnTo>
                    <a:pt x="712" y="538"/>
                  </a:lnTo>
                  <a:lnTo>
                    <a:pt x="712" y="536"/>
                  </a:lnTo>
                  <a:lnTo>
                    <a:pt x="710" y="524"/>
                  </a:lnTo>
                  <a:lnTo>
                    <a:pt x="712" y="512"/>
                  </a:lnTo>
                  <a:lnTo>
                    <a:pt x="716" y="506"/>
                  </a:lnTo>
                  <a:lnTo>
                    <a:pt x="716" y="502"/>
                  </a:lnTo>
                  <a:lnTo>
                    <a:pt x="712" y="488"/>
                  </a:lnTo>
                  <a:lnTo>
                    <a:pt x="700" y="478"/>
                  </a:lnTo>
                  <a:lnTo>
                    <a:pt x="700" y="476"/>
                  </a:lnTo>
                  <a:lnTo>
                    <a:pt x="698" y="444"/>
                  </a:lnTo>
                  <a:lnTo>
                    <a:pt x="690" y="436"/>
                  </a:lnTo>
                  <a:lnTo>
                    <a:pt x="688" y="436"/>
                  </a:lnTo>
                  <a:lnTo>
                    <a:pt x="688" y="434"/>
                  </a:lnTo>
                  <a:lnTo>
                    <a:pt x="682" y="420"/>
                  </a:lnTo>
                  <a:lnTo>
                    <a:pt x="652" y="416"/>
                  </a:lnTo>
                  <a:lnTo>
                    <a:pt x="644" y="410"/>
                  </a:lnTo>
                  <a:lnTo>
                    <a:pt x="638" y="402"/>
                  </a:lnTo>
                  <a:lnTo>
                    <a:pt x="624" y="402"/>
                  </a:lnTo>
                  <a:lnTo>
                    <a:pt x="618" y="398"/>
                  </a:lnTo>
                  <a:lnTo>
                    <a:pt x="610" y="392"/>
                  </a:lnTo>
                  <a:lnTo>
                    <a:pt x="608" y="390"/>
                  </a:lnTo>
                  <a:lnTo>
                    <a:pt x="604" y="384"/>
                  </a:lnTo>
                  <a:lnTo>
                    <a:pt x="598" y="376"/>
                  </a:lnTo>
                  <a:lnTo>
                    <a:pt x="596" y="362"/>
                  </a:lnTo>
                  <a:lnTo>
                    <a:pt x="596" y="360"/>
                  </a:lnTo>
                  <a:lnTo>
                    <a:pt x="600" y="336"/>
                  </a:lnTo>
                  <a:lnTo>
                    <a:pt x="604" y="324"/>
                  </a:lnTo>
                  <a:lnTo>
                    <a:pt x="606" y="324"/>
                  </a:lnTo>
                  <a:lnTo>
                    <a:pt x="636" y="310"/>
                  </a:lnTo>
                  <a:lnTo>
                    <a:pt x="648" y="296"/>
                  </a:lnTo>
                  <a:lnTo>
                    <a:pt x="650" y="284"/>
                  </a:lnTo>
                  <a:lnTo>
                    <a:pt x="648" y="276"/>
                  </a:lnTo>
                  <a:lnTo>
                    <a:pt x="644" y="262"/>
                  </a:lnTo>
                  <a:lnTo>
                    <a:pt x="640" y="254"/>
                  </a:lnTo>
                  <a:lnTo>
                    <a:pt x="634" y="256"/>
                  </a:lnTo>
                  <a:lnTo>
                    <a:pt x="624" y="254"/>
                  </a:lnTo>
                  <a:lnTo>
                    <a:pt x="616" y="260"/>
                  </a:lnTo>
                  <a:lnTo>
                    <a:pt x="606" y="272"/>
                  </a:lnTo>
                  <a:lnTo>
                    <a:pt x="592" y="286"/>
                  </a:lnTo>
                  <a:lnTo>
                    <a:pt x="590" y="286"/>
                  </a:lnTo>
                  <a:lnTo>
                    <a:pt x="578" y="290"/>
                  </a:lnTo>
                  <a:lnTo>
                    <a:pt x="568" y="288"/>
                  </a:lnTo>
                  <a:lnTo>
                    <a:pt x="542" y="2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noProof="1">
                <a:solidFill>
                  <a:srgbClr val="FFFFFF"/>
                </a:solidFill>
              </a:endParaRPr>
            </a:p>
          </p:txBody>
        </p:sp>
        <p:sp>
          <p:nvSpPr>
            <p:cNvPr id="14" name="宁夏"/>
            <p:cNvSpPr/>
            <p:nvPr/>
          </p:nvSpPr>
          <p:spPr bwMode="auto">
            <a:xfrm>
              <a:off x="4778375" y="3019425"/>
              <a:ext cx="336550" cy="555625"/>
            </a:xfrm>
            <a:custGeom>
              <a:avLst/>
              <a:gdLst>
                <a:gd name="T0" fmla="*/ 2147483646 w 184"/>
                <a:gd name="T1" fmla="*/ 2147483646 h 304"/>
                <a:gd name="T2" fmla="*/ 2147483646 w 184"/>
                <a:gd name="T3" fmla="*/ 2147483646 h 304"/>
                <a:gd name="T4" fmla="*/ 2147483646 w 184"/>
                <a:gd name="T5" fmla="*/ 2147483646 h 304"/>
                <a:gd name="T6" fmla="*/ 2147483646 w 184"/>
                <a:gd name="T7" fmla="*/ 2147483646 h 304"/>
                <a:gd name="T8" fmla="*/ 2147483646 w 184"/>
                <a:gd name="T9" fmla="*/ 2147483646 h 304"/>
                <a:gd name="T10" fmla="*/ 2147483646 w 184"/>
                <a:gd name="T11" fmla="*/ 2147483646 h 304"/>
                <a:gd name="T12" fmla="*/ 2147483646 w 184"/>
                <a:gd name="T13" fmla="*/ 2147483646 h 304"/>
                <a:gd name="T14" fmla="*/ 2147483646 w 184"/>
                <a:gd name="T15" fmla="*/ 2147483646 h 304"/>
                <a:gd name="T16" fmla="*/ 2147483646 w 184"/>
                <a:gd name="T17" fmla="*/ 2147483646 h 304"/>
                <a:gd name="T18" fmla="*/ 2147483646 w 184"/>
                <a:gd name="T19" fmla="*/ 2147483646 h 304"/>
                <a:gd name="T20" fmla="*/ 2147483646 w 184"/>
                <a:gd name="T21" fmla="*/ 2147483646 h 304"/>
                <a:gd name="T22" fmla="*/ 2147483646 w 184"/>
                <a:gd name="T23" fmla="*/ 2147483646 h 304"/>
                <a:gd name="T24" fmla="*/ 2147483646 w 184"/>
                <a:gd name="T25" fmla="*/ 2147483646 h 304"/>
                <a:gd name="T26" fmla="*/ 2147483646 w 184"/>
                <a:gd name="T27" fmla="*/ 2147483646 h 304"/>
                <a:gd name="T28" fmla="*/ 2147483646 w 184"/>
                <a:gd name="T29" fmla="*/ 2147483646 h 304"/>
                <a:gd name="T30" fmla="*/ 2147483646 w 184"/>
                <a:gd name="T31" fmla="*/ 2147483646 h 304"/>
                <a:gd name="T32" fmla="*/ 2147483646 w 184"/>
                <a:gd name="T33" fmla="*/ 2147483646 h 304"/>
                <a:gd name="T34" fmla="*/ 2147483646 w 184"/>
                <a:gd name="T35" fmla="*/ 2147483646 h 304"/>
                <a:gd name="T36" fmla="*/ 2147483646 w 184"/>
                <a:gd name="T37" fmla="*/ 2147483646 h 304"/>
                <a:gd name="T38" fmla="*/ 2147483646 w 184"/>
                <a:gd name="T39" fmla="*/ 2147483646 h 304"/>
                <a:gd name="T40" fmla="*/ 2147483646 w 184"/>
                <a:gd name="T41" fmla="*/ 2147483646 h 304"/>
                <a:gd name="T42" fmla="*/ 2147483646 w 184"/>
                <a:gd name="T43" fmla="*/ 2147483646 h 304"/>
                <a:gd name="T44" fmla="*/ 2147483646 w 184"/>
                <a:gd name="T45" fmla="*/ 2147483646 h 304"/>
                <a:gd name="T46" fmla="*/ 2147483646 w 184"/>
                <a:gd name="T47" fmla="*/ 2147483646 h 304"/>
                <a:gd name="T48" fmla="*/ 2147483646 w 184"/>
                <a:gd name="T49" fmla="*/ 2147483646 h 304"/>
                <a:gd name="T50" fmla="*/ 2147483646 w 184"/>
                <a:gd name="T51" fmla="*/ 2147483646 h 304"/>
                <a:gd name="T52" fmla="*/ 2147483646 w 184"/>
                <a:gd name="T53" fmla="*/ 2147483646 h 304"/>
                <a:gd name="T54" fmla="*/ 2147483646 w 184"/>
                <a:gd name="T55" fmla="*/ 2147483646 h 304"/>
                <a:gd name="T56" fmla="*/ 2147483646 w 184"/>
                <a:gd name="T57" fmla="*/ 2147483646 h 304"/>
                <a:gd name="T58" fmla="*/ 2147483646 w 184"/>
                <a:gd name="T59" fmla="*/ 2147483646 h 304"/>
                <a:gd name="T60" fmla="*/ 2147483646 w 184"/>
                <a:gd name="T61" fmla="*/ 2147483646 h 304"/>
                <a:gd name="T62" fmla="*/ 2147483646 w 184"/>
                <a:gd name="T63" fmla="*/ 2147483646 h 304"/>
                <a:gd name="T64" fmla="*/ 2147483646 w 184"/>
                <a:gd name="T65" fmla="*/ 2147483646 h 304"/>
                <a:gd name="T66" fmla="*/ 2147483646 w 184"/>
                <a:gd name="T67" fmla="*/ 2147483646 h 304"/>
                <a:gd name="T68" fmla="*/ 2147483646 w 184"/>
                <a:gd name="T69" fmla="*/ 2147483646 h 304"/>
                <a:gd name="T70" fmla="*/ 2147483646 w 184"/>
                <a:gd name="T71" fmla="*/ 2147483646 h 304"/>
                <a:gd name="T72" fmla="*/ 2147483646 w 184"/>
                <a:gd name="T73" fmla="*/ 2147483646 h 304"/>
                <a:gd name="T74" fmla="*/ 2147483646 w 184"/>
                <a:gd name="T75" fmla="*/ 2147483646 h 304"/>
                <a:gd name="T76" fmla="*/ 2147483646 w 184"/>
                <a:gd name="T77" fmla="*/ 2147483646 h 304"/>
                <a:gd name="T78" fmla="*/ 2147483646 w 184"/>
                <a:gd name="T79" fmla="*/ 2147483646 h 304"/>
                <a:gd name="T80" fmla="*/ 2147483646 w 184"/>
                <a:gd name="T81" fmla="*/ 2147483646 h 304"/>
                <a:gd name="T82" fmla="*/ 2147483646 w 184"/>
                <a:gd name="T83" fmla="*/ 2147483646 h 304"/>
                <a:gd name="T84" fmla="*/ 2147483646 w 184"/>
                <a:gd name="T85" fmla="*/ 2147483646 h 304"/>
                <a:gd name="T86" fmla="*/ 2147483646 w 184"/>
                <a:gd name="T87" fmla="*/ 2147483646 h 304"/>
                <a:gd name="T88" fmla="*/ 2147483646 w 184"/>
                <a:gd name="T89" fmla="*/ 2147483646 h 304"/>
                <a:gd name="T90" fmla="*/ 2147483646 w 184"/>
                <a:gd name="T91" fmla="*/ 2147483646 h 304"/>
                <a:gd name="T92" fmla="*/ 2147483646 w 184"/>
                <a:gd name="T93" fmla="*/ 2147483646 h 304"/>
                <a:gd name="T94" fmla="*/ 2147483646 w 184"/>
                <a:gd name="T95" fmla="*/ 2147483646 h 304"/>
                <a:gd name="T96" fmla="*/ 2147483646 w 184"/>
                <a:gd name="T97" fmla="*/ 2147483646 h 304"/>
                <a:gd name="T98" fmla="*/ 2147483646 w 184"/>
                <a:gd name="T99" fmla="*/ 0 h 304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184" h="304">
                  <a:moveTo>
                    <a:pt x="108" y="18"/>
                  </a:moveTo>
                  <a:lnTo>
                    <a:pt x="92" y="58"/>
                  </a:lnTo>
                  <a:lnTo>
                    <a:pt x="92" y="84"/>
                  </a:lnTo>
                  <a:lnTo>
                    <a:pt x="92" y="86"/>
                  </a:lnTo>
                  <a:lnTo>
                    <a:pt x="84" y="100"/>
                  </a:lnTo>
                  <a:lnTo>
                    <a:pt x="84" y="108"/>
                  </a:lnTo>
                  <a:lnTo>
                    <a:pt x="84" y="112"/>
                  </a:lnTo>
                  <a:lnTo>
                    <a:pt x="82" y="116"/>
                  </a:lnTo>
                  <a:lnTo>
                    <a:pt x="80" y="120"/>
                  </a:lnTo>
                  <a:lnTo>
                    <a:pt x="76" y="122"/>
                  </a:lnTo>
                  <a:lnTo>
                    <a:pt x="76" y="124"/>
                  </a:lnTo>
                  <a:lnTo>
                    <a:pt x="74" y="124"/>
                  </a:lnTo>
                  <a:lnTo>
                    <a:pt x="74" y="122"/>
                  </a:lnTo>
                  <a:lnTo>
                    <a:pt x="54" y="120"/>
                  </a:lnTo>
                  <a:lnTo>
                    <a:pt x="44" y="130"/>
                  </a:lnTo>
                  <a:lnTo>
                    <a:pt x="12" y="134"/>
                  </a:lnTo>
                  <a:lnTo>
                    <a:pt x="0" y="134"/>
                  </a:lnTo>
                  <a:lnTo>
                    <a:pt x="8" y="140"/>
                  </a:lnTo>
                  <a:lnTo>
                    <a:pt x="36" y="144"/>
                  </a:lnTo>
                  <a:lnTo>
                    <a:pt x="38" y="144"/>
                  </a:lnTo>
                  <a:lnTo>
                    <a:pt x="40" y="144"/>
                  </a:lnTo>
                  <a:lnTo>
                    <a:pt x="48" y="162"/>
                  </a:lnTo>
                  <a:lnTo>
                    <a:pt x="56" y="168"/>
                  </a:lnTo>
                  <a:lnTo>
                    <a:pt x="60" y="174"/>
                  </a:lnTo>
                  <a:lnTo>
                    <a:pt x="60" y="184"/>
                  </a:lnTo>
                  <a:lnTo>
                    <a:pt x="60" y="206"/>
                  </a:lnTo>
                  <a:lnTo>
                    <a:pt x="70" y="216"/>
                  </a:lnTo>
                  <a:lnTo>
                    <a:pt x="72" y="216"/>
                  </a:lnTo>
                  <a:lnTo>
                    <a:pt x="76" y="232"/>
                  </a:lnTo>
                  <a:lnTo>
                    <a:pt x="76" y="240"/>
                  </a:lnTo>
                  <a:lnTo>
                    <a:pt x="72" y="248"/>
                  </a:lnTo>
                  <a:lnTo>
                    <a:pt x="70" y="256"/>
                  </a:lnTo>
                  <a:lnTo>
                    <a:pt x="72" y="264"/>
                  </a:lnTo>
                  <a:lnTo>
                    <a:pt x="82" y="270"/>
                  </a:lnTo>
                  <a:lnTo>
                    <a:pt x="94" y="276"/>
                  </a:lnTo>
                  <a:lnTo>
                    <a:pt x="100" y="280"/>
                  </a:lnTo>
                  <a:lnTo>
                    <a:pt x="106" y="292"/>
                  </a:lnTo>
                  <a:lnTo>
                    <a:pt x="114" y="298"/>
                  </a:lnTo>
                  <a:lnTo>
                    <a:pt x="116" y="302"/>
                  </a:lnTo>
                  <a:lnTo>
                    <a:pt x="124" y="304"/>
                  </a:lnTo>
                  <a:lnTo>
                    <a:pt x="122" y="288"/>
                  </a:lnTo>
                  <a:lnTo>
                    <a:pt x="122" y="282"/>
                  </a:lnTo>
                  <a:lnTo>
                    <a:pt x="122" y="278"/>
                  </a:lnTo>
                  <a:lnTo>
                    <a:pt x="126" y="274"/>
                  </a:lnTo>
                  <a:lnTo>
                    <a:pt x="128" y="272"/>
                  </a:lnTo>
                  <a:lnTo>
                    <a:pt x="140" y="268"/>
                  </a:lnTo>
                  <a:lnTo>
                    <a:pt x="142" y="268"/>
                  </a:lnTo>
                  <a:lnTo>
                    <a:pt x="144" y="268"/>
                  </a:lnTo>
                  <a:lnTo>
                    <a:pt x="148" y="270"/>
                  </a:lnTo>
                  <a:lnTo>
                    <a:pt x="156" y="266"/>
                  </a:lnTo>
                  <a:lnTo>
                    <a:pt x="156" y="264"/>
                  </a:lnTo>
                  <a:lnTo>
                    <a:pt x="158" y="244"/>
                  </a:lnTo>
                  <a:lnTo>
                    <a:pt x="154" y="236"/>
                  </a:lnTo>
                  <a:lnTo>
                    <a:pt x="148" y="232"/>
                  </a:lnTo>
                  <a:lnTo>
                    <a:pt x="140" y="232"/>
                  </a:lnTo>
                  <a:lnTo>
                    <a:pt x="138" y="232"/>
                  </a:lnTo>
                  <a:lnTo>
                    <a:pt x="136" y="230"/>
                  </a:lnTo>
                  <a:lnTo>
                    <a:pt x="132" y="210"/>
                  </a:lnTo>
                  <a:lnTo>
                    <a:pt x="134" y="168"/>
                  </a:lnTo>
                  <a:lnTo>
                    <a:pt x="136" y="168"/>
                  </a:lnTo>
                  <a:lnTo>
                    <a:pt x="148" y="150"/>
                  </a:lnTo>
                  <a:lnTo>
                    <a:pt x="164" y="160"/>
                  </a:lnTo>
                  <a:lnTo>
                    <a:pt x="176" y="160"/>
                  </a:lnTo>
                  <a:lnTo>
                    <a:pt x="184" y="108"/>
                  </a:lnTo>
                  <a:lnTo>
                    <a:pt x="180" y="100"/>
                  </a:lnTo>
                  <a:lnTo>
                    <a:pt x="174" y="96"/>
                  </a:lnTo>
                  <a:lnTo>
                    <a:pt x="168" y="96"/>
                  </a:lnTo>
                  <a:lnTo>
                    <a:pt x="166" y="96"/>
                  </a:lnTo>
                  <a:lnTo>
                    <a:pt x="154" y="98"/>
                  </a:lnTo>
                  <a:lnTo>
                    <a:pt x="152" y="96"/>
                  </a:lnTo>
                  <a:lnTo>
                    <a:pt x="144" y="84"/>
                  </a:lnTo>
                  <a:lnTo>
                    <a:pt x="142" y="84"/>
                  </a:lnTo>
                  <a:lnTo>
                    <a:pt x="142" y="64"/>
                  </a:lnTo>
                  <a:lnTo>
                    <a:pt x="146" y="52"/>
                  </a:lnTo>
                  <a:lnTo>
                    <a:pt x="148" y="48"/>
                  </a:lnTo>
                  <a:lnTo>
                    <a:pt x="150" y="42"/>
                  </a:lnTo>
                  <a:lnTo>
                    <a:pt x="152" y="36"/>
                  </a:lnTo>
                  <a:lnTo>
                    <a:pt x="156" y="32"/>
                  </a:lnTo>
                  <a:lnTo>
                    <a:pt x="156" y="20"/>
                  </a:lnTo>
                  <a:lnTo>
                    <a:pt x="144" y="8"/>
                  </a:lnTo>
                  <a:lnTo>
                    <a:pt x="128" y="0"/>
                  </a:lnTo>
                  <a:lnTo>
                    <a:pt x="108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noProof="1">
                <a:solidFill>
                  <a:srgbClr val="FFFFFF"/>
                </a:solidFill>
              </a:endParaRPr>
            </a:p>
          </p:txBody>
        </p:sp>
        <p:sp>
          <p:nvSpPr>
            <p:cNvPr id="15" name="新疆"/>
            <p:cNvSpPr/>
            <p:nvPr/>
          </p:nvSpPr>
          <p:spPr bwMode="auto">
            <a:xfrm>
              <a:off x="1595438" y="1557338"/>
              <a:ext cx="2382837" cy="1801812"/>
            </a:xfrm>
            <a:custGeom>
              <a:avLst/>
              <a:gdLst>
                <a:gd name="T0" fmla="*/ 2147483646 w 1304"/>
                <a:gd name="T1" fmla="*/ 2147483646 h 986"/>
                <a:gd name="T2" fmla="*/ 2147483646 w 1304"/>
                <a:gd name="T3" fmla="*/ 2147483646 h 986"/>
                <a:gd name="T4" fmla="*/ 2147483646 w 1304"/>
                <a:gd name="T5" fmla="*/ 2147483646 h 986"/>
                <a:gd name="T6" fmla="*/ 2147483646 w 1304"/>
                <a:gd name="T7" fmla="*/ 2147483646 h 986"/>
                <a:gd name="T8" fmla="*/ 2147483646 w 1304"/>
                <a:gd name="T9" fmla="*/ 2147483646 h 986"/>
                <a:gd name="T10" fmla="*/ 2147483646 w 1304"/>
                <a:gd name="T11" fmla="*/ 2147483646 h 986"/>
                <a:gd name="T12" fmla="*/ 2147483646 w 1304"/>
                <a:gd name="T13" fmla="*/ 2147483646 h 986"/>
                <a:gd name="T14" fmla="*/ 2147483646 w 1304"/>
                <a:gd name="T15" fmla="*/ 2147483646 h 986"/>
                <a:gd name="T16" fmla="*/ 2147483646 w 1304"/>
                <a:gd name="T17" fmla="*/ 2147483646 h 986"/>
                <a:gd name="T18" fmla="*/ 2147483646 w 1304"/>
                <a:gd name="T19" fmla="*/ 2147483646 h 986"/>
                <a:gd name="T20" fmla="*/ 2147483646 w 1304"/>
                <a:gd name="T21" fmla="*/ 2147483646 h 986"/>
                <a:gd name="T22" fmla="*/ 2147483646 w 1304"/>
                <a:gd name="T23" fmla="*/ 2147483646 h 986"/>
                <a:gd name="T24" fmla="*/ 2147483646 w 1304"/>
                <a:gd name="T25" fmla="*/ 2147483646 h 986"/>
                <a:gd name="T26" fmla="*/ 2147483646 w 1304"/>
                <a:gd name="T27" fmla="*/ 2147483646 h 986"/>
                <a:gd name="T28" fmla="*/ 2147483646 w 1304"/>
                <a:gd name="T29" fmla="*/ 2147483646 h 986"/>
                <a:gd name="T30" fmla="*/ 2147483646 w 1304"/>
                <a:gd name="T31" fmla="*/ 2147483646 h 986"/>
                <a:gd name="T32" fmla="*/ 2147483646 w 1304"/>
                <a:gd name="T33" fmla="*/ 2147483646 h 986"/>
                <a:gd name="T34" fmla="*/ 2147483646 w 1304"/>
                <a:gd name="T35" fmla="*/ 2147483646 h 986"/>
                <a:gd name="T36" fmla="*/ 2147483646 w 1304"/>
                <a:gd name="T37" fmla="*/ 2147483646 h 986"/>
                <a:gd name="T38" fmla="*/ 2147483646 w 1304"/>
                <a:gd name="T39" fmla="*/ 2147483646 h 986"/>
                <a:gd name="T40" fmla="*/ 2147483646 w 1304"/>
                <a:gd name="T41" fmla="*/ 2147483646 h 986"/>
                <a:gd name="T42" fmla="*/ 2147483646 w 1304"/>
                <a:gd name="T43" fmla="*/ 2147483646 h 986"/>
                <a:gd name="T44" fmla="*/ 2147483646 w 1304"/>
                <a:gd name="T45" fmla="*/ 2147483646 h 986"/>
                <a:gd name="T46" fmla="*/ 2147483646 w 1304"/>
                <a:gd name="T47" fmla="*/ 2147483646 h 986"/>
                <a:gd name="T48" fmla="*/ 2147483646 w 1304"/>
                <a:gd name="T49" fmla="*/ 2147483646 h 986"/>
                <a:gd name="T50" fmla="*/ 2147483646 w 1304"/>
                <a:gd name="T51" fmla="*/ 2147483646 h 986"/>
                <a:gd name="T52" fmla="*/ 2147483646 w 1304"/>
                <a:gd name="T53" fmla="*/ 2147483646 h 986"/>
                <a:gd name="T54" fmla="*/ 2147483646 w 1304"/>
                <a:gd name="T55" fmla="*/ 2147483646 h 986"/>
                <a:gd name="T56" fmla="*/ 2147483646 w 1304"/>
                <a:gd name="T57" fmla="*/ 2147483646 h 986"/>
                <a:gd name="T58" fmla="*/ 2147483646 w 1304"/>
                <a:gd name="T59" fmla="*/ 2147483646 h 986"/>
                <a:gd name="T60" fmla="*/ 2147483646 w 1304"/>
                <a:gd name="T61" fmla="*/ 2147483646 h 986"/>
                <a:gd name="T62" fmla="*/ 2147483646 w 1304"/>
                <a:gd name="T63" fmla="*/ 2147483646 h 986"/>
                <a:gd name="T64" fmla="*/ 2147483646 w 1304"/>
                <a:gd name="T65" fmla="*/ 2147483646 h 986"/>
                <a:gd name="T66" fmla="*/ 2147483646 w 1304"/>
                <a:gd name="T67" fmla="*/ 2147483646 h 986"/>
                <a:gd name="T68" fmla="*/ 2147483646 w 1304"/>
                <a:gd name="T69" fmla="*/ 2147483646 h 986"/>
                <a:gd name="T70" fmla="*/ 2147483646 w 1304"/>
                <a:gd name="T71" fmla="*/ 2147483646 h 986"/>
                <a:gd name="T72" fmla="*/ 2147483646 w 1304"/>
                <a:gd name="T73" fmla="*/ 2147483646 h 986"/>
                <a:gd name="T74" fmla="*/ 2147483646 w 1304"/>
                <a:gd name="T75" fmla="*/ 2147483646 h 986"/>
                <a:gd name="T76" fmla="*/ 2147483646 w 1304"/>
                <a:gd name="T77" fmla="*/ 2147483646 h 986"/>
                <a:gd name="T78" fmla="*/ 2147483646 w 1304"/>
                <a:gd name="T79" fmla="*/ 2147483646 h 986"/>
                <a:gd name="T80" fmla="*/ 2147483646 w 1304"/>
                <a:gd name="T81" fmla="*/ 2147483646 h 986"/>
                <a:gd name="T82" fmla="*/ 2147483646 w 1304"/>
                <a:gd name="T83" fmla="*/ 2147483646 h 986"/>
                <a:gd name="T84" fmla="*/ 2147483646 w 1304"/>
                <a:gd name="T85" fmla="*/ 2147483646 h 986"/>
                <a:gd name="T86" fmla="*/ 2147483646 w 1304"/>
                <a:gd name="T87" fmla="*/ 2147483646 h 986"/>
                <a:gd name="T88" fmla="*/ 2147483646 w 1304"/>
                <a:gd name="T89" fmla="*/ 2147483646 h 986"/>
                <a:gd name="T90" fmla="*/ 2147483646 w 1304"/>
                <a:gd name="T91" fmla="*/ 2147483646 h 986"/>
                <a:gd name="T92" fmla="*/ 2147483646 w 1304"/>
                <a:gd name="T93" fmla="*/ 2147483646 h 986"/>
                <a:gd name="T94" fmla="*/ 2147483646 w 1304"/>
                <a:gd name="T95" fmla="*/ 2147483646 h 986"/>
                <a:gd name="T96" fmla="*/ 2147483646 w 1304"/>
                <a:gd name="T97" fmla="*/ 2147483646 h 986"/>
                <a:gd name="T98" fmla="*/ 2147483646 w 1304"/>
                <a:gd name="T99" fmla="*/ 2147483646 h 986"/>
                <a:gd name="T100" fmla="*/ 2147483646 w 1304"/>
                <a:gd name="T101" fmla="*/ 2147483646 h 986"/>
                <a:gd name="T102" fmla="*/ 2147483646 w 1304"/>
                <a:gd name="T103" fmla="*/ 2147483646 h 986"/>
                <a:gd name="T104" fmla="*/ 2147483646 w 1304"/>
                <a:gd name="T105" fmla="*/ 2147483646 h 986"/>
                <a:gd name="T106" fmla="*/ 2147483646 w 1304"/>
                <a:gd name="T107" fmla="*/ 2147483646 h 986"/>
                <a:gd name="T108" fmla="*/ 2147483646 w 1304"/>
                <a:gd name="T109" fmla="*/ 2147483646 h 986"/>
                <a:gd name="T110" fmla="*/ 2147483646 w 1304"/>
                <a:gd name="T111" fmla="*/ 2147483646 h 986"/>
                <a:gd name="T112" fmla="*/ 2147483646 w 1304"/>
                <a:gd name="T113" fmla="*/ 2147483646 h 986"/>
                <a:gd name="T114" fmla="*/ 2147483646 w 1304"/>
                <a:gd name="T115" fmla="*/ 2147483646 h 98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1304" h="986">
                  <a:moveTo>
                    <a:pt x="1302" y="530"/>
                  </a:moveTo>
                  <a:lnTo>
                    <a:pt x="1304" y="530"/>
                  </a:lnTo>
                  <a:lnTo>
                    <a:pt x="1304" y="528"/>
                  </a:lnTo>
                  <a:lnTo>
                    <a:pt x="1278" y="456"/>
                  </a:lnTo>
                  <a:lnTo>
                    <a:pt x="1262" y="444"/>
                  </a:lnTo>
                  <a:lnTo>
                    <a:pt x="1262" y="442"/>
                  </a:lnTo>
                  <a:lnTo>
                    <a:pt x="1258" y="412"/>
                  </a:lnTo>
                  <a:lnTo>
                    <a:pt x="1226" y="408"/>
                  </a:lnTo>
                  <a:lnTo>
                    <a:pt x="1224" y="408"/>
                  </a:lnTo>
                  <a:lnTo>
                    <a:pt x="1222" y="408"/>
                  </a:lnTo>
                  <a:lnTo>
                    <a:pt x="1222" y="406"/>
                  </a:lnTo>
                  <a:lnTo>
                    <a:pt x="1222" y="404"/>
                  </a:lnTo>
                  <a:lnTo>
                    <a:pt x="1218" y="396"/>
                  </a:lnTo>
                  <a:lnTo>
                    <a:pt x="1212" y="386"/>
                  </a:lnTo>
                  <a:lnTo>
                    <a:pt x="1202" y="378"/>
                  </a:lnTo>
                  <a:lnTo>
                    <a:pt x="1192" y="368"/>
                  </a:lnTo>
                  <a:lnTo>
                    <a:pt x="1178" y="360"/>
                  </a:lnTo>
                  <a:lnTo>
                    <a:pt x="1166" y="354"/>
                  </a:lnTo>
                  <a:lnTo>
                    <a:pt x="1152" y="346"/>
                  </a:lnTo>
                  <a:lnTo>
                    <a:pt x="1140" y="340"/>
                  </a:lnTo>
                  <a:lnTo>
                    <a:pt x="1116" y="336"/>
                  </a:lnTo>
                  <a:lnTo>
                    <a:pt x="1084" y="334"/>
                  </a:lnTo>
                  <a:lnTo>
                    <a:pt x="1042" y="332"/>
                  </a:lnTo>
                  <a:lnTo>
                    <a:pt x="1040" y="332"/>
                  </a:lnTo>
                  <a:lnTo>
                    <a:pt x="1032" y="320"/>
                  </a:lnTo>
                  <a:lnTo>
                    <a:pt x="1028" y="310"/>
                  </a:lnTo>
                  <a:lnTo>
                    <a:pt x="1026" y="300"/>
                  </a:lnTo>
                  <a:lnTo>
                    <a:pt x="1028" y="288"/>
                  </a:lnTo>
                  <a:lnTo>
                    <a:pt x="1034" y="272"/>
                  </a:lnTo>
                  <a:lnTo>
                    <a:pt x="1044" y="246"/>
                  </a:lnTo>
                  <a:lnTo>
                    <a:pt x="1058" y="214"/>
                  </a:lnTo>
                  <a:lnTo>
                    <a:pt x="1048" y="180"/>
                  </a:lnTo>
                  <a:lnTo>
                    <a:pt x="1036" y="124"/>
                  </a:lnTo>
                  <a:lnTo>
                    <a:pt x="1032" y="118"/>
                  </a:lnTo>
                  <a:lnTo>
                    <a:pt x="1024" y="112"/>
                  </a:lnTo>
                  <a:lnTo>
                    <a:pt x="1012" y="106"/>
                  </a:lnTo>
                  <a:lnTo>
                    <a:pt x="996" y="100"/>
                  </a:lnTo>
                  <a:lnTo>
                    <a:pt x="990" y="98"/>
                  </a:lnTo>
                  <a:lnTo>
                    <a:pt x="982" y="94"/>
                  </a:lnTo>
                  <a:lnTo>
                    <a:pt x="976" y="90"/>
                  </a:lnTo>
                  <a:lnTo>
                    <a:pt x="970" y="86"/>
                  </a:lnTo>
                  <a:lnTo>
                    <a:pt x="966" y="80"/>
                  </a:lnTo>
                  <a:lnTo>
                    <a:pt x="964" y="74"/>
                  </a:lnTo>
                  <a:lnTo>
                    <a:pt x="960" y="68"/>
                  </a:lnTo>
                  <a:lnTo>
                    <a:pt x="954" y="60"/>
                  </a:lnTo>
                  <a:lnTo>
                    <a:pt x="948" y="54"/>
                  </a:lnTo>
                  <a:lnTo>
                    <a:pt x="940" y="50"/>
                  </a:lnTo>
                  <a:lnTo>
                    <a:pt x="938" y="50"/>
                  </a:lnTo>
                  <a:lnTo>
                    <a:pt x="938" y="48"/>
                  </a:lnTo>
                  <a:lnTo>
                    <a:pt x="928" y="0"/>
                  </a:lnTo>
                  <a:lnTo>
                    <a:pt x="890" y="4"/>
                  </a:lnTo>
                  <a:lnTo>
                    <a:pt x="886" y="14"/>
                  </a:lnTo>
                  <a:lnTo>
                    <a:pt x="882" y="24"/>
                  </a:lnTo>
                  <a:lnTo>
                    <a:pt x="878" y="32"/>
                  </a:lnTo>
                  <a:lnTo>
                    <a:pt x="876" y="36"/>
                  </a:lnTo>
                  <a:lnTo>
                    <a:pt x="870" y="38"/>
                  </a:lnTo>
                  <a:lnTo>
                    <a:pt x="846" y="46"/>
                  </a:lnTo>
                  <a:lnTo>
                    <a:pt x="828" y="56"/>
                  </a:lnTo>
                  <a:lnTo>
                    <a:pt x="822" y="60"/>
                  </a:lnTo>
                  <a:lnTo>
                    <a:pt x="816" y="66"/>
                  </a:lnTo>
                  <a:lnTo>
                    <a:pt x="814" y="74"/>
                  </a:lnTo>
                  <a:lnTo>
                    <a:pt x="810" y="92"/>
                  </a:lnTo>
                  <a:lnTo>
                    <a:pt x="806" y="110"/>
                  </a:lnTo>
                  <a:lnTo>
                    <a:pt x="802" y="122"/>
                  </a:lnTo>
                  <a:lnTo>
                    <a:pt x="798" y="130"/>
                  </a:lnTo>
                  <a:lnTo>
                    <a:pt x="792" y="136"/>
                  </a:lnTo>
                  <a:lnTo>
                    <a:pt x="786" y="142"/>
                  </a:lnTo>
                  <a:lnTo>
                    <a:pt x="778" y="144"/>
                  </a:lnTo>
                  <a:lnTo>
                    <a:pt x="770" y="146"/>
                  </a:lnTo>
                  <a:lnTo>
                    <a:pt x="760" y="146"/>
                  </a:lnTo>
                  <a:lnTo>
                    <a:pt x="750" y="144"/>
                  </a:lnTo>
                  <a:lnTo>
                    <a:pt x="738" y="140"/>
                  </a:lnTo>
                  <a:lnTo>
                    <a:pt x="724" y="134"/>
                  </a:lnTo>
                  <a:lnTo>
                    <a:pt x="708" y="126"/>
                  </a:lnTo>
                  <a:lnTo>
                    <a:pt x="674" y="104"/>
                  </a:lnTo>
                  <a:lnTo>
                    <a:pt x="608" y="188"/>
                  </a:lnTo>
                  <a:lnTo>
                    <a:pt x="616" y="224"/>
                  </a:lnTo>
                  <a:lnTo>
                    <a:pt x="618" y="224"/>
                  </a:lnTo>
                  <a:lnTo>
                    <a:pt x="616" y="226"/>
                  </a:lnTo>
                  <a:lnTo>
                    <a:pt x="610" y="232"/>
                  </a:lnTo>
                  <a:lnTo>
                    <a:pt x="602" y="236"/>
                  </a:lnTo>
                  <a:lnTo>
                    <a:pt x="598" y="236"/>
                  </a:lnTo>
                  <a:lnTo>
                    <a:pt x="594" y="234"/>
                  </a:lnTo>
                  <a:lnTo>
                    <a:pt x="582" y="230"/>
                  </a:lnTo>
                  <a:lnTo>
                    <a:pt x="576" y="226"/>
                  </a:lnTo>
                  <a:lnTo>
                    <a:pt x="564" y="224"/>
                  </a:lnTo>
                  <a:lnTo>
                    <a:pt x="548" y="220"/>
                  </a:lnTo>
                  <a:lnTo>
                    <a:pt x="528" y="220"/>
                  </a:lnTo>
                  <a:lnTo>
                    <a:pt x="514" y="218"/>
                  </a:lnTo>
                  <a:lnTo>
                    <a:pt x="494" y="216"/>
                  </a:lnTo>
                  <a:lnTo>
                    <a:pt x="474" y="220"/>
                  </a:lnTo>
                  <a:lnTo>
                    <a:pt x="482" y="234"/>
                  </a:lnTo>
                  <a:lnTo>
                    <a:pt x="492" y="248"/>
                  </a:lnTo>
                  <a:lnTo>
                    <a:pt x="494" y="252"/>
                  </a:lnTo>
                  <a:lnTo>
                    <a:pt x="494" y="256"/>
                  </a:lnTo>
                  <a:lnTo>
                    <a:pt x="484" y="308"/>
                  </a:lnTo>
                  <a:lnTo>
                    <a:pt x="488" y="336"/>
                  </a:lnTo>
                  <a:lnTo>
                    <a:pt x="490" y="336"/>
                  </a:lnTo>
                  <a:lnTo>
                    <a:pt x="488" y="336"/>
                  </a:lnTo>
                  <a:lnTo>
                    <a:pt x="472" y="388"/>
                  </a:lnTo>
                  <a:lnTo>
                    <a:pt x="470" y="394"/>
                  </a:lnTo>
                  <a:lnTo>
                    <a:pt x="468" y="396"/>
                  </a:lnTo>
                  <a:lnTo>
                    <a:pt x="466" y="396"/>
                  </a:lnTo>
                  <a:lnTo>
                    <a:pt x="466" y="394"/>
                  </a:lnTo>
                  <a:lnTo>
                    <a:pt x="464" y="390"/>
                  </a:lnTo>
                  <a:lnTo>
                    <a:pt x="460" y="384"/>
                  </a:lnTo>
                  <a:lnTo>
                    <a:pt x="460" y="382"/>
                  </a:lnTo>
                  <a:lnTo>
                    <a:pt x="458" y="382"/>
                  </a:lnTo>
                  <a:lnTo>
                    <a:pt x="454" y="384"/>
                  </a:lnTo>
                  <a:lnTo>
                    <a:pt x="452" y="392"/>
                  </a:lnTo>
                  <a:lnTo>
                    <a:pt x="450" y="404"/>
                  </a:lnTo>
                  <a:lnTo>
                    <a:pt x="444" y="414"/>
                  </a:lnTo>
                  <a:lnTo>
                    <a:pt x="436" y="422"/>
                  </a:lnTo>
                  <a:lnTo>
                    <a:pt x="426" y="432"/>
                  </a:lnTo>
                  <a:lnTo>
                    <a:pt x="412" y="444"/>
                  </a:lnTo>
                  <a:lnTo>
                    <a:pt x="406" y="448"/>
                  </a:lnTo>
                  <a:lnTo>
                    <a:pt x="404" y="448"/>
                  </a:lnTo>
                  <a:lnTo>
                    <a:pt x="352" y="448"/>
                  </a:lnTo>
                  <a:lnTo>
                    <a:pt x="332" y="468"/>
                  </a:lnTo>
                  <a:lnTo>
                    <a:pt x="330" y="468"/>
                  </a:lnTo>
                  <a:lnTo>
                    <a:pt x="274" y="460"/>
                  </a:lnTo>
                  <a:lnTo>
                    <a:pt x="268" y="466"/>
                  </a:lnTo>
                  <a:lnTo>
                    <a:pt x="260" y="470"/>
                  </a:lnTo>
                  <a:lnTo>
                    <a:pt x="254" y="470"/>
                  </a:lnTo>
                  <a:lnTo>
                    <a:pt x="248" y="470"/>
                  </a:lnTo>
                  <a:lnTo>
                    <a:pt x="240" y="470"/>
                  </a:lnTo>
                  <a:lnTo>
                    <a:pt x="232" y="470"/>
                  </a:lnTo>
                  <a:lnTo>
                    <a:pt x="206" y="478"/>
                  </a:lnTo>
                  <a:lnTo>
                    <a:pt x="184" y="504"/>
                  </a:lnTo>
                  <a:lnTo>
                    <a:pt x="184" y="506"/>
                  </a:lnTo>
                  <a:lnTo>
                    <a:pt x="148" y="508"/>
                  </a:lnTo>
                  <a:lnTo>
                    <a:pt x="148" y="478"/>
                  </a:lnTo>
                  <a:lnTo>
                    <a:pt x="126" y="478"/>
                  </a:lnTo>
                  <a:lnTo>
                    <a:pt x="122" y="490"/>
                  </a:lnTo>
                  <a:lnTo>
                    <a:pt x="106" y="494"/>
                  </a:lnTo>
                  <a:lnTo>
                    <a:pt x="104" y="494"/>
                  </a:lnTo>
                  <a:lnTo>
                    <a:pt x="102" y="494"/>
                  </a:lnTo>
                  <a:lnTo>
                    <a:pt x="86" y="486"/>
                  </a:lnTo>
                  <a:lnTo>
                    <a:pt x="66" y="480"/>
                  </a:lnTo>
                  <a:lnTo>
                    <a:pt x="60" y="482"/>
                  </a:lnTo>
                  <a:lnTo>
                    <a:pt x="54" y="484"/>
                  </a:lnTo>
                  <a:lnTo>
                    <a:pt x="38" y="496"/>
                  </a:lnTo>
                  <a:lnTo>
                    <a:pt x="20" y="512"/>
                  </a:lnTo>
                  <a:lnTo>
                    <a:pt x="14" y="520"/>
                  </a:lnTo>
                  <a:lnTo>
                    <a:pt x="10" y="528"/>
                  </a:lnTo>
                  <a:lnTo>
                    <a:pt x="12" y="530"/>
                  </a:lnTo>
                  <a:lnTo>
                    <a:pt x="14" y="536"/>
                  </a:lnTo>
                  <a:lnTo>
                    <a:pt x="16" y="546"/>
                  </a:lnTo>
                  <a:lnTo>
                    <a:pt x="16" y="554"/>
                  </a:lnTo>
                  <a:lnTo>
                    <a:pt x="14" y="562"/>
                  </a:lnTo>
                  <a:lnTo>
                    <a:pt x="10" y="568"/>
                  </a:lnTo>
                  <a:lnTo>
                    <a:pt x="6" y="570"/>
                  </a:lnTo>
                  <a:lnTo>
                    <a:pt x="4" y="574"/>
                  </a:lnTo>
                  <a:lnTo>
                    <a:pt x="0" y="590"/>
                  </a:lnTo>
                  <a:lnTo>
                    <a:pt x="14" y="598"/>
                  </a:lnTo>
                  <a:lnTo>
                    <a:pt x="30" y="580"/>
                  </a:lnTo>
                  <a:lnTo>
                    <a:pt x="54" y="604"/>
                  </a:lnTo>
                  <a:lnTo>
                    <a:pt x="54" y="606"/>
                  </a:lnTo>
                  <a:lnTo>
                    <a:pt x="58" y="650"/>
                  </a:lnTo>
                  <a:lnTo>
                    <a:pt x="58" y="652"/>
                  </a:lnTo>
                  <a:lnTo>
                    <a:pt x="44" y="712"/>
                  </a:lnTo>
                  <a:lnTo>
                    <a:pt x="42" y="712"/>
                  </a:lnTo>
                  <a:lnTo>
                    <a:pt x="18" y="712"/>
                  </a:lnTo>
                  <a:lnTo>
                    <a:pt x="12" y="714"/>
                  </a:lnTo>
                  <a:lnTo>
                    <a:pt x="6" y="716"/>
                  </a:lnTo>
                  <a:lnTo>
                    <a:pt x="8" y="720"/>
                  </a:lnTo>
                  <a:lnTo>
                    <a:pt x="12" y="724"/>
                  </a:lnTo>
                  <a:lnTo>
                    <a:pt x="28" y="736"/>
                  </a:lnTo>
                  <a:lnTo>
                    <a:pt x="40" y="734"/>
                  </a:lnTo>
                  <a:lnTo>
                    <a:pt x="42" y="734"/>
                  </a:lnTo>
                  <a:lnTo>
                    <a:pt x="70" y="760"/>
                  </a:lnTo>
                  <a:lnTo>
                    <a:pt x="72" y="764"/>
                  </a:lnTo>
                  <a:lnTo>
                    <a:pt x="76" y="768"/>
                  </a:lnTo>
                  <a:lnTo>
                    <a:pt x="76" y="778"/>
                  </a:lnTo>
                  <a:lnTo>
                    <a:pt x="74" y="792"/>
                  </a:lnTo>
                  <a:lnTo>
                    <a:pt x="66" y="806"/>
                  </a:lnTo>
                  <a:lnTo>
                    <a:pt x="70" y="832"/>
                  </a:lnTo>
                  <a:lnTo>
                    <a:pt x="80" y="834"/>
                  </a:lnTo>
                  <a:lnTo>
                    <a:pt x="120" y="834"/>
                  </a:lnTo>
                  <a:lnTo>
                    <a:pt x="100" y="852"/>
                  </a:lnTo>
                  <a:lnTo>
                    <a:pt x="112" y="860"/>
                  </a:lnTo>
                  <a:lnTo>
                    <a:pt x="128" y="868"/>
                  </a:lnTo>
                  <a:lnTo>
                    <a:pt x="170" y="886"/>
                  </a:lnTo>
                  <a:lnTo>
                    <a:pt x="172" y="888"/>
                  </a:lnTo>
                  <a:lnTo>
                    <a:pt x="174" y="888"/>
                  </a:lnTo>
                  <a:lnTo>
                    <a:pt x="178" y="952"/>
                  </a:lnTo>
                  <a:lnTo>
                    <a:pt x="180" y="962"/>
                  </a:lnTo>
                  <a:lnTo>
                    <a:pt x="186" y="970"/>
                  </a:lnTo>
                  <a:lnTo>
                    <a:pt x="194" y="976"/>
                  </a:lnTo>
                  <a:lnTo>
                    <a:pt x="206" y="982"/>
                  </a:lnTo>
                  <a:lnTo>
                    <a:pt x="210" y="980"/>
                  </a:lnTo>
                  <a:lnTo>
                    <a:pt x="212" y="980"/>
                  </a:lnTo>
                  <a:lnTo>
                    <a:pt x="256" y="986"/>
                  </a:lnTo>
                  <a:lnTo>
                    <a:pt x="260" y="986"/>
                  </a:lnTo>
                  <a:lnTo>
                    <a:pt x="260" y="984"/>
                  </a:lnTo>
                  <a:lnTo>
                    <a:pt x="268" y="968"/>
                  </a:lnTo>
                  <a:lnTo>
                    <a:pt x="268" y="966"/>
                  </a:lnTo>
                  <a:lnTo>
                    <a:pt x="268" y="960"/>
                  </a:lnTo>
                  <a:lnTo>
                    <a:pt x="270" y="956"/>
                  </a:lnTo>
                  <a:lnTo>
                    <a:pt x="274" y="952"/>
                  </a:lnTo>
                  <a:lnTo>
                    <a:pt x="278" y="948"/>
                  </a:lnTo>
                  <a:lnTo>
                    <a:pt x="286" y="940"/>
                  </a:lnTo>
                  <a:lnTo>
                    <a:pt x="290" y="932"/>
                  </a:lnTo>
                  <a:lnTo>
                    <a:pt x="294" y="928"/>
                  </a:lnTo>
                  <a:lnTo>
                    <a:pt x="298" y="926"/>
                  </a:lnTo>
                  <a:lnTo>
                    <a:pt x="306" y="926"/>
                  </a:lnTo>
                  <a:lnTo>
                    <a:pt x="314" y="928"/>
                  </a:lnTo>
                  <a:lnTo>
                    <a:pt x="316" y="928"/>
                  </a:lnTo>
                  <a:lnTo>
                    <a:pt x="330" y="936"/>
                  </a:lnTo>
                  <a:lnTo>
                    <a:pt x="382" y="946"/>
                  </a:lnTo>
                  <a:lnTo>
                    <a:pt x="412" y="944"/>
                  </a:lnTo>
                  <a:lnTo>
                    <a:pt x="434" y="934"/>
                  </a:lnTo>
                  <a:lnTo>
                    <a:pt x="440" y="928"/>
                  </a:lnTo>
                  <a:lnTo>
                    <a:pt x="444" y="924"/>
                  </a:lnTo>
                  <a:lnTo>
                    <a:pt x="452" y="924"/>
                  </a:lnTo>
                  <a:lnTo>
                    <a:pt x="460" y="930"/>
                  </a:lnTo>
                  <a:lnTo>
                    <a:pt x="464" y="932"/>
                  </a:lnTo>
                  <a:lnTo>
                    <a:pt x="468" y="938"/>
                  </a:lnTo>
                  <a:lnTo>
                    <a:pt x="472" y="948"/>
                  </a:lnTo>
                  <a:lnTo>
                    <a:pt x="488" y="960"/>
                  </a:lnTo>
                  <a:lnTo>
                    <a:pt x="500" y="960"/>
                  </a:lnTo>
                  <a:lnTo>
                    <a:pt x="502" y="960"/>
                  </a:lnTo>
                  <a:lnTo>
                    <a:pt x="504" y="960"/>
                  </a:lnTo>
                  <a:lnTo>
                    <a:pt x="520" y="968"/>
                  </a:lnTo>
                  <a:lnTo>
                    <a:pt x="552" y="964"/>
                  </a:lnTo>
                  <a:lnTo>
                    <a:pt x="570" y="960"/>
                  </a:lnTo>
                  <a:lnTo>
                    <a:pt x="614" y="964"/>
                  </a:lnTo>
                  <a:lnTo>
                    <a:pt x="634" y="958"/>
                  </a:lnTo>
                  <a:lnTo>
                    <a:pt x="658" y="948"/>
                  </a:lnTo>
                  <a:lnTo>
                    <a:pt x="666" y="944"/>
                  </a:lnTo>
                  <a:lnTo>
                    <a:pt x="676" y="940"/>
                  </a:lnTo>
                  <a:lnTo>
                    <a:pt x="720" y="940"/>
                  </a:lnTo>
                  <a:lnTo>
                    <a:pt x="736" y="934"/>
                  </a:lnTo>
                  <a:lnTo>
                    <a:pt x="746" y="930"/>
                  </a:lnTo>
                  <a:lnTo>
                    <a:pt x="754" y="928"/>
                  </a:lnTo>
                  <a:lnTo>
                    <a:pt x="778" y="928"/>
                  </a:lnTo>
                  <a:lnTo>
                    <a:pt x="790" y="936"/>
                  </a:lnTo>
                  <a:lnTo>
                    <a:pt x="826" y="944"/>
                  </a:lnTo>
                  <a:lnTo>
                    <a:pt x="830" y="944"/>
                  </a:lnTo>
                  <a:lnTo>
                    <a:pt x="832" y="948"/>
                  </a:lnTo>
                  <a:lnTo>
                    <a:pt x="842" y="956"/>
                  </a:lnTo>
                  <a:lnTo>
                    <a:pt x="858" y="964"/>
                  </a:lnTo>
                  <a:lnTo>
                    <a:pt x="858" y="966"/>
                  </a:lnTo>
                  <a:lnTo>
                    <a:pt x="892" y="968"/>
                  </a:lnTo>
                  <a:lnTo>
                    <a:pt x="908" y="976"/>
                  </a:lnTo>
                  <a:lnTo>
                    <a:pt x="928" y="980"/>
                  </a:lnTo>
                  <a:lnTo>
                    <a:pt x="946" y="982"/>
                  </a:lnTo>
                  <a:lnTo>
                    <a:pt x="950" y="972"/>
                  </a:lnTo>
                  <a:lnTo>
                    <a:pt x="942" y="956"/>
                  </a:lnTo>
                  <a:lnTo>
                    <a:pt x="940" y="940"/>
                  </a:lnTo>
                  <a:lnTo>
                    <a:pt x="938" y="940"/>
                  </a:lnTo>
                  <a:lnTo>
                    <a:pt x="942" y="936"/>
                  </a:lnTo>
                  <a:lnTo>
                    <a:pt x="952" y="922"/>
                  </a:lnTo>
                  <a:lnTo>
                    <a:pt x="952" y="920"/>
                  </a:lnTo>
                  <a:lnTo>
                    <a:pt x="954" y="920"/>
                  </a:lnTo>
                  <a:lnTo>
                    <a:pt x="964" y="912"/>
                  </a:lnTo>
                  <a:lnTo>
                    <a:pt x="962" y="908"/>
                  </a:lnTo>
                  <a:lnTo>
                    <a:pt x="958" y="892"/>
                  </a:lnTo>
                  <a:lnTo>
                    <a:pt x="956" y="888"/>
                  </a:lnTo>
                  <a:lnTo>
                    <a:pt x="950" y="884"/>
                  </a:lnTo>
                  <a:lnTo>
                    <a:pt x="938" y="872"/>
                  </a:lnTo>
                  <a:lnTo>
                    <a:pt x="922" y="858"/>
                  </a:lnTo>
                  <a:lnTo>
                    <a:pt x="922" y="856"/>
                  </a:lnTo>
                  <a:lnTo>
                    <a:pt x="920" y="856"/>
                  </a:lnTo>
                  <a:lnTo>
                    <a:pt x="922" y="856"/>
                  </a:lnTo>
                  <a:lnTo>
                    <a:pt x="922" y="854"/>
                  </a:lnTo>
                  <a:lnTo>
                    <a:pt x="924" y="838"/>
                  </a:lnTo>
                  <a:lnTo>
                    <a:pt x="924" y="828"/>
                  </a:lnTo>
                  <a:lnTo>
                    <a:pt x="916" y="808"/>
                  </a:lnTo>
                  <a:lnTo>
                    <a:pt x="934" y="804"/>
                  </a:lnTo>
                  <a:lnTo>
                    <a:pt x="944" y="796"/>
                  </a:lnTo>
                  <a:lnTo>
                    <a:pt x="966" y="796"/>
                  </a:lnTo>
                  <a:lnTo>
                    <a:pt x="988" y="792"/>
                  </a:lnTo>
                  <a:lnTo>
                    <a:pt x="990" y="792"/>
                  </a:lnTo>
                  <a:lnTo>
                    <a:pt x="1004" y="794"/>
                  </a:lnTo>
                  <a:lnTo>
                    <a:pt x="1022" y="788"/>
                  </a:lnTo>
                  <a:lnTo>
                    <a:pt x="1042" y="784"/>
                  </a:lnTo>
                  <a:lnTo>
                    <a:pt x="1054" y="780"/>
                  </a:lnTo>
                  <a:lnTo>
                    <a:pt x="1056" y="780"/>
                  </a:lnTo>
                  <a:lnTo>
                    <a:pt x="1090" y="772"/>
                  </a:lnTo>
                  <a:lnTo>
                    <a:pt x="1096" y="768"/>
                  </a:lnTo>
                  <a:lnTo>
                    <a:pt x="1094" y="760"/>
                  </a:lnTo>
                  <a:lnTo>
                    <a:pt x="1088" y="750"/>
                  </a:lnTo>
                  <a:lnTo>
                    <a:pt x="1088" y="748"/>
                  </a:lnTo>
                  <a:lnTo>
                    <a:pt x="1086" y="748"/>
                  </a:lnTo>
                  <a:lnTo>
                    <a:pt x="1088" y="736"/>
                  </a:lnTo>
                  <a:lnTo>
                    <a:pt x="1090" y="734"/>
                  </a:lnTo>
                  <a:lnTo>
                    <a:pt x="1090" y="718"/>
                  </a:lnTo>
                  <a:lnTo>
                    <a:pt x="1086" y="704"/>
                  </a:lnTo>
                  <a:lnTo>
                    <a:pt x="1086" y="702"/>
                  </a:lnTo>
                  <a:lnTo>
                    <a:pt x="1094" y="686"/>
                  </a:lnTo>
                  <a:lnTo>
                    <a:pt x="1100" y="678"/>
                  </a:lnTo>
                  <a:lnTo>
                    <a:pt x="1102" y="676"/>
                  </a:lnTo>
                  <a:lnTo>
                    <a:pt x="1106" y="676"/>
                  </a:lnTo>
                  <a:lnTo>
                    <a:pt x="1126" y="676"/>
                  </a:lnTo>
                  <a:lnTo>
                    <a:pt x="1132" y="676"/>
                  </a:lnTo>
                  <a:lnTo>
                    <a:pt x="1138" y="672"/>
                  </a:lnTo>
                  <a:lnTo>
                    <a:pt x="1170" y="630"/>
                  </a:lnTo>
                  <a:lnTo>
                    <a:pt x="1170" y="628"/>
                  </a:lnTo>
                  <a:lnTo>
                    <a:pt x="1186" y="614"/>
                  </a:lnTo>
                  <a:lnTo>
                    <a:pt x="1188" y="612"/>
                  </a:lnTo>
                  <a:lnTo>
                    <a:pt x="1196" y="610"/>
                  </a:lnTo>
                  <a:lnTo>
                    <a:pt x="1202" y="608"/>
                  </a:lnTo>
                  <a:lnTo>
                    <a:pt x="1206" y="604"/>
                  </a:lnTo>
                  <a:lnTo>
                    <a:pt x="1214" y="596"/>
                  </a:lnTo>
                  <a:lnTo>
                    <a:pt x="1218" y="592"/>
                  </a:lnTo>
                  <a:lnTo>
                    <a:pt x="1246" y="598"/>
                  </a:lnTo>
                  <a:lnTo>
                    <a:pt x="1270" y="588"/>
                  </a:lnTo>
                  <a:lnTo>
                    <a:pt x="1284" y="586"/>
                  </a:lnTo>
                  <a:lnTo>
                    <a:pt x="1296" y="580"/>
                  </a:lnTo>
                  <a:lnTo>
                    <a:pt x="1296" y="562"/>
                  </a:lnTo>
                  <a:lnTo>
                    <a:pt x="1298" y="540"/>
                  </a:lnTo>
                  <a:lnTo>
                    <a:pt x="1298" y="538"/>
                  </a:lnTo>
                  <a:lnTo>
                    <a:pt x="1302" y="532"/>
                  </a:lnTo>
                  <a:lnTo>
                    <a:pt x="1302" y="5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noProof="1">
                <a:solidFill>
                  <a:srgbClr val="FFFFFF"/>
                </a:solidFill>
              </a:endParaRPr>
            </a:p>
          </p:txBody>
        </p:sp>
        <p:sp>
          <p:nvSpPr>
            <p:cNvPr id="16" name="青海"/>
            <p:cNvSpPr/>
            <p:nvPr/>
          </p:nvSpPr>
          <p:spPr bwMode="auto">
            <a:xfrm>
              <a:off x="3141663" y="2971800"/>
              <a:ext cx="1482725" cy="1063625"/>
            </a:xfrm>
            <a:custGeom>
              <a:avLst/>
              <a:gdLst>
                <a:gd name="T0" fmla="*/ 2147483646 w 812"/>
                <a:gd name="T1" fmla="*/ 2147483646 h 582"/>
                <a:gd name="T2" fmla="*/ 2147483646 w 812"/>
                <a:gd name="T3" fmla="*/ 2147483646 h 582"/>
                <a:gd name="T4" fmla="*/ 2147483646 w 812"/>
                <a:gd name="T5" fmla="*/ 2147483646 h 582"/>
                <a:gd name="T6" fmla="*/ 2147483646 w 812"/>
                <a:gd name="T7" fmla="*/ 2147483646 h 582"/>
                <a:gd name="T8" fmla="*/ 2147483646 w 812"/>
                <a:gd name="T9" fmla="*/ 2147483646 h 582"/>
                <a:gd name="T10" fmla="*/ 2147483646 w 812"/>
                <a:gd name="T11" fmla="*/ 2147483646 h 582"/>
                <a:gd name="T12" fmla="*/ 2147483646 w 812"/>
                <a:gd name="T13" fmla="*/ 2147483646 h 582"/>
                <a:gd name="T14" fmla="*/ 2147483646 w 812"/>
                <a:gd name="T15" fmla="*/ 2147483646 h 582"/>
                <a:gd name="T16" fmla="*/ 2147483646 w 812"/>
                <a:gd name="T17" fmla="*/ 2147483646 h 582"/>
                <a:gd name="T18" fmla="*/ 2147483646 w 812"/>
                <a:gd name="T19" fmla="*/ 2147483646 h 582"/>
                <a:gd name="T20" fmla="*/ 2147483646 w 812"/>
                <a:gd name="T21" fmla="*/ 2147483646 h 582"/>
                <a:gd name="T22" fmla="*/ 2147483646 w 812"/>
                <a:gd name="T23" fmla="*/ 2147483646 h 582"/>
                <a:gd name="T24" fmla="*/ 2147483646 w 812"/>
                <a:gd name="T25" fmla="*/ 2147483646 h 582"/>
                <a:gd name="T26" fmla="*/ 2147483646 w 812"/>
                <a:gd name="T27" fmla="*/ 2147483646 h 582"/>
                <a:gd name="T28" fmla="*/ 2147483646 w 812"/>
                <a:gd name="T29" fmla="*/ 2147483646 h 582"/>
                <a:gd name="T30" fmla="*/ 2147483646 w 812"/>
                <a:gd name="T31" fmla="*/ 2147483646 h 582"/>
                <a:gd name="T32" fmla="*/ 2147483646 w 812"/>
                <a:gd name="T33" fmla="*/ 2147483646 h 582"/>
                <a:gd name="T34" fmla="*/ 0 w 812"/>
                <a:gd name="T35" fmla="*/ 2147483646 h 582"/>
                <a:gd name="T36" fmla="*/ 2147483646 w 812"/>
                <a:gd name="T37" fmla="*/ 2147483646 h 582"/>
                <a:gd name="T38" fmla="*/ 2147483646 w 812"/>
                <a:gd name="T39" fmla="*/ 2147483646 h 582"/>
                <a:gd name="T40" fmla="*/ 2147483646 w 812"/>
                <a:gd name="T41" fmla="*/ 2147483646 h 582"/>
                <a:gd name="T42" fmla="*/ 2147483646 w 812"/>
                <a:gd name="T43" fmla="*/ 2147483646 h 582"/>
                <a:gd name="T44" fmla="*/ 2147483646 w 812"/>
                <a:gd name="T45" fmla="*/ 2147483646 h 582"/>
                <a:gd name="T46" fmla="*/ 2147483646 w 812"/>
                <a:gd name="T47" fmla="*/ 2147483646 h 582"/>
                <a:gd name="T48" fmla="*/ 2147483646 w 812"/>
                <a:gd name="T49" fmla="*/ 2147483646 h 582"/>
                <a:gd name="T50" fmla="*/ 2147483646 w 812"/>
                <a:gd name="T51" fmla="*/ 2147483646 h 582"/>
                <a:gd name="T52" fmla="*/ 2147483646 w 812"/>
                <a:gd name="T53" fmla="*/ 2147483646 h 582"/>
                <a:gd name="T54" fmla="*/ 2147483646 w 812"/>
                <a:gd name="T55" fmla="*/ 2147483646 h 582"/>
                <a:gd name="T56" fmla="*/ 2147483646 w 812"/>
                <a:gd name="T57" fmla="*/ 2147483646 h 582"/>
                <a:gd name="T58" fmla="*/ 2147483646 w 812"/>
                <a:gd name="T59" fmla="*/ 2147483646 h 582"/>
                <a:gd name="T60" fmla="*/ 2147483646 w 812"/>
                <a:gd name="T61" fmla="*/ 2147483646 h 582"/>
                <a:gd name="T62" fmla="*/ 2147483646 w 812"/>
                <a:gd name="T63" fmla="*/ 2147483646 h 582"/>
                <a:gd name="T64" fmla="*/ 2147483646 w 812"/>
                <a:gd name="T65" fmla="*/ 2147483646 h 582"/>
                <a:gd name="T66" fmla="*/ 2147483646 w 812"/>
                <a:gd name="T67" fmla="*/ 2147483646 h 582"/>
                <a:gd name="T68" fmla="*/ 2147483646 w 812"/>
                <a:gd name="T69" fmla="*/ 2147483646 h 582"/>
                <a:gd name="T70" fmla="*/ 2147483646 w 812"/>
                <a:gd name="T71" fmla="*/ 2147483646 h 582"/>
                <a:gd name="T72" fmla="*/ 2147483646 w 812"/>
                <a:gd name="T73" fmla="*/ 2147483646 h 582"/>
                <a:gd name="T74" fmla="*/ 2147483646 w 812"/>
                <a:gd name="T75" fmla="*/ 2147483646 h 582"/>
                <a:gd name="T76" fmla="*/ 2147483646 w 812"/>
                <a:gd name="T77" fmla="*/ 2147483646 h 582"/>
                <a:gd name="T78" fmla="*/ 2147483646 w 812"/>
                <a:gd name="T79" fmla="*/ 2147483646 h 582"/>
                <a:gd name="T80" fmla="*/ 2147483646 w 812"/>
                <a:gd name="T81" fmla="*/ 2147483646 h 582"/>
                <a:gd name="T82" fmla="*/ 2147483646 w 812"/>
                <a:gd name="T83" fmla="*/ 2147483646 h 582"/>
                <a:gd name="T84" fmla="*/ 2147483646 w 812"/>
                <a:gd name="T85" fmla="*/ 2147483646 h 582"/>
                <a:gd name="T86" fmla="*/ 2147483646 w 812"/>
                <a:gd name="T87" fmla="*/ 2147483646 h 582"/>
                <a:gd name="T88" fmla="*/ 2147483646 w 812"/>
                <a:gd name="T89" fmla="*/ 2147483646 h 582"/>
                <a:gd name="T90" fmla="*/ 2147483646 w 812"/>
                <a:gd name="T91" fmla="*/ 2147483646 h 582"/>
                <a:gd name="T92" fmla="*/ 2147483646 w 812"/>
                <a:gd name="T93" fmla="*/ 2147483646 h 582"/>
                <a:gd name="T94" fmla="*/ 2147483646 w 812"/>
                <a:gd name="T95" fmla="*/ 2147483646 h 582"/>
                <a:gd name="T96" fmla="*/ 2147483646 w 812"/>
                <a:gd name="T97" fmla="*/ 2147483646 h 582"/>
                <a:gd name="T98" fmla="*/ 2147483646 w 812"/>
                <a:gd name="T99" fmla="*/ 2147483646 h 582"/>
                <a:gd name="T100" fmla="*/ 2147483646 w 812"/>
                <a:gd name="T101" fmla="*/ 2147483646 h 582"/>
                <a:gd name="T102" fmla="*/ 2147483646 w 812"/>
                <a:gd name="T103" fmla="*/ 2147483646 h 582"/>
                <a:gd name="T104" fmla="*/ 2147483646 w 812"/>
                <a:gd name="T105" fmla="*/ 2147483646 h 582"/>
                <a:gd name="T106" fmla="*/ 2147483646 w 812"/>
                <a:gd name="T107" fmla="*/ 2147483646 h 58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812" h="582">
                  <a:moveTo>
                    <a:pt x="484" y="30"/>
                  </a:moveTo>
                  <a:lnTo>
                    <a:pt x="476" y="36"/>
                  </a:lnTo>
                  <a:lnTo>
                    <a:pt x="480" y="56"/>
                  </a:lnTo>
                  <a:lnTo>
                    <a:pt x="480" y="58"/>
                  </a:lnTo>
                  <a:lnTo>
                    <a:pt x="482" y="58"/>
                  </a:lnTo>
                  <a:lnTo>
                    <a:pt x="480" y="58"/>
                  </a:lnTo>
                  <a:lnTo>
                    <a:pt x="472" y="78"/>
                  </a:lnTo>
                  <a:lnTo>
                    <a:pt x="460" y="82"/>
                  </a:lnTo>
                  <a:lnTo>
                    <a:pt x="458" y="84"/>
                  </a:lnTo>
                  <a:lnTo>
                    <a:pt x="456" y="84"/>
                  </a:lnTo>
                  <a:lnTo>
                    <a:pt x="436" y="74"/>
                  </a:lnTo>
                  <a:lnTo>
                    <a:pt x="396" y="38"/>
                  </a:lnTo>
                  <a:lnTo>
                    <a:pt x="380" y="28"/>
                  </a:lnTo>
                  <a:lnTo>
                    <a:pt x="356" y="20"/>
                  </a:lnTo>
                  <a:lnTo>
                    <a:pt x="356" y="18"/>
                  </a:lnTo>
                  <a:lnTo>
                    <a:pt x="344" y="10"/>
                  </a:lnTo>
                  <a:lnTo>
                    <a:pt x="324" y="4"/>
                  </a:lnTo>
                  <a:lnTo>
                    <a:pt x="314" y="6"/>
                  </a:lnTo>
                  <a:lnTo>
                    <a:pt x="312" y="6"/>
                  </a:lnTo>
                  <a:lnTo>
                    <a:pt x="288" y="4"/>
                  </a:lnTo>
                  <a:lnTo>
                    <a:pt x="286" y="4"/>
                  </a:lnTo>
                  <a:lnTo>
                    <a:pt x="268" y="0"/>
                  </a:lnTo>
                  <a:lnTo>
                    <a:pt x="256" y="0"/>
                  </a:lnTo>
                  <a:lnTo>
                    <a:pt x="248" y="6"/>
                  </a:lnTo>
                  <a:lnTo>
                    <a:pt x="240" y="8"/>
                  </a:lnTo>
                  <a:lnTo>
                    <a:pt x="228" y="10"/>
                  </a:lnTo>
                  <a:lnTo>
                    <a:pt x="212" y="14"/>
                  </a:lnTo>
                  <a:lnTo>
                    <a:pt x="198" y="18"/>
                  </a:lnTo>
                  <a:lnTo>
                    <a:pt x="196" y="20"/>
                  </a:lnTo>
                  <a:lnTo>
                    <a:pt x="180" y="22"/>
                  </a:lnTo>
                  <a:lnTo>
                    <a:pt x="160" y="28"/>
                  </a:lnTo>
                  <a:lnTo>
                    <a:pt x="158" y="28"/>
                  </a:lnTo>
                  <a:lnTo>
                    <a:pt x="144" y="26"/>
                  </a:lnTo>
                  <a:lnTo>
                    <a:pt x="120" y="30"/>
                  </a:lnTo>
                  <a:lnTo>
                    <a:pt x="100" y="30"/>
                  </a:lnTo>
                  <a:lnTo>
                    <a:pt x="92" y="38"/>
                  </a:lnTo>
                  <a:lnTo>
                    <a:pt x="82" y="40"/>
                  </a:lnTo>
                  <a:lnTo>
                    <a:pt x="86" y="50"/>
                  </a:lnTo>
                  <a:lnTo>
                    <a:pt x="86" y="66"/>
                  </a:lnTo>
                  <a:lnTo>
                    <a:pt x="84" y="78"/>
                  </a:lnTo>
                  <a:lnTo>
                    <a:pt x="98" y="90"/>
                  </a:lnTo>
                  <a:lnTo>
                    <a:pt x="110" y="102"/>
                  </a:lnTo>
                  <a:lnTo>
                    <a:pt x="118" y="110"/>
                  </a:lnTo>
                  <a:lnTo>
                    <a:pt x="120" y="114"/>
                  </a:lnTo>
                  <a:lnTo>
                    <a:pt x="120" y="118"/>
                  </a:lnTo>
                  <a:lnTo>
                    <a:pt x="124" y="130"/>
                  </a:lnTo>
                  <a:lnTo>
                    <a:pt x="130" y="142"/>
                  </a:lnTo>
                  <a:lnTo>
                    <a:pt x="128" y="142"/>
                  </a:lnTo>
                  <a:lnTo>
                    <a:pt x="112" y="154"/>
                  </a:lnTo>
                  <a:lnTo>
                    <a:pt x="102" y="166"/>
                  </a:lnTo>
                  <a:lnTo>
                    <a:pt x="104" y="178"/>
                  </a:lnTo>
                  <a:lnTo>
                    <a:pt x="112" y="196"/>
                  </a:lnTo>
                  <a:lnTo>
                    <a:pt x="112" y="198"/>
                  </a:lnTo>
                  <a:lnTo>
                    <a:pt x="112" y="204"/>
                  </a:lnTo>
                  <a:lnTo>
                    <a:pt x="108" y="210"/>
                  </a:lnTo>
                  <a:lnTo>
                    <a:pt x="106" y="214"/>
                  </a:lnTo>
                  <a:lnTo>
                    <a:pt x="102" y="216"/>
                  </a:lnTo>
                  <a:lnTo>
                    <a:pt x="96" y="216"/>
                  </a:lnTo>
                  <a:lnTo>
                    <a:pt x="80" y="214"/>
                  </a:lnTo>
                  <a:lnTo>
                    <a:pt x="60" y="210"/>
                  </a:lnTo>
                  <a:lnTo>
                    <a:pt x="58" y="210"/>
                  </a:lnTo>
                  <a:lnTo>
                    <a:pt x="44" y="202"/>
                  </a:lnTo>
                  <a:lnTo>
                    <a:pt x="20" y="202"/>
                  </a:lnTo>
                  <a:lnTo>
                    <a:pt x="22" y="202"/>
                  </a:lnTo>
                  <a:lnTo>
                    <a:pt x="20" y="242"/>
                  </a:lnTo>
                  <a:lnTo>
                    <a:pt x="18" y="246"/>
                  </a:lnTo>
                  <a:lnTo>
                    <a:pt x="16" y="248"/>
                  </a:lnTo>
                  <a:lnTo>
                    <a:pt x="8" y="250"/>
                  </a:lnTo>
                  <a:lnTo>
                    <a:pt x="6" y="254"/>
                  </a:lnTo>
                  <a:lnTo>
                    <a:pt x="6" y="262"/>
                  </a:lnTo>
                  <a:lnTo>
                    <a:pt x="4" y="262"/>
                  </a:lnTo>
                  <a:lnTo>
                    <a:pt x="4" y="272"/>
                  </a:lnTo>
                  <a:lnTo>
                    <a:pt x="10" y="280"/>
                  </a:lnTo>
                  <a:lnTo>
                    <a:pt x="14" y="284"/>
                  </a:lnTo>
                  <a:lnTo>
                    <a:pt x="18" y="304"/>
                  </a:lnTo>
                  <a:lnTo>
                    <a:pt x="18" y="310"/>
                  </a:lnTo>
                  <a:lnTo>
                    <a:pt x="16" y="322"/>
                  </a:lnTo>
                  <a:lnTo>
                    <a:pt x="10" y="338"/>
                  </a:lnTo>
                  <a:lnTo>
                    <a:pt x="0" y="358"/>
                  </a:lnTo>
                  <a:lnTo>
                    <a:pt x="0" y="362"/>
                  </a:lnTo>
                  <a:lnTo>
                    <a:pt x="0" y="370"/>
                  </a:lnTo>
                  <a:lnTo>
                    <a:pt x="12" y="384"/>
                  </a:lnTo>
                  <a:lnTo>
                    <a:pt x="16" y="394"/>
                  </a:lnTo>
                  <a:lnTo>
                    <a:pt x="26" y="406"/>
                  </a:lnTo>
                  <a:lnTo>
                    <a:pt x="40" y="422"/>
                  </a:lnTo>
                  <a:lnTo>
                    <a:pt x="48" y="430"/>
                  </a:lnTo>
                  <a:lnTo>
                    <a:pt x="52" y="430"/>
                  </a:lnTo>
                  <a:lnTo>
                    <a:pt x="68" y="422"/>
                  </a:lnTo>
                  <a:lnTo>
                    <a:pt x="72" y="418"/>
                  </a:lnTo>
                  <a:lnTo>
                    <a:pt x="76" y="418"/>
                  </a:lnTo>
                  <a:lnTo>
                    <a:pt x="84" y="420"/>
                  </a:lnTo>
                  <a:lnTo>
                    <a:pt x="92" y="424"/>
                  </a:lnTo>
                  <a:lnTo>
                    <a:pt x="92" y="426"/>
                  </a:lnTo>
                  <a:lnTo>
                    <a:pt x="100" y="434"/>
                  </a:lnTo>
                  <a:lnTo>
                    <a:pt x="104" y="444"/>
                  </a:lnTo>
                  <a:lnTo>
                    <a:pt x="108" y="448"/>
                  </a:lnTo>
                  <a:lnTo>
                    <a:pt x="110" y="450"/>
                  </a:lnTo>
                  <a:lnTo>
                    <a:pt x="120" y="458"/>
                  </a:lnTo>
                  <a:lnTo>
                    <a:pt x="126" y="458"/>
                  </a:lnTo>
                  <a:lnTo>
                    <a:pt x="132" y="460"/>
                  </a:lnTo>
                  <a:lnTo>
                    <a:pt x="136" y="464"/>
                  </a:lnTo>
                  <a:lnTo>
                    <a:pt x="144" y="468"/>
                  </a:lnTo>
                  <a:lnTo>
                    <a:pt x="160" y="474"/>
                  </a:lnTo>
                  <a:lnTo>
                    <a:pt x="162" y="474"/>
                  </a:lnTo>
                  <a:lnTo>
                    <a:pt x="186" y="482"/>
                  </a:lnTo>
                  <a:lnTo>
                    <a:pt x="188" y="482"/>
                  </a:lnTo>
                  <a:lnTo>
                    <a:pt x="204" y="490"/>
                  </a:lnTo>
                  <a:lnTo>
                    <a:pt x="232" y="498"/>
                  </a:lnTo>
                  <a:lnTo>
                    <a:pt x="234" y="498"/>
                  </a:lnTo>
                  <a:lnTo>
                    <a:pt x="272" y="500"/>
                  </a:lnTo>
                  <a:lnTo>
                    <a:pt x="288" y="494"/>
                  </a:lnTo>
                  <a:lnTo>
                    <a:pt x="304" y="494"/>
                  </a:lnTo>
                  <a:lnTo>
                    <a:pt x="304" y="496"/>
                  </a:lnTo>
                  <a:lnTo>
                    <a:pt x="316" y="512"/>
                  </a:lnTo>
                  <a:lnTo>
                    <a:pt x="324" y="526"/>
                  </a:lnTo>
                  <a:lnTo>
                    <a:pt x="332" y="532"/>
                  </a:lnTo>
                  <a:lnTo>
                    <a:pt x="340" y="536"/>
                  </a:lnTo>
                  <a:lnTo>
                    <a:pt x="340" y="538"/>
                  </a:lnTo>
                  <a:lnTo>
                    <a:pt x="342" y="538"/>
                  </a:lnTo>
                  <a:lnTo>
                    <a:pt x="348" y="554"/>
                  </a:lnTo>
                  <a:lnTo>
                    <a:pt x="350" y="554"/>
                  </a:lnTo>
                  <a:lnTo>
                    <a:pt x="350" y="556"/>
                  </a:lnTo>
                  <a:lnTo>
                    <a:pt x="354" y="574"/>
                  </a:lnTo>
                  <a:lnTo>
                    <a:pt x="364" y="578"/>
                  </a:lnTo>
                  <a:lnTo>
                    <a:pt x="366" y="578"/>
                  </a:lnTo>
                  <a:lnTo>
                    <a:pt x="376" y="582"/>
                  </a:lnTo>
                  <a:lnTo>
                    <a:pt x="388" y="580"/>
                  </a:lnTo>
                  <a:lnTo>
                    <a:pt x="390" y="568"/>
                  </a:lnTo>
                  <a:lnTo>
                    <a:pt x="392" y="566"/>
                  </a:lnTo>
                  <a:lnTo>
                    <a:pt x="404" y="554"/>
                  </a:lnTo>
                  <a:lnTo>
                    <a:pt x="420" y="558"/>
                  </a:lnTo>
                  <a:lnTo>
                    <a:pt x="428" y="574"/>
                  </a:lnTo>
                  <a:lnTo>
                    <a:pt x="442" y="570"/>
                  </a:lnTo>
                  <a:lnTo>
                    <a:pt x="444" y="554"/>
                  </a:lnTo>
                  <a:lnTo>
                    <a:pt x="444" y="552"/>
                  </a:lnTo>
                  <a:lnTo>
                    <a:pt x="456" y="546"/>
                  </a:lnTo>
                  <a:lnTo>
                    <a:pt x="452" y="524"/>
                  </a:lnTo>
                  <a:lnTo>
                    <a:pt x="452" y="522"/>
                  </a:lnTo>
                  <a:lnTo>
                    <a:pt x="464" y="496"/>
                  </a:lnTo>
                  <a:lnTo>
                    <a:pt x="476" y="492"/>
                  </a:lnTo>
                  <a:lnTo>
                    <a:pt x="472" y="470"/>
                  </a:lnTo>
                  <a:lnTo>
                    <a:pt x="484" y="470"/>
                  </a:lnTo>
                  <a:lnTo>
                    <a:pt x="484" y="458"/>
                  </a:lnTo>
                  <a:lnTo>
                    <a:pt x="476" y="438"/>
                  </a:lnTo>
                  <a:lnTo>
                    <a:pt x="476" y="436"/>
                  </a:lnTo>
                  <a:lnTo>
                    <a:pt x="478" y="420"/>
                  </a:lnTo>
                  <a:lnTo>
                    <a:pt x="478" y="418"/>
                  </a:lnTo>
                  <a:lnTo>
                    <a:pt x="480" y="418"/>
                  </a:lnTo>
                  <a:lnTo>
                    <a:pt x="488" y="406"/>
                  </a:lnTo>
                  <a:lnTo>
                    <a:pt x="490" y="406"/>
                  </a:lnTo>
                  <a:lnTo>
                    <a:pt x="492" y="406"/>
                  </a:lnTo>
                  <a:lnTo>
                    <a:pt x="514" y="410"/>
                  </a:lnTo>
                  <a:lnTo>
                    <a:pt x="532" y="414"/>
                  </a:lnTo>
                  <a:lnTo>
                    <a:pt x="548" y="410"/>
                  </a:lnTo>
                  <a:lnTo>
                    <a:pt x="556" y="426"/>
                  </a:lnTo>
                  <a:lnTo>
                    <a:pt x="556" y="428"/>
                  </a:lnTo>
                  <a:lnTo>
                    <a:pt x="556" y="440"/>
                  </a:lnTo>
                  <a:lnTo>
                    <a:pt x="560" y="452"/>
                  </a:lnTo>
                  <a:lnTo>
                    <a:pt x="562" y="458"/>
                  </a:lnTo>
                  <a:lnTo>
                    <a:pt x="568" y="462"/>
                  </a:lnTo>
                  <a:lnTo>
                    <a:pt x="578" y="464"/>
                  </a:lnTo>
                  <a:lnTo>
                    <a:pt x="580" y="468"/>
                  </a:lnTo>
                  <a:lnTo>
                    <a:pt x="580" y="470"/>
                  </a:lnTo>
                  <a:lnTo>
                    <a:pt x="584" y="478"/>
                  </a:lnTo>
                  <a:lnTo>
                    <a:pt x="590" y="486"/>
                  </a:lnTo>
                  <a:lnTo>
                    <a:pt x="598" y="498"/>
                  </a:lnTo>
                  <a:lnTo>
                    <a:pt x="602" y="506"/>
                  </a:lnTo>
                  <a:lnTo>
                    <a:pt x="610" y="506"/>
                  </a:lnTo>
                  <a:lnTo>
                    <a:pt x="624" y="494"/>
                  </a:lnTo>
                  <a:lnTo>
                    <a:pt x="632" y="512"/>
                  </a:lnTo>
                  <a:lnTo>
                    <a:pt x="650" y="518"/>
                  </a:lnTo>
                  <a:lnTo>
                    <a:pt x="652" y="518"/>
                  </a:lnTo>
                  <a:lnTo>
                    <a:pt x="660" y="534"/>
                  </a:lnTo>
                  <a:lnTo>
                    <a:pt x="664" y="538"/>
                  </a:lnTo>
                  <a:lnTo>
                    <a:pt x="664" y="522"/>
                  </a:lnTo>
                  <a:lnTo>
                    <a:pt x="664" y="518"/>
                  </a:lnTo>
                  <a:lnTo>
                    <a:pt x="700" y="518"/>
                  </a:lnTo>
                  <a:lnTo>
                    <a:pt x="700" y="514"/>
                  </a:lnTo>
                  <a:lnTo>
                    <a:pt x="702" y="512"/>
                  </a:lnTo>
                  <a:lnTo>
                    <a:pt x="700" y="508"/>
                  </a:lnTo>
                  <a:lnTo>
                    <a:pt x="698" y="500"/>
                  </a:lnTo>
                  <a:lnTo>
                    <a:pt x="696" y="494"/>
                  </a:lnTo>
                  <a:lnTo>
                    <a:pt x="696" y="486"/>
                  </a:lnTo>
                  <a:lnTo>
                    <a:pt x="698" y="480"/>
                  </a:lnTo>
                  <a:lnTo>
                    <a:pt x="702" y="478"/>
                  </a:lnTo>
                  <a:lnTo>
                    <a:pt x="706" y="478"/>
                  </a:lnTo>
                  <a:lnTo>
                    <a:pt x="720" y="482"/>
                  </a:lnTo>
                  <a:lnTo>
                    <a:pt x="722" y="472"/>
                  </a:lnTo>
                  <a:lnTo>
                    <a:pt x="696" y="460"/>
                  </a:lnTo>
                  <a:lnTo>
                    <a:pt x="694" y="460"/>
                  </a:lnTo>
                  <a:lnTo>
                    <a:pt x="692" y="458"/>
                  </a:lnTo>
                  <a:lnTo>
                    <a:pt x="688" y="426"/>
                  </a:lnTo>
                  <a:lnTo>
                    <a:pt x="690" y="406"/>
                  </a:lnTo>
                  <a:lnTo>
                    <a:pt x="690" y="402"/>
                  </a:lnTo>
                  <a:lnTo>
                    <a:pt x="734" y="406"/>
                  </a:lnTo>
                  <a:lnTo>
                    <a:pt x="744" y="396"/>
                  </a:lnTo>
                  <a:lnTo>
                    <a:pt x="746" y="392"/>
                  </a:lnTo>
                  <a:lnTo>
                    <a:pt x="744" y="388"/>
                  </a:lnTo>
                  <a:lnTo>
                    <a:pt x="732" y="382"/>
                  </a:lnTo>
                  <a:lnTo>
                    <a:pt x="730" y="378"/>
                  </a:lnTo>
                  <a:lnTo>
                    <a:pt x="728" y="374"/>
                  </a:lnTo>
                  <a:lnTo>
                    <a:pt x="730" y="372"/>
                  </a:lnTo>
                  <a:lnTo>
                    <a:pt x="732" y="368"/>
                  </a:lnTo>
                  <a:lnTo>
                    <a:pt x="752" y="350"/>
                  </a:lnTo>
                  <a:lnTo>
                    <a:pt x="772" y="348"/>
                  </a:lnTo>
                  <a:lnTo>
                    <a:pt x="782" y="330"/>
                  </a:lnTo>
                  <a:lnTo>
                    <a:pt x="782" y="314"/>
                  </a:lnTo>
                  <a:lnTo>
                    <a:pt x="796" y="310"/>
                  </a:lnTo>
                  <a:lnTo>
                    <a:pt x="804" y="290"/>
                  </a:lnTo>
                  <a:lnTo>
                    <a:pt x="812" y="276"/>
                  </a:lnTo>
                  <a:lnTo>
                    <a:pt x="800" y="256"/>
                  </a:lnTo>
                  <a:lnTo>
                    <a:pt x="800" y="254"/>
                  </a:lnTo>
                  <a:lnTo>
                    <a:pt x="792" y="228"/>
                  </a:lnTo>
                  <a:lnTo>
                    <a:pt x="792" y="226"/>
                  </a:lnTo>
                  <a:lnTo>
                    <a:pt x="788" y="198"/>
                  </a:lnTo>
                  <a:lnTo>
                    <a:pt x="778" y="182"/>
                  </a:lnTo>
                  <a:lnTo>
                    <a:pt x="764" y="168"/>
                  </a:lnTo>
                  <a:lnTo>
                    <a:pt x="764" y="166"/>
                  </a:lnTo>
                  <a:lnTo>
                    <a:pt x="762" y="150"/>
                  </a:lnTo>
                  <a:lnTo>
                    <a:pt x="736" y="158"/>
                  </a:lnTo>
                  <a:lnTo>
                    <a:pt x="724" y="144"/>
                  </a:lnTo>
                  <a:lnTo>
                    <a:pt x="688" y="118"/>
                  </a:lnTo>
                  <a:lnTo>
                    <a:pt x="686" y="118"/>
                  </a:lnTo>
                  <a:lnTo>
                    <a:pt x="672" y="100"/>
                  </a:lnTo>
                  <a:lnTo>
                    <a:pt x="664" y="94"/>
                  </a:lnTo>
                  <a:lnTo>
                    <a:pt x="658" y="102"/>
                  </a:lnTo>
                  <a:lnTo>
                    <a:pt x="658" y="104"/>
                  </a:lnTo>
                  <a:lnTo>
                    <a:pt x="658" y="106"/>
                  </a:lnTo>
                  <a:lnTo>
                    <a:pt x="656" y="106"/>
                  </a:lnTo>
                  <a:lnTo>
                    <a:pt x="644" y="106"/>
                  </a:lnTo>
                  <a:lnTo>
                    <a:pt x="642" y="106"/>
                  </a:lnTo>
                  <a:lnTo>
                    <a:pt x="616" y="78"/>
                  </a:lnTo>
                  <a:lnTo>
                    <a:pt x="606" y="72"/>
                  </a:lnTo>
                  <a:lnTo>
                    <a:pt x="596" y="62"/>
                  </a:lnTo>
                  <a:lnTo>
                    <a:pt x="584" y="54"/>
                  </a:lnTo>
                  <a:lnTo>
                    <a:pt x="584" y="52"/>
                  </a:lnTo>
                  <a:lnTo>
                    <a:pt x="570" y="44"/>
                  </a:lnTo>
                  <a:lnTo>
                    <a:pt x="562" y="50"/>
                  </a:lnTo>
                  <a:lnTo>
                    <a:pt x="560" y="52"/>
                  </a:lnTo>
                  <a:lnTo>
                    <a:pt x="552" y="50"/>
                  </a:lnTo>
                  <a:lnTo>
                    <a:pt x="544" y="54"/>
                  </a:lnTo>
                  <a:lnTo>
                    <a:pt x="542" y="56"/>
                  </a:lnTo>
                  <a:lnTo>
                    <a:pt x="530" y="58"/>
                  </a:lnTo>
                  <a:lnTo>
                    <a:pt x="484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noProof="1">
                <a:solidFill>
                  <a:srgbClr val="FFFFFF"/>
                </a:solidFill>
              </a:endParaRPr>
            </a:p>
          </p:txBody>
        </p:sp>
        <p:sp>
          <p:nvSpPr>
            <p:cNvPr id="17" name="四川"/>
            <p:cNvSpPr/>
            <p:nvPr/>
          </p:nvSpPr>
          <p:spPr bwMode="auto">
            <a:xfrm>
              <a:off x="3992563" y="3717925"/>
              <a:ext cx="1282700" cy="1125538"/>
            </a:xfrm>
            <a:custGeom>
              <a:avLst/>
              <a:gdLst>
                <a:gd name="T0" fmla="*/ 2147483646 w 702"/>
                <a:gd name="T1" fmla="*/ 2147483646 h 616"/>
                <a:gd name="T2" fmla="*/ 2147483646 w 702"/>
                <a:gd name="T3" fmla="*/ 2147483646 h 616"/>
                <a:gd name="T4" fmla="*/ 2147483646 w 702"/>
                <a:gd name="T5" fmla="*/ 2147483646 h 616"/>
                <a:gd name="T6" fmla="*/ 2147483646 w 702"/>
                <a:gd name="T7" fmla="*/ 2147483646 h 616"/>
                <a:gd name="T8" fmla="*/ 2147483646 w 702"/>
                <a:gd name="T9" fmla="*/ 2147483646 h 616"/>
                <a:gd name="T10" fmla="*/ 2147483646 w 702"/>
                <a:gd name="T11" fmla="*/ 2147483646 h 616"/>
                <a:gd name="T12" fmla="*/ 2147483646 w 702"/>
                <a:gd name="T13" fmla="*/ 2147483646 h 616"/>
                <a:gd name="T14" fmla="*/ 2147483646 w 702"/>
                <a:gd name="T15" fmla="*/ 2147483646 h 616"/>
                <a:gd name="T16" fmla="*/ 2147483646 w 702"/>
                <a:gd name="T17" fmla="*/ 2147483646 h 616"/>
                <a:gd name="T18" fmla="*/ 2147483646 w 702"/>
                <a:gd name="T19" fmla="*/ 2147483646 h 616"/>
                <a:gd name="T20" fmla="*/ 2147483646 w 702"/>
                <a:gd name="T21" fmla="*/ 2147483646 h 616"/>
                <a:gd name="T22" fmla="*/ 2147483646 w 702"/>
                <a:gd name="T23" fmla="*/ 2147483646 h 616"/>
                <a:gd name="T24" fmla="*/ 2147483646 w 702"/>
                <a:gd name="T25" fmla="*/ 2147483646 h 616"/>
                <a:gd name="T26" fmla="*/ 2147483646 w 702"/>
                <a:gd name="T27" fmla="*/ 2147483646 h 616"/>
                <a:gd name="T28" fmla="*/ 2147483646 w 702"/>
                <a:gd name="T29" fmla="*/ 2147483646 h 616"/>
                <a:gd name="T30" fmla="*/ 2147483646 w 702"/>
                <a:gd name="T31" fmla="*/ 2147483646 h 616"/>
                <a:gd name="T32" fmla="*/ 2147483646 w 702"/>
                <a:gd name="T33" fmla="*/ 2147483646 h 616"/>
                <a:gd name="T34" fmla="*/ 2147483646 w 702"/>
                <a:gd name="T35" fmla="*/ 2147483646 h 616"/>
                <a:gd name="T36" fmla="*/ 2147483646 w 702"/>
                <a:gd name="T37" fmla="*/ 2147483646 h 616"/>
                <a:gd name="T38" fmla="*/ 2147483646 w 702"/>
                <a:gd name="T39" fmla="*/ 2147483646 h 616"/>
                <a:gd name="T40" fmla="*/ 2147483646 w 702"/>
                <a:gd name="T41" fmla="*/ 2147483646 h 616"/>
                <a:gd name="T42" fmla="*/ 2147483646 w 702"/>
                <a:gd name="T43" fmla="*/ 2147483646 h 616"/>
                <a:gd name="T44" fmla="*/ 2147483646 w 702"/>
                <a:gd name="T45" fmla="*/ 2147483646 h 616"/>
                <a:gd name="T46" fmla="*/ 2147483646 w 702"/>
                <a:gd name="T47" fmla="*/ 2147483646 h 616"/>
                <a:gd name="T48" fmla="*/ 2147483646 w 702"/>
                <a:gd name="T49" fmla="*/ 2147483646 h 616"/>
                <a:gd name="T50" fmla="*/ 2147483646 w 702"/>
                <a:gd name="T51" fmla="*/ 2147483646 h 616"/>
                <a:gd name="T52" fmla="*/ 2147483646 w 702"/>
                <a:gd name="T53" fmla="*/ 2147483646 h 616"/>
                <a:gd name="T54" fmla="*/ 2147483646 w 702"/>
                <a:gd name="T55" fmla="*/ 2147483646 h 616"/>
                <a:gd name="T56" fmla="*/ 2147483646 w 702"/>
                <a:gd name="T57" fmla="*/ 2147483646 h 616"/>
                <a:gd name="T58" fmla="*/ 2147483646 w 702"/>
                <a:gd name="T59" fmla="*/ 2147483646 h 616"/>
                <a:gd name="T60" fmla="*/ 2147483646 w 702"/>
                <a:gd name="T61" fmla="*/ 2147483646 h 616"/>
                <a:gd name="T62" fmla="*/ 2147483646 w 702"/>
                <a:gd name="T63" fmla="*/ 2147483646 h 616"/>
                <a:gd name="T64" fmla="*/ 2147483646 w 702"/>
                <a:gd name="T65" fmla="*/ 2147483646 h 616"/>
                <a:gd name="T66" fmla="*/ 2147483646 w 702"/>
                <a:gd name="T67" fmla="*/ 2147483646 h 616"/>
                <a:gd name="T68" fmla="*/ 2147483646 w 702"/>
                <a:gd name="T69" fmla="*/ 2147483646 h 616"/>
                <a:gd name="T70" fmla="*/ 2147483646 w 702"/>
                <a:gd name="T71" fmla="*/ 2147483646 h 616"/>
                <a:gd name="T72" fmla="*/ 2147483646 w 702"/>
                <a:gd name="T73" fmla="*/ 2147483646 h 616"/>
                <a:gd name="T74" fmla="*/ 2147483646 w 702"/>
                <a:gd name="T75" fmla="*/ 2147483646 h 616"/>
                <a:gd name="T76" fmla="*/ 2147483646 w 702"/>
                <a:gd name="T77" fmla="*/ 2147483646 h 616"/>
                <a:gd name="T78" fmla="*/ 2147483646 w 702"/>
                <a:gd name="T79" fmla="*/ 2147483646 h 616"/>
                <a:gd name="T80" fmla="*/ 2147483646 w 702"/>
                <a:gd name="T81" fmla="*/ 2147483646 h 616"/>
                <a:gd name="T82" fmla="*/ 2147483646 w 702"/>
                <a:gd name="T83" fmla="*/ 2147483646 h 616"/>
                <a:gd name="T84" fmla="*/ 2147483646 w 702"/>
                <a:gd name="T85" fmla="*/ 2147483646 h 616"/>
                <a:gd name="T86" fmla="*/ 2147483646 w 702"/>
                <a:gd name="T87" fmla="*/ 2147483646 h 616"/>
                <a:gd name="T88" fmla="*/ 2147483646 w 702"/>
                <a:gd name="T89" fmla="*/ 2147483646 h 616"/>
                <a:gd name="T90" fmla="*/ 2147483646 w 702"/>
                <a:gd name="T91" fmla="*/ 2147483646 h 616"/>
                <a:gd name="T92" fmla="*/ 2147483646 w 702"/>
                <a:gd name="T93" fmla="*/ 2147483646 h 616"/>
                <a:gd name="T94" fmla="*/ 2147483646 w 702"/>
                <a:gd name="T95" fmla="*/ 2147483646 h 616"/>
                <a:gd name="T96" fmla="*/ 2147483646 w 702"/>
                <a:gd name="T97" fmla="*/ 2147483646 h 616"/>
                <a:gd name="T98" fmla="*/ 2147483646 w 702"/>
                <a:gd name="T99" fmla="*/ 0 h 616"/>
                <a:gd name="T100" fmla="*/ 2147483646 w 702"/>
                <a:gd name="T101" fmla="*/ 2147483646 h 616"/>
                <a:gd name="T102" fmla="*/ 2147483646 w 702"/>
                <a:gd name="T103" fmla="*/ 2147483646 h 616"/>
                <a:gd name="T104" fmla="*/ 2147483646 w 702"/>
                <a:gd name="T105" fmla="*/ 2147483646 h 616"/>
                <a:gd name="T106" fmla="*/ 2147483646 w 702"/>
                <a:gd name="T107" fmla="*/ 2147483646 h 616"/>
                <a:gd name="T108" fmla="*/ 2147483646 w 702"/>
                <a:gd name="T109" fmla="*/ 2147483646 h 616"/>
                <a:gd name="T110" fmla="*/ 2147483646 w 702"/>
                <a:gd name="T111" fmla="*/ 2147483646 h 616"/>
                <a:gd name="T112" fmla="*/ 2147483646 w 702"/>
                <a:gd name="T113" fmla="*/ 2147483646 h 616"/>
                <a:gd name="T114" fmla="*/ 2147483646 w 702"/>
                <a:gd name="T115" fmla="*/ 2147483646 h 616"/>
                <a:gd name="T116" fmla="*/ 2147483646 w 702"/>
                <a:gd name="T117" fmla="*/ 2147483646 h 616"/>
                <a:gd name="T118" fmla="*/ 2147483646 w 702"/>
                <a:gd name="T119" fmla="*/ 2147483646 h 61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702" h="616">
                  <a:moveTo>
                    <a:pt x="66" y="14"/>
                  </a:moveTo>
                  <a:lnTo>
                    <a:pt x="46" y="10"/>
                  </a:lnTo>
                  <a:lnTo>
                    <a:pt x="28" y="6"/>
                  </a:lnTo>
                  <a:lnTo>
                    <a:pt x="22" y="14"/>
                  </a:lnTo>
                  <a:lnTo>
                    <a:pt x="20" y="28"/>
                  </a:lnTo>
                  <a:lnTo>
                    <a:pt x="26" y="50"/>
                  </a:lnTo>
                  <a:lnTo>
                    <a:pt x="26" y="66"/>
                  </a:lnTo>
                  <a:lnTo>
                    <a:pt x="26" y="70"/>
                  </a:lnTo>
                  <a:lnTo>
                    <a:pt x="18" y="70"/>
                  </a:lnTo>
                  <a:lnTo>
                    <a:pt x="22" y="90"/>
                  </a:lnTo>
                  <a:lnTo>
                    <a:pt x="6" y="94"/>
                  </a:lnTo>
                  <a:lnTo>
                    <a:pt x="0" y="106"/>
                  </a:lnTo>
                  <a:lnTo>
                    <a:pt x="8" y="114"/>
                  </a:lnTo>
                  <a:lnTo>
                    <a:pt x="10" y="114"/>
                  </a:lnTo>
                  <a:lnTo>
                    <a:pt x="38" y="136"/>
                  </a:lnTo>
                  <a:lnTo>
                    <a:pt x="38" y="138"/>
                  </a:lnTo>
                  <a:lnTo>
                    <a:pt x="42" y="158"/>
                  </a:lnTo>
                  <a:lnTo>
                    <a:pt x="56" y="178"/>
                  </a:lnTo>
                  <a:lnTo>
                    <a:pt x="62" y="184"/>
                  </a:lnTo>
                  <a:lnTo>
                    <a:pt x="70" y="194"/>
                  </a:lnTo>
                  <a:lnTo>
                    <a:pt x="72" y="194"/>
                  </a:lnTo>
                  <a:lnTo>
                    <a:pt x="70" y="196"/>
                  </a:lnTo>
                  <a:lnTo>
                    <a:pt x="70" y="214"/>
                  </a:lnTo>
                  <a:lnTo>
                    <a:pt x="74" y="226"/>
                  </a:lnTo>
                  <a:lnTo>
                    <a:pt x="74" y="244"/>
                  </a:lnTo>
                  <a:lnTo>
                    <a:pt x="82" y="258"/>
                  </a:lnTo>
                  <a:lnTo>
                    <a:pt x="84" y="266"/>
                  </a:lnTo>
                  <a:lnTo>
                    <a:pt x="86" y="274"/>
                  </a:lnTo>
                  <a:lnTo>
                    <a:pt x="90" y="286"/>
                  </a:lnTo>
                  <a:lnTo>
                    <a:pt x="92" y="302"/>
                  </a:lnTo>
                  <a:lnTo>
                    <a:pt x="90" y="314"/>
                  </a:lnTo>
                  <a:lnTo>
                    <a:pt x="88" y="320"/>
                  </a:lnTo>
                  <a:lnTo>
                    <a:pt x="90" y="326"/>
                  </a:lnTo>
                  <a:lnTo>
                    <a:pt x="94" y="336"/>
                  </a:lnTo>
                  <a:lnTo>
                    <a:pt x="98" y="346"/>
                  </a:lnTo>
                  <a:lnTo>
                    <a:pt x="100" y="346"/>
                  </a:lnTo>
                  <a:lnTo>
                    <a:pt x="100" y="348"/>
                  </a:lnTo>
                  <a:lnTo>
                    <a:pt x="100" y="350"/>
                  </a:lnTo>
                  <a:lnTo>
                    <a:pt x="86" y="378"/>
                  </a:lnTo>
                  <a:lnTo>
                    <a:pt x="90" y="386"/>
                  </a:lnTo>
                  <a:lnTo>
                    <a:pt x="90" y="392"/>
                  </a:lnTo>
                  <a:lnTo>
                    <a:pt x="86" y="418"/>
                  </a:lnTo>
                  <a:lnTo>
                    <a:pt x="86" y="428"/>
                  </a:lnTo>
                  <a:lnTo>
                    <a:pt x="88" y="432"/>
                  </a:lnTo>
                  <a:lnTo>
                    <a:pt x="90" y="434"/>
                  </a:lnTo>
                  <a:lnTo>
                    <a:pt x="94" y="436"/>
                  </a:lnTo>
                  <a:lnTo>
                    <a:pt x="102" y="442"/>
                  </a:lnTo>
                  <a:lnTo>
                    <a:pt x="104" y="448"/>
                  </a:lnTo>
                  <a:lnTo>
                    <a:pt x="102" y="462"/>
                  </a:lnTo>
                  <a:lnTo>
                    <a:pt x="106" y="462"/>
                  </a:lnTo>
                  <a:lnTo>
                    <a:pt x="108" y="464"/>
                  </a:lnTo>
                  <a:lnTo>
                    <a:pt x="110" y="462"/>
                  </a:lnTo>
                  <a:lnTo>
                    <a:pt x="114" y="458"/>
                  </a:lnTo>
                  <a:lnTo>
                    <a:pt x="116" y="452"/>
                  </a:lnTo>
                  <a:lnTo>
                    <a:pt x="118" y="450"/>
                  </a:lnTo>
                  <a:lnTo>
                    <a:pt x="118" y="448"/>
                  </a:lnTo>
                  <a:lnTo>
                    <a:pt x="122" y="444"/>
                  </a:lnTo>
                  <a:lnTo>
                    <a:pt x="126" y="440"/>
                  </a:lnTo>
                  <a:lnTo>
                    <a:pt x="126" y="434"/>
                  </a:lnTo>
                  <a:lnTo>
                    <a:pt x="124" y="426"/>
                  </a:lnTo>
                  <a:lnTo>
                    <a:pt x="122" y="422"/>
                  </a:lnTo>
                  <a:lnTo>
                    <a:pt x="126" y="420"/>
                  </a:lnTo>
                  <a:lnTo>
                    <a:pt x="136" y="418"/>
                  </a:lnTo>
                  <a:lnTo>
                    <a:pt x="142" y="418"/>
                  </a:lnTo>
                  <a:lnTo>
                    <a:pt x="146" y="420"/>
                  </a:lnTo>
                  <a:lnTo>
                    <a:pt x="150" y="424"/>
                  </a:lnTo>
                  <a:lnTo>
                    <a:pt x="156" y="440"/>
                  </a:lnTo>
                  <a:lnTo>
                    <a:pt x="156" y="442"/>
                  </a:lnTo>
                  <a:lnTo>
                    <a:pt x="158" y="468"/>
                  </a:lnTo>
                  <a:lnTo>
                    <a:pt x="170" y="474"/>
                  </a:lnTo>
                  <a:lnTo>
                    <a:pt x="178" y="478"/>
                  </a:lnTo>
                  <a:lnTo>
                    <a:pt x="184" y="472"/>
                  </a:lnTo>
                  <a:lnTo>
                    <a:pt x="190" y="466"/>
                  </a:lnTo>
                  <a:lnTo>
                    <a:pt x="194" y="466"/>
                  </a:lnTo>
                  <a:lnTo>
                    <a:pt x="200" y="470"/>
                  </a:lnTo>
                  <a:lnTo>
                    <a:pt x="204" y="478"/>
                  </a:lnTo>
                  <a:lnTo>
                    <a:pt x="206" y="498"/>
                  </a:lnTo>
                  <a:lnTo>
                    <a:pt x="208" y="502"/>
                  </a:lnTo>
                  <a:lnTo>
                    <a:pt x="230" y="548"/>
                  </a:lnTo>
                  <a:lnTo>
                    <a:pt x="238" y="556"/>
                  </a:lnTo>
                  <a:lnTo>
                    <a:pt x="238" y="558"/>
                  </a:lnTo>
                  <a:lnTo>
                    <a:pt x="242" y="578"/>
                  </a:lnTo>
                  <a:lnTo>
                    <a:pt x="244" y="596"/>
                  </a:lnTo>
                  <a:lnTo>
                    <a:pt x="246" y="598"/>
                  </a:lnTo>
                  <a:lnTo>
                    <a:pt x="254" y="588"/>
                  </a:lnTo>
                  <a:lnTo>
                    <a:pt x="256" y="586"/>
                  </a:lnTo>
                  <a:lnTo>
                    <a:pt x="258" y="586"/>
                  </a:lnTo>
                  <a:lnTo>
                    <a:pt x="262" y="588"/>
                  </a:lnTo>
                  <a:lnTo>
                    <a:pt x="262" y="592"/>
                  </a:lnTo>
                  <a:lnTo>
                    <a:pt x="262" y="598"/>
                  </a:lnTo>
                  <a:lnTo>
                    <a:pt x="262" y="612"/>
                  </a:lnTo>
                  <a:lnTo>
                    <a:pt x="262" y="616"/>
                  </a:lnTo>
                  <a:lnTo>
                    <a:pt x="268" y="616"/>
                  </a:lnTo>
                  <a:lnTo>
                    <a:pt x="270" y="614"/>
                  </a:lnTo>
                  <a:lnTo>
                    <a:pt x="278" y="602"/>
                  </a:lnTo>
                  <a:lnTo>
                    <a:pt x="288" y="594"/>
                  </a:lnTo>
                  <a:lnTo>
                    <a:pt x="296" y="588"/>
                  </a:lnTo>
                  <a:lnTo>
                    <a:pt x="306" y="586"/>
                  </a:lnTo>
                  <a:lnTo>
                    <a:pt x="322" y="590"/>
                  </a:lnTo>
                  <a:lnTo>
                    <a:pt x="328" y="588"/>
                  </a:lnTo>
                  <a:lnTo>
                    <a:pt x="336" y="576"/>
                  </a:lnTo>
                  <a:lnTo>
                    <a:pt x="334" y="558"/>
                  </a:lnTo>
                  <a:lnTo>
                    <a:pt x="330" y="546"/>
                  </a:lnTo>
                  <a:lnTo>
                    <a:pt x="328" y="540"/>
                  </a:lnTo>
                  <a:lnTo>
                    <a:pt x="328" y="536"/>
                  </a:lnTo>
                  <a:lnTo>
                    <a:pt x="330" y="522"/>
                  </a:lnTo>
                  <a:lnTo>
                    <a:pt x="330" y="520"/>
                  </a:lnTo>
                  <a:lnTo>
                    <a:pt x="332" y="518"/>
                  </a:lnTo>
                  <a:lnTo>
                    <a:pt x="346" y="510"/>
                  </a:lnTo>
                  <a:lnTo>
                    <a:pt x="348" y="510"/>
                  </a:lnTo>
                  <a:lnTo>
                    <a:pt x="358" y="502"/>
                  </a:lnTo>
                  <a:lnTo>
                    <a:pt x="372" y="484"/>
                  </a:lnTo>
                  <a:lnTo>
                    <a:pt x="374" y="470"/>
                  </a:lnTo>
                  <a:lnTo>
                    <a:pt x="358" y="436"/>
                  </a:lnTo>
                  <a:lnTo>
                    <a:pt x="390" y="450"/>
                  </a:lnTo>
                  <a:lnTo>
                    <a:pt x="390" y="438"/>
                  </a:lnTo>
                  <a:lnTo>
                    <a:pt x="390" y="436"/>
                  </a:lnTo>
                  <a:lnTo>
                    <a:pt x="402" y="426"/>
                  </a:lnTo>
                  <a:lnTo>
                    <a:pt x="426" y="420"/>
                  </a:lnTo>
                  <a:lnTo>
                    <a:pt x="428" y="420"/>
                  </a:lnTo>
                  <a:lnTo>
                    <a:pt x="442" y="450"/>
                  </a:lnTo>
                  <a:lnTo>
                    <a:pt x="440" y="462"/>
                  </a:lnTo>
                  <a:lnTo>
                    <a:pt x="442" y="472"/>
                  </a:lnTo>
                  <a:lnTo>
                    <a:pt x="444" y="478"/>
                  </a:lnTo>
                  <a:lnTo>
                    <a:pt x="448" y="480"/>
                  </a:lnTo>
                  <a:lnTo>
                    <a:pt x="454" y="478"/>
                  </a:lnTo>
                  <a:lnTo>
                    <a:pt x="458" y="474"/>
                  </a:lnTo>
                  <a:lnTo>
                    <a:pt x="458" y="472"/>
                  </a:lnTo>
                  <a:lnTo>
                    <a:pt x="460" y="472"/>
                  </a:lnTo>
                  <a:lnTo>
                    <a:pt x="478" y="466"/>
                  </a:lnTo>
                  <a:lnTo>
                    <a:pt x="480" y="466"/>
                  </a:lnTo>
                  <a:lnTo>
                    <a:pt x="492" y="468"/>
                  </a:lnTo>
                  <a:lnTo>
                    <a:pt x="496" y="470"/>
                  </a:lnTo>
                  <a:lnTo>
                    <a:pt x="498" y="472"/>
                  </a:lnTo>
                  <a:lnTo>
                    <a:pt x="498" y="494"/>
                  </a:lnTo>
                  <a:lnTo>
                    <a:pt x="502" y="496"/>
                  </a:lnTo>
                  <a:lnTo>
                    <a:pt x="510" y="498"/>
                  </a:lnTo>
                  <a:lnTo>
                    <a:pt x="522" y="498"/>
                  </a:lnTo>
                  <a:lnTo>
                    <a:pt x="542" y="492"/>
                  </a:lnTo>
                  <a:lnTo>
                    <a:pt x="554" y="482"/>
                  </a:lnTo>
                  <a:lnTo>
                    <a:pt x="556" y="472"/>
                  </a:lnTo>
                  <a:lnTo>
                    <a:pt x="550" y="466"/>
                  </a:lnTo>
                  <a:lnTo>
                    <a:pt x="530" y="458"/>
                  </a:lnTo>
                  <a:lnTo>
                    <a:pt x="528" y="458"/>
                  </a:lnTo>
                  <a:lnTo>
                    <a:pt x="504" y="434"/>
                  </a:lnTo>
                  <a:lnTo>
                    <a:pt x="506" y="432"/>
                  </a:lnTo>
                  <a:lnTo>
                    <a:pt x="518" y="422"/>
                  </a:lnTo>
                  <a:lnTo>
                    <a:pt x="518" y="420"/>
                  </a:lnTo>
                  <a:lnTo>
                    <a:pt x="530" y="416"/>
                  </a:lnTo>
                  <a:lnTo>
                    <a:pt x="534" y="416"/>
                  </a:lnTo>
                  <a:lnTo>
                    <a:pt x="550" y="418"/>
                  </a:lnTo>
                  <a:lnTo>
                    <a:pt x="550" y="420"/>
                  </a:lnTo>
                  <a:lnTo>
                    <a:pt x="550" y="414"/>
                  </a:lnTo>
                  <a:lnTo>
                    <a:pt x="544" y="402"/>
                  </a:lnTo>
                  <a:lnTo>
                    <a:pt x="532" y="396"/>
                  </a:lnTo>
                  <a:lnTo>
                    <a:pt x="518" y="374"/>
                  </a:lnTo>
                  <a:lnTo>
                    <a:pt x="516" y="372"/>
                  </a:lnTo>
                  <a:lnTo>
                    <a:pt x="510" y="346"/>
                  </a:lnTo>
                  <a:lnTo>
                    <a:pt x="510" y="326"/>
                  </a:lnTo>
                  <a:lnTo>
                    <a:pt x="522" y="314"/>
                  </a:lnTo>
                  <a:lnTo>
                    <a:pt x="542" y="314"/>
                  </a:lnTo>
                  <a:lnTo>
                    <a:pt x="586" y="318"/>
                  </a:lnTo>
                  <a:lnTo>
                    <a:pt x="606" y="288"/>
                  </a:lnTo>
                  <a:lnTo>
                    <a:pt x="606" y="286"/>
                  </a:lnTo>
                  <a:lnTo>
                    <a:pt x="608" y="286"/>
                  </a:lnTo>
                  <a:lnTo>
                    <a:pt x="626" y="278"/>
                  </a:lnTo>
                  <a:lnTo>
                    <a:pt x="634" y="260"/>
                  </a:lnTo>
                  <a:lnTo>
                    <a:pt x="634" y="258"/>
                  </a:lnTo>
                  <a:lnTo>
                    <a:pt x="654" y="242"/>
                  </a:lnTo>
                  <a:lnTo>
                    <a:pt x="664" y="224"/>
                  </a:lnTo>
                  <a:lnTo>
                    <a:pt x="666" y="224"/>
                  </a:lnTo>
                  <a:lnTo>
                    <a:pt x="666" y="222"/>
                  </a:lnTo>
                  <a:lnTo>
                    <a:pt x="674" y="214"/>
                  </a:lnTo>
                  <a:lnTo>
                    <a:pt x="682" y="198"/>
                  </a:lnTo>
                  <a:lnTo>
                    <a:pt x="686" y="174"/>
                  </a:lnTo>
                  <a:lnTo>
                    <a:pt x="686" y="172"/>
                  </a:lnTo>
                  <a:lnTo>
                    <a:pt x="686" y="170"/>
                  </a:lnTo>
                  <a:lnTo>
                    <a:pt x="700" y="162"/>
                  </a:lnTo>
                  <a:lnTo>
                    <a:pt x="702" y="158"/>
                  </a:lnTo>
                  <a:lnTo>
                    <a:pt x="684" y="156"/>
                  </a:lnTo>
                  <a:lnTo>
                    <a:pt x="652" y="158"/>
                  </a:lnTo>
                  <a:lnTo>
                    <a:pt x="650" y="156"/>
                  </a:lnTo>
                  <a:lnTo>
                    <a:pt x="638" y="146"/>
                  </a:lnTo>
                  <a:lnTo>
                    <a:pt x="630" y="136"/>
                  </a:lnTo>
                  <a:lnTo>
                    <a:pt x="630" y="138"/>
                  </a:lnTo>
                  <a:lnTo>
                    <a:pt x="628" y="138"/>
                  </a:lnTo>
                  <a:lnTo>
                    <a:pt x="624" y="142"/>
                  </a:lnTo>
                  <a:lnTo>
                    <a:pt x="618" y="142"/>
                  </a:lnTo>
                  <a:lnTo>
                    <a:pt x="614" y="144"/>
                  </a:lnTo>
                  <a:lnTo>
                    <a:pt x="612" y="146"/>
                  </a:lnTo>
                  <a:lnTo>
                    <a:pt x="608" y="146"/>
                  </a:lnTo>
                  <a:lnTo>
                    <a:pt x="606" y="144"/>
                  </a:lnTo>
                  <a:lnTo>
                    <a:pt x="604" y="138"/>
                  </a:lnTo>
                  <a:lnTo>
                    <a:pt x="602" y="132"/>
                  </a:lnTo>
                  <a:lnTo>
                    <a:pt x="598" y="126"/>
                  </a:lnTo>
                  <a:lnTo>
                    <a:pt x="596" y="126"/>
                  </a:lnTo>
                  <a:lnTo>
                    <a:pt x="592" y="114"/>
                  </a:lnTo>
                  <a:lnTo>
                    <a:pt x="588" y="114"/>
                  </a:lnTo>
                  <a:lnTo>
                    <a:pt x="576" y="122"/>
                  </a:lnTo>
                  <a:lnTo>
                    <a:pt x="576" y="124"/>
                  </a:lnTo>
                  <a:lnTo>
                    <a:pt x="574" y="124"/>
                  </a:lnTo>
                  <a:lnTo>
                    <a:pt x="546" y="130"/>
                  </a:lnTo>
                  <a:lnTo>
                    <a:pt x="544" y="128"/>
                  </a:lnTo>
                  <a:lnTo>
                    <a:pt x="526" y="116"/>
                  </a:lnTo>
                  <a:lnTo>
                    <a:pt x="524" y="114"/>
                  </a:lnTo>
                  <a:lnTo>
                    <a:pt x="518" y="104"/>
                  </a:lnTo>
                  <a:lnTo>
                    <a:pt x="506" y="118"/>
                  </a:lnTo>
                  <a:lnTo>
                    <a:pt x="498" y="126"/>
                  </a:lnTo>
                  <a:lnTo>
                    <a:pt x="492" y="130"/>
                  </a:lnTo>
                  <a:lnTo>
                    <a:pt x="488" y="132"/>
                  </a:lnTo>
                  <a:lnTo>
                    <a:pt x="484" y="130"/>
                  </a:lnTo>
                  <a:lnTo>
                    <a:pt x="466" y="120"/>
                  </a:lnTo>
                  <a:lnTo>
                    <a:pt x="452" y="118"/>
                  </a:lnTo>
                  <a:lnTo>
                    <a:pt x="450" y="120"/>
                  </a:lnTo>
                  <a:lnTo>
                    <a:pt x="438" y="110"/>
                  </a:lnTo>
                  <a:lnTo>
                    <a:pt x="436" y="110"/>
                  </a:lnTo>
                  <a:lnTo>
                    <a:pt x="442" y="88"/>
                  </a:lnTo>
                  <a:lnTo>
                    <a:pt x="442" y="80"/>
                  </a:lnTo>
                  <a:lnTo>
                    <a:pt x="434" y="78"/>
                  </a:lnTo>
                  <a:lnTo>
                    <a:pt x="416" y="58"/>
                  </a:lnTo>
                  <a:lnTo>
                    <a:pt x="418" y="46"/>
                  </a:lnTo>
                  <a:lnTo>
                    <a:pt x="376" y="42"/>
                  </a:lnTo>
                  <a:lnTo>
                    <a:pt x="360" y="32"/>
                  </a:lnTo>
                  <a:lnTo>
                    <a:pt x="354" y="28"/>
                  </a:lnTo>
                  <a:lnTo>
                    <a:pt x="350" y="18"/>
                  </a:lnTo>
                  <a:lnTo>
                    <a:pt x="348" y="12"/>
                  </a:lnTo>
                  <a:lnTo>
                    <a:pt x="344" y="0"/>
                  </a:lnTo>
                  <a:lnTo>
                    <a:pt x="338" y="0"/>
                  </a:lnTo>
                  <a:lnTo>
                    <a:pt x="326" y="10"/>
                  </a:lnTo>
                  <a:lnTo>
                    <a:pt x="310" y="30"/>
                  </a:lnTo>
                  <a:lnTo>
                    <a:pt x="314" y="42"/>
                  </a:lnTo>
                  <a:lnTo>
                    <a:pt x="318" y="60"/>
                  </a:lnTo>
                  <a:lnTo>
                    <a:pt x="318" y="62"/>
                  </a:lnTo>
                  <a:lnTo>
                    <a:pt x="320" y="62"/>
                  </a:lnTo>
                  <a:lnTo>
                    <a:pt x="318" y="62"/>
                  </a:lnTo>
                  <a:lnTo>
                    <a:pt x="318" y="66"/>
                  </a:lnTo>
                  <a:lnTo>
                    <a:pt x="314" y="68"/>
                  </a:lnTo>
                  <a:lnTo>
                    <a:pt x="306" y="70"/>
                  </a:lnTo>
                  <a:lnTo>
                    <a:pt x="290" y="70"/>
                  </a:lnTo>
                  <a:lnTo>
                    <a:pt x="280" y="66"/>
                  </a:lnTo>
                  <a:lnTo>
                    <a:pt x="268" y="70"/>
                  </a:lnTo>
                  <a:lnTo>
                    <a:pt x="266" y="70"/>
                  </a:lnTo>
                  <a:lnTo>
                    <a:pt x="264" y="70"/>
                  </a:lnTo>
                  <a:lnTo>
                    <a:pt x="262" y="82"/>
                  </a:lnTo>
                  <a:lnTo>
                    <a:pt x="262" y="86"/>
                  </a:lnTo>
                  <a:lnTo>
                    <a:pt x="258" y="86"/>
                  </a:lnTo>
                  <a:lnTo>
                    <a:pt x="238" y="78"/>
                  </a:lnTo>
                  <a:lnTo>
                    <a:pt x="240" y="88"/>
                  </a:lnTo>
                  <a:lnTo>
                    <a:pt x="242" y="96"/>
                  </a:lnTo>
                  <a:lnTo>
                    <a:pt x="246" y="104"/>
                  </a:lnTo>
                  <a:lnTo>
                    <a:pt x="244" y="110"/>
                  </a:lnTo>
                  <a:lnTo>
                    <a:pt x="242" y="116"/>
                  </a:lnTo>
                  <a:lnTo>
                    <a:pt x="234" y="118"/>
                  </a:lnTo>
                  <a:lnTo>
                    <a:pt x="222" y="118"/>
                  </a:lnTo>
                  <a:lnTo>
                    <a:pt x="208" y="118"/>
                  </a:lnTo>
                  <a:lnTo>
                    <a:pt x="206" y="142"/>
                  </a:lnTo>
                  <a:lnTo>
                    <a:pt x="190" y="134"/>
                  </a:lnTo>
                  <a:lnTo>
                    <a:pt x="188" y="134"/>
                  </a:lnTo>
                  <a:lnTo>
                    <a:pt x="178" y="118"/>
                  </a:lnTo>
                  <a:lnTo>
                    <a:pt x="160" y="110"/>
                  </a:lnTo>
                  <a:lnTo>
                    <a:pt x="154" y="100"/>
                  </a:lnTo>
                  <a:lnTo>
                    <a:pt x="148" y="106"/>
                  </a:lnTo>
                  <a:lnTo>
                    <a:pt x="146" y="106"/>
                  </a:lnTo>
                  <a:lnTo>
                    <a:pt x="134" y="108"/>
                  </a:lnTo>
                  <a:lnTo>
                    <a:pt x="132" y="108"/>
                  </a:lnTo>
                  <a:lnTo>
                    <a:pt x="126" y="94"/>
                  </a:lnTo>
                  <a:lnTo>
                    <a:pt x="118" y="86"/>
                  </a:lnTo>
                  <a:lnTo>
                    <a:pt x="118" y="84"/>
                  </a:lnTo>
                  <a:lnTo>
                    <a:pt x="110" y="74"/>
                  </a:lnTo>
                  <a:lnTo>
                    <a:pt x="106" y="66"/>
                  </a:lnTo>
                  <a:lnTo>
                    <a:pt x="106" y="64"/>
                  </a:lnTo>
                  <a:lnTo>
                    <a:pt x="102" y="62"/>
                  </a:lnTo>
                  <a:lnTo>
                    <a:pt x="98" y="62"/>
                  </a:lnTo>
                  <a:lnTo>
                    <a:pt x="90" y="56"/>
                  </a:lnTo>
                  <a:lnTo>
                    <a:pt x="86" y="46"/>
                  </a:lnTo>
                  <a:lnTo>
                    <a:pt x="82" y="34"/>
                  </a:lnTo>
                  <a:lnTo>
                    <a:pt x="82" y="22"/>
                  </a:lnTo>
                  <a:lnTo>
                    <a:pt x="78" y="12"/>
                  </a:lnTo>
                  <a:lnTo>
                    <a:pt x="68" y="14"/>
                  </a:lnTo>
                  <a:lnTo>
                    <a:pt x="66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noProof="1">
                <a:solidFill>
                  <a:srgbClr val="FFFFFF"/>
                </a:solidFill>
              </a:endParaRPr>
            </a:p>
          </p:txBody>
        </p:sp>
        <p:sp>
          <p:nvSpPr>
            <p:cNvPr id="18" name="西藏"/>
            <p:cNvSpPr/>
            <p:nvPr/>
          </p:nvSpPr>
          <p:spPr bwMode="auto">
            <a:xfrm>
              <a:off x="1862138" y="3260725"/>
              <a:ext cx="2295525" cy="1397000"/>
            </a:xfrm>
            <a:custGeom>
              <a:avLst/>
              <a:gdLst>
                <a:gd name="T0" fmla="*/ 2147483646 w 1256"/>
                <a:gd name="T1" fmla="*/ 2147483646 h 764"/>
                <a:gd name="T2" fmla="*/ 2147483646 w 1256"/>
                <a:gd name="T3" fmla="*/ 2147483646 h 764"/>
                <a:gd name="T4" fmla="*/ 2147483646 w 1256"/>
                <a:gd name="T5" fmla="*/ 2147483646 h 764"/>
                <a:gd name="T6" fmla="*/ 2147483646 w 1256"/>
                <a:gd name="T7" fmla="*/ 2147483646 h 764"/>
                <a:gd name="T8" fmla="*/ 2147483646 w 1256"/>
                <a:gd name="T9" fmla="*/ 2147483646 h 764"/>
                <a:gd name="T10" fmla="*/ 2147483646 w 1256"/>
                <a:gd name="T11" fmla="*/ 2147483646 h 764"/>
                <a:gd name="T12" fmla="*/ 2147483646 w 1256"/>
                <a:gd name="T13" fmla="*/ 2147483646 h 764"/>
                <a:gd name="T14" fmla="*/ 2147483646 w 1256"/>
                <a:gd name="T15" fmla="*/ 2147483646 h 764"/>
                <a:gd name="T16" fmla="*/ 2147483646 w 1256"/>
                <a:gd name="T17" fmla="*/ 2147483646 h 764"/>
                <a:gd name="T18" fmla="*/ 2147483646 w 1256"/>
                <a:gd name="T19" fmla="*/ 2147483646 h 764"/>
                <a:gd name="T20" fmla="*/ 2147483646 w 1256"/>
                <a:gd name="T21" fmla="*/ 2147483646 h 764"/>
                <a:gd name="T22" fmla="*/ 2147483646 w 1256"/>
                <a:gd name="T23" fmla="*/ 2147483646 h 764"/>
                <a:gd name="T24" fmla="*/ 2147483646 w 1256"/>
                <a:gd name="T25" fmla="*/ 2147483646 h 764"/>
                <a:gd name="T26" fmla="*/ 2147483646 w 1256"/>
                <a:gd name="T27" fmla="*/ 2147483646 h 764"/>
                <a:gd name="T28" fmla="*/ 2147483646 w 1256"/>
                <a:gd name="T29" fmla="*/ 2147483646 h 764"/>
                <a:gd name="T30" fmla="*/ 2147483646 w 1256"/>
                <a:gd name="T31" fmla="*/ 2147483646 h 764"/>
                <a:gd name="T32" fmla="*/ 2147483646 w 1256"/>
                <a:gd name="T33" fmla="*/ 2147483646 h 764"/>
                <a:gd name="T34" fmla="*/ 2147483646 w 1256"/>
                <a:gd name="T35" fmla="*/ 2147483646 h 764"/>
                <a:gd name="T36" fmla="*/ 2147483646 w 1256"/>
                <a:gd name="T37" fmla="*/ 2147483646 h 764"/>
                <a:gd name="T38" fmla="*/ 2147483646 w 1256"/>
                <a:gd name="T39" fmla="*/ 2147483646 h 764"/>
                <a:gd name="T40" fmla="*/ 2147483646 w 1256"/>
                <a:gd name="T41" fmla="*/ 2147483646 h 764"/>
                <a:gd name="T42" fmla="*/ 2147483646 w 1256"/>
                <a:gd name="T43" fmla="*/ 2147483646 h 764"/>
                <a:gd name="T44" fmla="*/ 2147483646 w 1256"/>
                <a:gd name="T45" fmla="*/ 2147483646 h 764"/>
                <a:gd name="T46" fmla="*/ 2147483646 w 1256"/>
                <a:gd name="T47" fmla="*/ 2147483646 h 764"/>
                <a:gd name="T48" fmla="*/ 2147483646 w 1256"/>
                <a:gd name="T49" fmla="*/ 2147483646 h 764"/>
                <a:gd name="T50" fmla="*/ 2147483646 w 1256"/>
                <a:gd name="T51" fmla="*/ 2147483646 h 764"/>
                <a:gd name="T52" fmla="*/ 2147483646 w 1256"/>
                <a:gd name="T53" fmla="*/ 2147483646 h 764"/>
                <a:gd name="T54" fmla="*/ 2147483646 w 1256"/>
                <a:gd name="T55" fmla="*/ 2147483646 h 764"/>
                <a:gd name="T56" fmla="*/ 2147483646 w 1256"/>
                <a:gd name="T57" fmla="*/ 2147483646 h 764"/>
                <a:gd name="T58" fmla="*/ 2147483646 w 1256"/>
                <a:gd name="T59" fmla="*/ 2147483646 h 764"/>
                <a:gd name="T60" fmla="*/ 2147483646 w 1256"/>
                <a:gd name="T61" fmla="*/ 2147483646 h 764"/>
                <a:gd name="T62" fmla="*/ 2147483646 w 1256"/>
                <a:gd name="T63" fmla="*/ 2147483646 h 764"/>
                <a:gd name="T64" fmla="*/ 2147483646 w 1256"/>
                <a:gd name="T65" fmla="*/ 2147483646 h 764"/>
                <a:gd name="T66" fmla="*/ 2147483646 w 1256"/>
                <a:gd name="T67" fmla="*/ 2147483646 h 764"/>
                <a:gd name="T68" fmla="*/ 2147483646 w 1256"/>
                <a:gd name="T69" fmla="*/ 2147483646 h 764"/>
                <a:gd name="T70" fmla="*/ 2147483646 w 1256"/>
                <a:gd name="T71" fmla="*/ 2147483646 h 764"/>
                <a:gd name="T72" fmla="*/ 2147483646 w 1256"/>
                <a:gd name="T73" fmla="*/ 2147483646 h 764"/>
                <a:gd name="T74" fmla="*/ 2147483646 w 1256"/>
                <a:gd name="T75" fmla="*/ 2147483646 h 764"/>
                <a:gd name="T76" fmla="*/ 2147483646 w 1256"/>
                <a:gd name="T77" fmla="*/ 2147483646 h 764"/>
                <a:gd name="T78" fmla="*/ 2147483646 w 1256"/>
                <a:gd name="T79" fmla="*/ 2147483646 h 764"/>
                <a:gd name="T80" fmla="*/ 2147483646 w 1256"/>
                <a:gd name="T81" fmla="*/ 2147483646 h 764"/>
                <a:gd name="T82" fmla="*/ 2147483646 w 1256"/>
                <a:gd name="T83" fmla="*/ 2147483646 h 764"/>
                <a:gd name="T84" fmla="*/ 2147483646 w 1256"/>
                <a:gd name="T85" fmla="*/ 2147483646 h 764"/>
                <a:gd name="T86" fmla="*/ 2147483646 w 1256"/>
                <a:gd name="T87" fmla="*/ 2147483646 h 764"/>
                <a:gd name="T88" fmla="*/ 2147483646 w 1256"/>
                <a:gd name="T89" fmla="*/ 2147483646 h 764"/>
                <a:gd name="T90" fmla="*/ 2147483646 w 1256"/>
                <a:gd name="T91" fmla="*/ 2147483646 h 764"/>
                <a:gd name="T92" fmla="*/ 2147483646 w 1256"/>
                <a:gd name="T93" fmla="*/ 2147483646 h 764"/>
                <a:gd name="T94" fmla="*/ 2147483646 w 1256"/>
                <a:gd name="T95" fmla="*/ 2147483646 h 764"/>
                <a:gd name="T96" fmla="*/ 2147483646 w 1256"/>
                <a:gd name="T97" fmla="*/ 2147483646 h 764"/>
                <a:gd name="T98" fmla="*/ 2147483646 w 1256"/>
                <a:gd name="T99" fmla="*/ 2147483646 h 764"/>
                <a:gd name="T100" fmla="*/ 2147483646 w 1256"/>
                <a:gd name="T101" fmla="*/ 2147483646 h 764"/>
                <a:gd name="T102" fmla="*/ 2147483646 w 1256"/>
                <a:gd name="T103" fmla="*/ 2147483646 h 764"/>
                <a:gd name="T104" fmla="*/ 2147483646 w 1256"/>
                <a:gd name="T105" fmla="*/ 2147483646 h 764"/>
                <a:gd name="T106" fmla="*/ 2147483646 w 1256"/>
                <a:gd name="T107" fmla="*/ 2147483646 h 764"/>
                <a:gd name="T108" fmla="*/ 2147483646 w 1256"/>
                <a:gd name="T109" fmla="*/ 2147483646 h 764"/>
                <a:gd name="T110" fmla="*/ 2147483646 w 1256"/>
                <a:gd name="T111" fmla="*/ 2147483646 h 764"/>
                <a:gd name="T112" fmla="*/ 2147483646 w 1256"/>
                <a:gd name="T113" fmla="*/ 2147483646 h 764"/>
                <a:gd name="T114" fmla="*/ 2147483646 w 1256"/>
                <a:gd name="T115" fmla="*/ 2147483646 h 764"/>
                <a:gd name="T116" fmla="*/ 2147483646 w 1256"/>
                <a:gd name="T117" fmla="*/ 2147483646 h 764"/>
                <a:gd name="T118" fmla="*/ 2147483646 w 1256"/>
                <a:gd name="T119" fmla="*/ 2147483646 h 764"/>
                <a:gd name="T120" fmla="*/ 2147483646 w 1256"/>
                <a:gd name="T121" fmla="*/ 2147483646 h 764"/>
                <a:gd name="T122" fmla="*/ 2147483646 w 1256"/>
                <a:gd name="T123" fmla="*/ 2147483646 h 764"/>
                <a:gd name="T124" fmla="*/ 2147483646 w 1256"/>
                <a:gd name="T125" fmla="*/ 2147483646 h 764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256" h="764">
                  <a:moveTo>
                    <a:pt x="152" y="4"/>
                  </a:moveTo>
                  <a:lnTo>
                    <a:pt x="152" y="4"/>
                  </a:lnTo>
                  <a:lnTo>
                    <a:pt x="146" y="14"/>
                  </a:lnTo>
                  <a:lnTo>
                    <a:pt x="138" y="22"/>
                  </a:lnTo>
                  <a:lnTo>
                    <a:pt x="132" y="26"/>
                  </a:lnTo>
                  <a:lnTo>
                    <a:pt x="132" y="32"/>
                  </a:lnTo>
                  <a:lnTo>
                    <a:pt x="132" y="36"/>
                  </a:lnTo>
                  <a:lnTo>
                    <a:pt x="130" y="44"/>
                  </a:lnTo>
                  <a:lnTo>
                    <a:pt x="122" y="56"/>
                  </a:lnTo>
                  <a:lnTo>
                    <a:pt x="122" y="60"/>
                  </a:lnTo>
                  <a:lnTo>
                    <a:pt x="118" y="62"/>
                  </a:lnTo>
                  <a:lnTo>
                    <a:pt x="112" y="64"/>
                  </a:lnTo>
                  <a:lnTo>
                    <a:pt x="66" y="58"/>
                  </a:lnTo>
                  <a:lnTo>
                    <a:pt x="62" y="68"/>
                  </a:lnTo>
                  <a:lnTo>
                    <a:pt x="62" y="70"/>
                  </a:lnTo>
                  <a:lnTo>
                    <a:pt x="48" y="92"/>
                  </a:lnTo>
                  <a:lnTo>
                    <a:pt x="42" y="100"/>
                  </a:lnTo>
                  <a:lnTo>
                    <a:pt x="40" y="108"/>
                  </a:lnTo>
                  <a:lnTo>
                    <a:pt x="42" y="112"/>
                  </a:lnTo>
                  <a:lnTo>
                    <a:pt x="44" y="122"/>
                  </a:lnTo>
                  <a:lnTo>
                    <a:pt x="56" y="150"/>
                  </a:lnTo>
                  <a:lnTo>
                    <a:pt x="62" y="168"/>
                  </a:lnTo>
                  <a:lnTo>
                    <a:pt x="64" y="174"/>
                  </a:lnTo>
                  <a:lnTo>
                    <a:pt x="64" y="180"/>
                  </a:lnTo>
                  <a:lnTo>
                    <a:pt x="60" y="188"/>
                  </a:lnTo>
                  <a:lnTo>
                    <a:pt x="56" y="196"/>
                  </a:lnTo>
                  <a:lnTo>
                    <a:pt x="42" y="210"/>
                  </a:lnTo>
                  <a:lnTo>
                    <a:pt x="18" y="210"/>
                  </a:lnTo>
                  <a:lnTo>
                    <a:pt x="12" y="184"/>
                  </a:lnTo>
                  <a:lnTo>
                    <a:pt x="6" y="216"/>
                  </a:lnTo>
                  <a:lnTo>
                    <a:pt x="16" y="232"/>
                  </a:lnTo>
                  <a:lnTo>
                    <a:pt x="16" y="236"/>
                  </a:lnTo>
                  <a:lnTo>
                    <a:pt x="16" y="238"/>
                  </a:lnTo>
                  <a:lnTo>
                    <a:pt x="10" y="246"/>
                  </a:lnTo>
                  <a:lnTo>
                    <a:pt x="2" y="262"/>
                  </a:lnTo>
                  <a:lnTo>
                    <a:pt x="0" y="272"/>
                  </a:lnTo>
                  <a:lnTo>
                    <a:pt x="0" y="280"/>
                  </a:lnTo>
                  <a:lnTo>
                    <a:pt x="4" y="290"/>
                  </a:lnTo>
                  <a:lnTo>
                    <a:pt x="10" y="300"/>
                  </a:lnTo>
                  <a:lnTo>
                    <a:pt x="28" y="300"/>
                  </a:lnTo>
                  <a:lnTo>
                    <a:pt x="34" y="302"/>
                  </a:lnTo>
                  <a:lnTo>
                    <a:pt x="42" y="308"/>
                  </a:lnTo>
                  <a:lnTo>
                    <a:pt x="58" y="330"/>
                  </a:lnTo>
                  <a:lnTo>
                    <a:pt x="60" y="332"/>
                  </a:lnTo>
                  <a:lnTo>
                    <a:pt x="62" y="338"/>
                  </a:lnTo>
                  <a:lnTo>
                    <a:pt x="66" y="344"/>
                  </a:lnTo>
                  <a:lnTo>
                    <a:pt x="108" y="384"/>
                  </a:lnTo>
                  <a:lnTo>
                    <a:pt x="128" y="408"/>
                  </a:lnTo>
                  <a:lnTo>
                    <a:pt x="138" y="408"/>
                  </a:lnTo>
                  <a:lnTo>
                    <a:pt x="150" y="386"/>
                  </a:lnTo>
                  <a:lnTo>
                    <a:pt x="152" y="384"/>
                  </a:lnTo>
                  <a:lnTo>
                    <a:pt x="182" y="392"/>
                  </a:lnTo>
                  <a:lnTo>
                    <a:pt x="182" y="394"/>
                  </a:lnTo>
                  <a:lnTo>
                    <a:pt x="186" y="414"/>
                  </a:lnTo>
                  <a:lnTo>
                    <a:pt x="222" y="454"/>
                  </a:lnTo>
                  <a:lnTo>
                    <a:pt x="234" y="460"/>
                  </a:lnTo>
                  <a:lnTo>
                    <a:pt x="240" y="464"/>
                  </a:lnTo>
                  <a:lnTo>
                    <a:pt x="268" y="504"/>
                  </a:lnTo>
                  <a:lnTo>
                    <a:pt x="288" y="500"/>
                  </a:lnTo>
                  <a:lnTo>
                    <a:pt x="290" y="500"/>
                  </a:lnTo>
                  <a:lnTo>
                    <a:pt x="292" y="500"/>
                  </a:lnTo>
                  <a:lnTo>
                    <a:pt x="292" y="502"/>
                  </a:lnTo>
                  <a:lnTo>
                    <a:pt x="294" y="504"/>
                  </a:lnTo>
                  <a:lnTo>
                    <a:pt x="312" y="542"/>
                  </a:lnTo>
                  <a:lnTo>
                    <a:pt x="334" y="556"/>
                  </a:lnTo>
                  <a:lnTo>
                    <a:pt x="352" y="560"/>
                  </a:lnTo>
                  <a:lnTo>
                    <a:pt x="362" y="584"/>
                  </a:lnTo>
                  <a:lnTo>
                    <a:pt x="376" y="584"/>
                  </a:lnTo>
                  <a:lnTo>
                    <a:pt x="376" y="586"/>
                  </a:lnTo>
                  <a:lnTo>
                    <a:pt x="404" y="602"/>
                  </a:lnTo>
                  <a:lnTo>
                    <a:pt x="406" y="604"/>
                  </a:lnTo>
                  <a:lnTo>
                    <a:pt x="426" y="628"/>
                  </a:lnTo>
                  <a:lnTo>
                    <a:pt x="456" y="624"/>
                  </a:lnTo>
                  <a:lnTo>
                    <a:pt x="458" y="624"/>
                  </a:lnTo>
                  <a:lnTo>
                    <a:pt x="470" y="628"/>
                  </a:lnTo>
                  <a:lnTo>
                    <a:pt x="490" y="644"/>
                  </a:lnTo>
                  <a:lnTo>
                    <a:pt x="524" y="648"/>
                  </a:lnTo>
                  <a:lnTo>
                    <a:pt x="544" y="644"/>
                  </a:lnTo>
                  <a:lnTo>
                    <a:pt x="564" y="642"/>
                  </a:lnTo>
                  <a:lnTo>
                    <a:pt x="580" y="642"/>
                  </a:lnTo>
                  <a:lnTo>
                    <a:pt x="590" y="644"/>
                  </a:lnTo>
                  <a:lnTo>
                    <a:pt x="596" y="648"/>
                  </a:lnTo>
                  <a:lnTo>
                    <a:pt x="598" y="654"/>
                  </a:lnTo>
                  <a:lnTo>
                    <a:pt x="598" y="658"/>
                  </a:lnTo>
                  <a:lnTo>
                    <a:pt x="594" y="664"/>
                  </a:lnTo>
                  <a:lnTo>
                    <a:pt x="588" y="670"/>
                  </a:lnTo>
                  <a:lnTo>
                    <a:pt x="580" y="678"/>
                  </a:lnTo>
                  <a:lnTo>
                    <a:pt x="580" y="682"/>
                  </a:lnTo>
                  <a:lnTo>
                    <a:pt x="582" y="686"/>
                  </a:lnTo>
                  <a:lnTo>
                    <a:pt x="586" y="692"/>
                  </a:lnTo>
                  <a:lnTo>
                    <a:pt x="592" y="698"/>
                  </a:lnTo>
                  <a:lnTo>
                    <a:pt x="592" y="700"/>
                  </a:lnTo>
                  <a:lnTo>
                    <a:pt x="598" y="704"/>
                  </a:lnTo>
                  <a:lnTo>
                    <a:pt x="600" y="702"/>
                  </a:lnTo>
                  <a:lnTo>
                    <a:pt x="616" y="676"/>
                  </a:lnTo>
                  <a:lnTo>
                    <a:pt x="628" y="658"/>
                  </a:lnTo>
                  <a:lnTo>
                    <a:pt x="638" y="646"/>
                  </a:lnTo>
                  <a:lnTo>
                    <a:pt x="648" y="640"/>
                  </a:lnTo>
                  <a:lnTo>
                    <a:pt x="654" y="638"/>
                  </a:lnTo>
                  <a:lnTo>
                    <a:pt x="660" y="638"/>
                  </a:lnTo>
                  <a:lnTo>
                    <a:pt x="676" y="644"/>
                  </a:lnTo>
                  <a:lnTo>
                    <a:pt x="698" y="654"/>
                  </a:lnTo>
                  <a:lnTo>
                    <a:pt x="724" y="670"/>
                  </a:lnTo>
                  <a:lnTo>
                    <a:pt x="772" y="678"/>
                  </a:lnTo>
                  <a:lnTo>
                    <a:pt x="772" y="680"/>
                  </a:lnTo>
                  <a:lnTo>
                    <a:pt x="772" y="682"/>
                  </a:lnTo>
                  <a:lnTo>
                    <a:pt x="768" y="704"/>
                  </a:lnTo>
                  <a:lnTo>
                    <a:pt x="792" y="708"/>
                  </a:lnTo>
                  <a:lnTo>
                    <a:pt x="792" y="738"/>
                  </a:lnTo>
                  <a:lnTo>
                    <a:pt x="802" y="754"/>
                  </a:lnTo>
                  <a:lnTo>
                    <a:pt x="808" y="762"/>
                  </a:lnTo>
                  <a:lnTo>
                    <a:pt x="816" y="764"/>
                  </a:lnTo>
                  <a:lnTo>
                    <a:pt x="830" y="764"/>
                  </a:lnTo>
                  <a:lnTo>
                    <a:pt x="880" y="762"/>
                  </a:lnTo>
                  <a:lnTo>
                    <a:pt x="904" y="748"/>
                  </a:lnTo>
                  <a:lnTo>
                    <a:pt x="928" y="716"/>
                  </a:lnTo>
                  <a:lnTo>
                    <a:pt x="956" y="714"/>
                  </a:lnTo>
                  <a:lnTo>
                    <a:pt x="970" y="710"/>
                  </a:lnTo>
                  <a:lnTo>
                    <a:pt x="1022" y="680"/>
                  </a:lnTo>
                  <a:lnTo>
                    <a:pt x="1024" y="680"/>
                  </a:lnTo>
                  <a:lnTo>
                    <a:pt x="1060" y="676"/>
                  </a:lnTo>
                  <a:lnTo>
                    <a:pt x="1070" y="678"/>
                  </a:lnTo>
                  <a:lnTo>
                    <a:pt x="1076" y="680"/>
                  </a:lnTo>
                  <a:lnTo>
                    <a:pt x="1112" y="708"/>
                  </a:lnTo>
                  <a:lnTo>
                    <a:pt x="1122" y="712"/>
                  </a:lnTo>
                  <a:lnTo>
                    <a:pt x="1124" y="714"/>
                  </a:lnTo>
                  <a:lnTo>
                    <a:pt x="1136" y="720"/>
                  </a:lnTo>
                  <a:lnTo>
                    <a:pt x="1138" y="720"/>
                  </a:lnTo>
                  <a:lnTo>
                    <a:pt x="1138" y="718"/>
                  </a:lnTo>
                  <a:lnTo>
                    <a:pt x="1138" y="716"/>
                  </a:lnTo>
                  <a:lnTo>
                    <a:pt x="1144" y="692"/>
                  </a:lnTo>
                  <a:lnTo>
                    <a:pt x="1142" y="682"/>
                  </a:lnTo>
                  <a:lnTo>
                    <a:pt x="1144" y="674"/>
                  </a:lnTo>
                  <a:lnTo>
                    <a:pt x="1148" y="668"/>
                  </a:lnTo>
                  <a:lnTo>
                    <a:pt x="1156" y="666"/>
                  </a:lnTo>
                  <a:lnTo>
                    <a:pt x="1164" y="666"/>
                  </a:lnTo>
                  <a:lnTo>
                    <a:pt x="1172" y="672"/>
                  </a:lnTo>
                  <a:lnTo>
                    <a:pt x="1182" y="682"/>
                  </a:lnTo>
                  <a:lnTo>
                    <a:pt x="1190" y="696"/>
                  </a:lnTo>
                  <a:lnTo>
                    <a:pt x="1192" y="696"/>
                  </a:lnTo>
                  <a:lnTo>
                    <a:pt x="1212" y="688"/>
                  </a:lnTo>
                  <a:lnTo>
                    <a:pt x="1214" y="686"/>
                  </a:lnTo>
                  <a:lnTo>
                    <a:pt x="1216" y="684"/>
                  </a:lnTo>
                  <a:lnTo>
                    <a:pt x="1218" y="680"/>
                  </a:lnTo>
                  <a:lnTo>
                    <a:pt x="1214" y="664"/>
                  </a:lnTo>
                  <a:lnTo>
                    <a:pt x="1214" y="660"/>
                  </a:lnTo>
                  <a:lnTo>
                    <a:pt x="1214" y="656"/>
                  </a:lnTo>
                  <a:lnTo>
                    <a:pt x="1216" y="652"/>
                  </a:lnTo>
                  <a:lnTo>
                    <a:pt x="1220" y="650"/>
                  </a:lnTo>
                  <a:lnTo>
                    <a:pt x="1228" y="644"/>
                  </a:lnTo>
                  <a:lnTo>
                    <a:pt x="1244" y="624"/>
                  </a:lnTo>
                  <a:lnTo>
                    <a:pt x="1256" y="598"/>
                  </a:lnTo>
                  <a:lnTo>
                    <a:pt x="1250" y="586"/>
                  </a:lnTo>
                  <a:lnTo>
                    <a:pt x="1246" y="576"/>
                  </a:lnTo>
                  <a:lnTo>
                    <a:pt x="1246" y="568"/>
                  </a:lnTo>
                  <a:lnTo>
                    <a:pt x="1246" y="562"/>
                  </a:lnTo>
                  <a:lnTo>
                    <a:pt x="1248" y="540"/>
                  </a:lnTo>
                  <a:lnTo>
                    <a:pt x="1244" y="528"/>
                  </a:lnTo>
                  <a:lnTo>
                    <a:pt x="1242" y="518"/>
                  </a:lnTo>
                  <a:lnTo>
                    <a:pt x="1240" y="510"/>
                  </a:lnTo>
                  <a:lnTo>
                    <a:pt x="1232" y="498"/>
                  </a:lnTo>
                  <a:lnTo>
                    <a:pt x="1232" y="496"/>
                  </a:lnTo>
                  <a:lnTo>
                    <a:pt x="1228" y="468"/>
                  </a:lnTo>
                  <a:lnTo>
                    <a:pt x="1228" y="458"/>
                  </a:lnTo>
                  <a:lnTo>
                    <a:pt x="1228" y="448"/>
                  </a:lnTo>
                  <a:lnTo>
                    <a:pt x="1220" y="440"/>
                  </a:lnTo>
                  <a:lnTo>
                    <a:pt x="1214" y="432"/>
                  </a:lnTo>
                  <a:lnTo>
                    <a:pt x="1202" y="416"/>
                  </a:lnTo>
                  <a:lnTo>
                    <a:pt x="1200" y="414"/>
                  </a:lnTo>
                  <a:lnTo>
                    <a:pt x="1200" y="412"/>
                  </a:lnTo>
                  <a:lnTo>
                    <a:pt x="1196" y="392"/>
                  </a:lnTo>
                  <a:lnTo>
                    <a:pt x="1184" y="382"/>
                  </a:lnTo>
                  <a:lnTo>
                    <a:pt x="1184" y="384"/>
                  </a:lnTo>
                  <a:lnTo>
                    <a:pt x="1162" y="364"/>
                  </a:lnTo>
                  <a:lnTo>
                    <a:pt x="1162" y="366"/>
                  </a:lnTo>
                  <a:lnTo>
                    <a:pt x="1164" y="392"/>
                  </a:lnTo>
                  <a:lnTo>
                    <a:pt x="1164" y="394"/>
                  </a:lnTo>
                  <a:lnTo>
                    <a:pt x="1152" y="400"/>
                  </a:lnTo>
                  <a:lnTo>
                    <a:pt x="1152" y="416"/>
                  </a:lnTo>
                  <a:lnTo>
                    <a:pt x="1152" y="418"/>
                  </a:lnTo>
                  <a:lnTo>
                    <a:pt x="1124" y="428"/>
                  </a:lnTo>
                  <a:lnTo>
                    <a:pt x="1114" y="406"/>
                  </a:lnTo>
                  <a:lnTo>
                    <a:pt x="1108" y="404"/>
                  </a:lnTo>
                  <a:lnTo>
                    <a:pt x="1100" y="414"/>
                  </a:lnTo>
                  <a:lnTo>
                    <a:pt x="1094" y="430"/>
                  </a:lnTo>
                  <a:lnTo>
                    <a:pt x="1074" y="436"/>
                  </a:lnTo>
                  <a:lnTo>
                    <a:pt x="1062" y="428"/>
                  </a:lnTo>
                  <a:lnTo>
                    <a:pt x="1046" y="422"/>
                  </a:lnTo>
                  <a:lnTo>
                    <a:pt x="1042" y="400"/>
                  </a:lnTo>
                  <a:lnTo>
                    <a:pt x="1036" y="386"/>
                  </a:lnTo>
                  <a:lnTo>
                    <a:pt x="1026" y="382"/>
                  </a:lnTo>
                  <a:lnTo>
                    <a:pt x="1024" y="380"/>
                  </a:lnTo>
                  <a:lnTo>
                    <a:pt x="1018" y="372"/>
                  </a:lnTo>
                  <a:lnTo>
                    <a:pt x="1010" y="360"/>
                  </a:lnTo>
                  <a:lnTo>
                    <a:pt x="1000" y="344"/>
                  </a:lnTo>
                  <a:lnTo>
                    <a:pt x="990" y="344"/>
                  </a:lnTo>
                  <a:lnTo>
                    <a:pt x="974" y="350"/>
                  </a:lnTo>
                  <a:lnTo>
                    <a:pt x="972" y="352"/>
                  </a:lnTo>
                  <a:lnTo>
                    <a:pt x="932" y="348"/>
                  </a:lnTo>
                  <a:lnTo>
                    <a:pt x="900" y="342"/>
                  </a:lnTo>
                  <a:lnTo>
                    <a:pt x="884" y="332"/>
                  </a:lnTo>
                  <a:lnTo>
                    <a:pt x="860" y="324"/>
                  </a:lnTo>
                  <a:lnTo>
                    <a:pt x="838" y="318"/>
                  </a:lnTo>
                  <a:lnTo>
                    <a:pt x="832" y="314"/>
                  </a:lnTo>
                  <a:lnTo>
                    <a:pt x="828" y="312"/>
                  </a:lnTo>
                  <a:lnTo>
                    <a:pt x="824" y="308"/>
                  </a:lnTo>
                  <a:lnTo>
                    <a:pt x="820" y="308"/>
                  </a:lnTo>
                  <a:lnTo>
                    <a:pt x="804" y="300"/>
                  </a:lnTo>
                  <a:lnTo>
                    <a:pt x="804" y="298"/>
                  </a:lnTo>
                  <a:lnTo>
                    <a:pt x="796" y="290"/>
                  </a:lnTo>
                  <a:lnTo>
                    <a:pt x="794" y="282"/>
                  </a:lnTo>
                  <a:lnTo>
                    <a:pt x="788" y="272"/>
                  </a:lnTo>
                  <a:lnTo>
                    <a:pt x="776" y="268"/>
                  </a:lnTo>
                  <a:lnTo>
                    <a:pt x="772" y="270"/>
                  </a:lnTo>
                  <a:lnTo>
                    <a:pt x="768" y="274"/>
                  </a:lnTo>
                  <a:lnTo>
                    <a:pt x="766" y="276"/>
                  </a:lnTo>
                  <a:lnTo>
                    <a:pt x="760" y="280"/>
                  </a:lnTo>
                  <a:lnTo>
                    <a:pt x="756" y="280"/>
                  </a:lnTo>
                  <a:lnTo>
                    <a:pt x="750" y="282"/>
                  </a:lnTo>
                  <a:lnTo>
                    <a:pt x="746" y="280"/>
                  </a:lnTo>
                  <a:lnTo>
                    <a:pt x="740" y="276"/>
                  </a:lnTo>
                  <a:lnTo>
                    <a:pt x="736" y="272"/>
                  </a:lnTo>
                  <a:lnTo>
                    <a:pt x="720" y="256"/>
                  </a:lnTo>
                  <a:lnTo>
                    <a:pt x="714" y="246"/>
                  </a:lnTo>
                  <a:lnTo>
                    <a:pt x="708" y="238"/>
                  </a:lnTo>
                  <a:lnTo>
                    <a:pt x="704" y="232"/>
                  </a:lnTo>
                  <a:lnTo>
                    <a:pt x="698" y="224"/>
                  </a:lnTo>
                  <a:lnTo>
                    <a:pt x="692" y="216"/>
                  </a:lnTo>
                  <a:lnTo>
                    <a:pt x="690" y="206"/>
                  </a:lnTo>
                  <a:lnTo>
                    <a:pt x="692" y="196"/>
                  </a:lnTo>
                  <a:lnTo>
                    <a:pt x="702" y="178"/>
                  </a:lnTo>
                  <a:lnTo>
                    <a:pt x="708" y="160"/>
                  </a:lnTo>
                  <a:lnTo>
                    <a:pt x="710" y="148"/>
                  </a:lnTo>
                  <a:lnTo>
                    <a:pt x="706" y="128"/>
                  </a:lnTo>
                  <a:lnTo>
                    <a:pt x="694" y="118"/>
                  </a:lnTo>
                  <a:lnTo>
                    <a:pt x="696" y="104"/>
                  </a:lnTo>
                  <a:lnTo>
                    <a:pt x="698" y="96"/>
                  </a:lnTo>
                  <a:lnTo>
                    <a:pt x="700" y="90"/>
                  </a:lnTo>
                  <a:lnTo>
                    <a:pt x="704" y="86"/>
                  </a:lnTo>
                  <a:lnTo>
                    <a:pt x="708" y="84"/>
                  </a:lnTo>
                  <a:lnTo>
                    <a:pt x="712" y="84"/>
                  </a:lnTo>
                  <a:lnTo>
                    <a:pt x="712" y="80"/>
                  </a:lnTo>
                  <a:lnTo>
                    <a:pt x="712" y="78"/>
                  </a:lnTo>
                  <a:lnTo>
                    <a:pt x="712" y="62"/>
                  </a:lnTo>
                  <a:lnTo>
                    <a:pt x="712" y="44"/>
                  </a:lnTo>
                  <a:lnTo>
                    <a:pt x="710" y="42"/>
                  </a:lnTo>
                  <a:lnTo>
                    <a:pt x="708" y="40"/>
                  </a:lnTo>
                  <a:lnTo>
                    <a:pt x="706" y="40"/>
                  </a:lnTo>
                  <a:lnTo>
                    <a:pt x="692" y="30"/>
                  </a:lnTo>
                  <a:lnTo>
                    <a:pt x="680" y="20"/>
                  </a:lnTo>
                  <a:lnTo>
                    <a:pt x="642" y="14"/>
                  </a:lnTo>
                  <a:lnTo>
                    <a:pt x="630" y="4"/>
                  </a:lnTo>
                  <a:lnTo>
                    <a:pt x="608" y="4"/>
                  </a:lnTo>
                  <a:lnTo>
                    <a:pt x="602" y="6"/>
                  </a:lnTo>
                  <a:lnTo>
                    <a:pt x="596" y="10"/>
                  </a:lnTo>
                  <a:lnTo>
                    <a:pt x="594" y="10"/>
                  </a:lnTo>
                  <a:lnTo>
                    <a:pt x="576" y="16"/>
                  </a:lnTo>
                  <a:lnTo>
                    <a:pt x="532" y="16"/>
                  </a:lnTo>
                  <a:lnTo>
                    <a:pt x="524" y="20"/>
                  </a:lnTo>
                  <a:lnTo>
                    <a:pt x="518" y="24"/>
                  </a:lnTo>
                  <a:lnTo>
                    <a:pt x="508" y="28"/>
                  </a:lnTo>
                  <a:lnTo>
                    <a:pt x="492" y="34"/>
                  </a:lnTo>
                  <a:lnTo>
                    <a:pt x="472" y="40"/>
                  </a:lnTo>
                  <a:lnTo>
                    <a:pt x="470" y="40"/>
                  </a:lnTo>
                  <a:lnTo>
                    <a:pt x="440" y="36"/>
                  </a:lnTo>
                  <a:lnTo>
                    <a:pt x="438" y="36"/>
                  </a:lnTo>
                  <a:lnTo>
                    <a:pt x="428" y="36"/>
                  </a:lnTo>
                  <a:lnTo>
                    <a:pt x="410" y="40"/>
                  </a:lnTo>
                  <a:lnTo>
                    <a:pt x="374" y="44"/>
                  </a:lnTo>
                  <a:lnTo>
                    <a:pt x="372" y="44"/>
                  </a:lnTo>
                  <a:lnTo>
                    <a:pt x="356" y="36"/>
                  </a:lnTo>
                  <a:lnTo>
                    <a:pt x="340" y="36"/>
                  </a:lnTo>
                  <a:lnTo>
                    <a:pt x="330" y="32"/>
                  </a:lnTo>
                  <a:lnTo>
                    <a:pt x="320" y="20"/>
                  </a:lnTo>
                  <a:lnTo>
                    <a:pt x="318" y="20"/>
                  </a:lnTo>
                  <a:lnTo>
                    <a:pt x="316" y="12"/>
                  </a:lnTo>
                  <a:lnTo>
                    <a:pt x="314" y="8"/>
                  </a:lnTo>
                  <a:lnTo>
                    <a:pt x="310" y="4"/>
                  </a:lnTo>
                  <a:lnTo>
                    <a:pt x="302" y="0"/>
                  </a:lnTo>
                  <a:lnTo>
                    <a:pt x="296" y="8"/>
                  </a:lnTo>
                  <a:lnTo>
                    <a:pt x="270" y="20"/>
                  </a:lnTo>
                  <a:lnTo>
                    <a:pt x="268" y="20"/>
                  </a:lnTo>
                  <a:lnTo>
                    <a:pt x="236" y="22"/>
                  </a:lnTo>
                  <a:lnTo>
                    <a:pt x="226" y="20"/>
                  </a:lnTo>
                  <a:lnTo>
                    <a:pt x="210" y="16"/>
                  </a:lnTo>
                  <a:lnTo>
                    <a:pt x="184" y="12"/>
                  </a:lnTo>
                  <a:lnTo>
                    <a:pt x="182" y="12"/>
                  </a:lnTo>
                  <a:lnTo>
                    <a:pt x="166" y="4"/>
                  </a:lnTo>
                  <a:lnTo>
                    <a:pt x="152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noProof="1">
                <a:solidFill>
                  <a:srgbClr val="FFFFFF"/>
                </a:solidFill>
              </a:endParaRPr>
            </a:p>
          </p:txBody>
        </p:sp>
        <p:sp>
          <p:nvSpPr>
            <p:cNvPr id="19" name="云南"/>
            <p:cNvSpPr/>
            <p:nvPr/>
          </p:nvSpPr>
          <p:spPr bwMode="auto">
            <a:xfrm>
              <a:off x="3952875" y="4422775"/>
              <a:ext cx="1038225" cy="1082675"/>
            </a:xfrm>
            <a:custGeom>
              <a:avLst/>
              <a:gdLst>
                <a:gd name="T0" fmla="*/ 2147483646 w 568"/>
                <a:gd name="T1" fmla="*/ 2147483646 h 592"/>
                <a:gd name="T2" fmla="*/ 2147483646 w 568"/>
                <a:gd name="T3" fmla="*/ 2147483646 h 592"/>
                <a:gd name="T4" fmla="*/ 2147483646 w 568"/>
                <a:gd name="T5" fmla="*/ 2147483646 h 592"/>
                <a:gd name="T6" fmla="*/ 2147483646 w 568"/>
                <a:gd name="T7" fmla="*/ 2147483646 h 592"/>
                <a:gd name="T8" fmla="*/ 2147483646 w 568"/>
                <a:gd name="T9" fmla="*/ 2147483646 h 592"/>
                <a:gd name="T10" fmla="*/ 2147483646 w 568"/>
                <a:gd name="T11" fmla="*/ 2147483646 h 592"/>
                <a:gd name="T12" fmla="*/ 2147483646 w 568"/>
                <a:gd name="T13" fmla="*/ 2147483646 h 592"/>
                <a:gd name="T14" fmla="*/ 2147483646 w 568"/>
                <a:gd name="T15" fmla="*/ 2147483646 h 592"/>
                <a:gd name="T16" fmla="*/ 2147483646 w 568"/>
                <a:gd name="T17" fmla="*/ 2147483646 h 592"/>
                <a:gd name="T18" fmla="*/ 2147483646 w 568"/>
                <a:gd name="T19" fmla="*/ 2147483646 h 592"/>
                <a:gd name="T20" fmla="*/ 2147483646 w 568"/>
                <a:gd name="T21" fmla="*/ 2147483646 h 592"/>
                <a:gd name="T22" fmla="*/ 2147483646 w 568"/>
                <a:gd name="T23" fmla="*/ 2147483646 h 592"/>
                <a:gd name="T24" fmla="*/ 2147483646 w 568"/>
                <a:gd name="T25" fmla="*/ 2147483646 h 592"/>
                <a:gd name="T26" fmla="*/ 2147483646 w 568"/>
                <a:gd name="T27" fmla="*/ 2147483646 h 592"/>
                <a:gd name="T28" fmla="*/ 2147483646 w 568"/>
                <a:gd name="T29" fmla="*/ 2147483646 h 592"/>
                <a:gd name="T30" fmla="*/ 2147483646 w 568"/>
                <a:gd name="T31" fmla="*/ 2147483646 h 592"/>
                <a:gd name="T32" fmla="*/ 2147483646 w 568"/>
                <a:gd name="T33" fmla="*/ 2147483646 h 592"/>
                <a:gd name="T34" fmla="*/ 2147483646 w 568"/>
                <a:gd name="T35" fmla="*/ 2147483646 h 592"/>
                <a:gd name="T36" fmla="*/ 2147483646 w 568"/>
                <a:gd name="T37" fmla="*/ 2147483646 h 592"/>
                <a:gd name="T38" fmla="*/ 2147483646 w 568"/>
                <a:gd name="T39" fmla="*/ 2147483646 h 592"/>
                <a:gd name="T40" fmla="*/ 2147483646 w 568"/>
                <a:gd name="T41" fmla="*/ 2147483646 h 592"/>
                <a:gd name="T42" fmla="*/ 2147483646 w 568"/>
                <a:gd name="T43" fmla="*/ 2147483646 h 592"/>
                <a:gd name="T44" fmla="*/ 2147483646 w 568"/>
                <a:gd name="T45" fmla="*/ 2147483646 h 592"/>
                <a:gd name="T46" fmla="*/ 2147483646 w 568"/>
                <a:gd name="T47" fmla="*/ 2147483646 h 592"/>
                <a:gd name="T48" fmla="*/ 2147483646 w 568"/>
                <a:gd name="T49" fmla="*/ 2147483646 h 592"/>
                <a:gd name="T50" fmla="*/ 2147483646 w 568"/>
                <a:gd name="T51" fmla="*/ 2147483646 h 592"/>
                <a:gd name="T52" fmla="*/ 2147483646 w 568"/>
                <a:gd name="T53" fmla="*/ 2147483646 h 592"/>
                <a:gd name="T54" fmla="*/ 2147483646 w 568"/>
                <a:gd name="T55" fmla="*/ 2147483646 h 592"/>
                <a:gd name="T56" fmla="*/ 2147483646 w 568"/>
                <a:gd name="T57" fmla="*/ 2147483646 h 592"/>
                <a:gd name="T58" fmla="*/ 2147483646 w 568"/>
                <a:gd name="T59" fmla="*/ 2147483646 h 592"/>
                <a:gd name="T60" fmla="*/ 2147483646 w 568"/>
                <a:gd name="T61" fmla="*/ 2147483646 h 592"/>
                <a:gd name="T62" fmla="*/ 2147483646 w 568"/>
                <a:gd name="T63" fmla="*/ 2147483646 h 592"/>
                <a:gd name="T64" fmla="*/ 2147483646 w 568"/>
                <a:gd name="T65" fmla="*/ 2147483646 h 592"/>
                <a:gd name="T66" fmla="*/ 2147483646 w 568"/>
                <a:gd name="T67" fmla="*/ 2147483646 h 592"/>
                <a:gd name="T68" fmla="*/ 2147483646 w 568"/>
                <a:gd name="T69" fmla="*/ 2147483646 h 592"/>
                <a:gd name="T70" fmla="*/ 2147483646 w 568"/>
                <a:gd name="T71" fmla="*/ 2147483646 h 592"/>
                <a:gd name="T72" fmla="*/ 2147483646 w 568"/>
                <a:gd name="T73" fmla="*/ 2147483646 h 592"/>
                <a:gd name="T74" fmla="*/ 2147483646 w 568"/>
                <a:gd name="T75" fmla="*/ 2147483646 h 592"/>
                <a:gd name="T76" fmla="*/ 2147483646 w 568"/>
                <a:gd name="T77" fmla="*/ 2147483646 h 592"/>
                <a:gd name="T78" fmla="*/ 2147483646 w 568"/>
                <a:gd name="T79" fmla="*/ 2147483646 h 592"/>
                <a:gd name="T80" fmla="*/ 2147483646 w 568"/>
                <a:gd name="T81" fmla="*/ 2147483646 h 592"/>
                <a:gd name="T82" fmla="*/ 2147483646 w 568"/>
                <a:gd name="T83" fmla="*/ 2147483646 h 592"/>
                <a:gd name="T84" fmla="*/ 2147483646 w 568"/>
                <a:gd name="T85" fmla="*/ 2147483646 h 592"/>
                <a:gd name="T86" fmla="*/ 2147483646 w 568"/>
                <a:gd name="T87" fmla="*/ 2147483646 h 592"/>
                <a:gd name="T88" fmla="*/ 2147483646 w 568"/>
                <a:gd name="T89" fmla="*/ 2147483646 h 592"/>
                <a:gd name="T90" fmla="*/ 2147483646 w 568"/>
                <a:gd name="T91" fmla="*/ 2147483646 h 592"/>
                <a:gd name="T92" fmla="*/ 2147483646 w 568"/>
                <a:gd name="T93" fmla="*/ 2147483646 h 592"/>
                <a:gd name="T94" fmla="*/ 2147483646 w 568"/>
                <a:gd name="T95" fmla="*/ 2147483646 h 592"/>
                <a:gd name="T96" fmla="*/ 2147483646 w 568"/>
                <a:gd name="T97" fmla="*/ 2147483646 h 592"/>
                <a:gd name="T98" fmla="*/ 2147483646 w 568"/>
                <a:gd name="T99" fmla="*/ 2147483646 h 592"/>
                <a:gd name="T100" fmla="*/ 2147483646 w 568"/>
                <a:gd name="T101" fmla="*/ 2147483646 h 592"/>
                <a:gd name="T102" fmla="*/ 2147483646 w 568"/>
                <a:gd name="T103" fmla="*/ 2147483646 h 592"/>
                <a:gd name="T104" fmla="*/ 2147483646 w 568"/>
                <a:gd name="T105" fmla="*/ 2147483646 h 592"/>
                <a:gd name="T106" fmla="*/ 2147483646 w 568"/>
                <a:gd name="T107" fmla="*/ 2147483646 h 59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568" h="592">
                  <a:moveTo>
                    <a:pt x="4" y="364"/>
                  </a:moveTo>
                  <a:lnTo>
                    <a:pt x="0" y="374"/>
                  </a:lnTo>
                  <a:lnTo>
                    <a:pt x="10" y="372"/>
                  </a:lnTo>
                  <a:lnTo>
                    <a:pt x="18" y="366"/>
                  </a:lnTo>
                  <a:lnTo>
                    <a:pt x="20" y="364"/>
                  </a:lnTo>
                  <a:lnTo>
                    <a:pt x="52" y="360"/>
                  </a:lnTo>
                  <a:lnTo>
                    <a:pt x="74" y="350"/>
                  </a:lnTo>
                  <a:lnTo>
                    <a:pt x="82" y="362"/>
                  </a:lnTo>
                  <a:lnTo>
                    <a:pt x="84" y="362"/>
                  </a:lnTo>
                  <a:lnTo>
                    <a:pt x="74" y="378"/>
                  </a:lnTo>
                  <a:lnTo>
                    <a:pt x="84" y="388"/>
                  </a:lnTo>
                  <a:lnTo>
                    <a:pt x="84" y="390"/>
                  </a:lnTo>
                  <a:lnTo>
                    <a:pt x="84" y="392"/>
                  </a:lnTo>
                  <a:lnTo>
                    <a:pt x="76" y="426"/>
                  </a:lnTo>
                  <a:lnTo>
                    <a:pt x="98" y="440"/>
                  </a:lnTo>
                  <a:lnTo>
                    <a:pt x="136" y="442"/>
                  </a:lnTo>
                  <a:lnTo>
                    <a:pt x="130" y="450"/>
                  </a:lnTo>
                  <a:lnTo>
                    <a:pt x="104" y="486"/>
                  </a:lnTo>
                  <a:lnTo>
                    <a:pt x="98" y="496"/>
                  </a:lnTo>
                  <a:lnTo>
                    <a:pt x="96" y="502"/>
                  </a:lnTo>
                  <a:lnTo>
                    <a:pt x="110" y="506"/>
                  </a:lnTo>
                  <a:lnTo>
                    <a:pt x="122" y="508"/>
                  </a:lnTo>
                  <a:lnTo>
                    <a:pt x="132" y="510"/>
                  </a:lnTo>
                  <a:lnTo>
                    <a:pt x="140" y="516"/>
                  </a:lnTo>
                  <a:lnTo>
                    <a:pt x="144" y="520"/>
                  </a:lnTo>
                  <a:lnTo>
                    <a:pt x="152" y="534"/>
                  </a:lnTo>
                  <a:lnTo>
                    <a:pt x="158" y="550"/>
                  </a:lnTo>
                  <a:lnTo>
                    <a:pt x="180" y="562"/>
                  </a:lnTo>
                  <a:lnTo>
                    <a:pt x="192" y="564"/>
                  </a:lnTo>
                  <a:lnTo>
                    <a:pt x="220" y="540"/>
                  </a:lnTo>
                  <a:lnTo>
                    <a:pt x="236" y="562"/>
                  </a:lnTo>
                  <a:lnTo>
                    <a:pt x="236" y="564"/>
                  </a:lnTo>
                  <a:lnTo>
                    <a:pt x="240" y="584"/>
                  </a:lnTo>
                  <a:lnTo>
                    <a:pt x="252" y="586"/>
                  </a:lnTo>
                  <a:lnTo>
                    <a:pt x="272" y="592"/>
                  </a:lnTo>
                  <a:lnTo>
                    <a:pt x="276" y="592"/>
                  </a:lnTo>
                  <a:lnTo>
                    <a:pt x="276" y="590"/>
                  </a:lnTo>
                  <a:lnTo>
                    <a:pt x="272" y="570"/>
                  </a:lnTo>
                  <a:lnTo>
                    <a:pt x="272" y="568"/>
                  </a:lnTo>
                  <a:lnTo>
                    <a:pt x="262" y="522"/>
                  </a:lnTo>
                  <a:lnTo>
                    <a:pt x="262" y="520"/>
                  </a:lnTo>
                  <a:lnTo>
                    <a:pt x="268" y="488"/>
                  </a:lnTo>
                  <a:lnTo>
                    <a:pt x="270" y="488"/>
                  </a:lnTo>
                  <a:lnTo>
                    <a:pt x="272" y="488"/>
                  </a:lnTo>
                  <a:lnTo>
                    <a:pt x="294" y="490"/>
                  </a:lnTo>
                  <a:lnTo>
                    <a:pt x="320" y="470"/>
                  </a:lnTo>
                  <a:lnTo>
                    <a:pt x="324" y="472"/>
                  </a:lnTo>
                  <a:lnTo>
                    <a:pt x="342" y="486"/>
                  </a:lnTo>
                  <a:lnTo>
                    <a:pt x="352" y="498"/>
                  </a:lnTo>
                  <a:lnTo>
                    <a:pt x="362" y="490"/>
                  </a:lnTo>
                  <a:lnTo>
                    <a:pt x="378" y="474"/>
                  </a:lnTo>
                  <a:lnTo>
                    <a:pt x="378" y="472"/>
                  </a:lnTo>
                  <a:lnTo>
                    <a:pt x="380" y="472"/>
                  </a:lnTo>
                  <a:lnTo>
                    <a:pt x="420" y="482"/>
                  </a:lnTo>
                  <a:lnTo>
                    <a:pt x="438" y="468"/>
                  </a:lnTo>
                  <a:lnTo>
                    <a:pt x="438" y="466"/>
                  </a:lnTo>
                  <a:lnTo>
                    <a:pt x="440" y="466"/>
                  </a:lnTo>
                  <a:lnTo>
                    <a:pt x="458" y="470"/>
                  </a:lnTo>
                  <a:lnTo>
                    <a:pt x="512" y="422"/>
                  </a:lnTo>
                  <a:lnTo>
                    <a:pt x="528" y="426"/>
                  </a:lnTo>
                  <a:lnTo>
                    <a:pt x="530" y="428"/>
                  </a:lnTo>
                  <a:lnTo>
                    <a:pt x="532" y="428"/>
                  </a:lnTo>
                  <a:lnTo>
                    <a:pt x="536" y="436"/>
                  </a:lnTo>
                  <a:lnTo>
                    <a:pt x="540" y="432"/>
                  </a:lnTo>
                  <a:lnTo>
                    <a:pt x="540" y="430"/>
                  </a:lnTo>
                  <a:lnTo>
                    <a:pt x="556" y="422"/>
                  </a:lnTo>
                  <a:lnTo>
                    <a:pt x="568" y="410"/>
                  </a:lnTo>
                  <a:lnTo>
                    <a:pt x="566" y="386"/>
                  </a:lnTo>
                  <a:lnTo>
                    <a:pt x="564" y="382"/>
                  </a:lnTo>
                  <a:lnTo>
                    <a:pt x="548" y="388"/>
                  </a:lnTo>
                  <a:lnTo>
                    <a:pt x="542" y="392"/>
                  </a:lnTo>
                  <a:lnTo>
                    <a:pt x="534" y="392"/>
                  </a:lnTo>
                  <a:lnTo>
                    <a:pt x="516" y="392"/>
                  </a:lnTo>
                  <a:lnTo>
                    <a:pt x="510" y="390"/>
                  </a:lnTo>
                  <a:lnTo>
                    <a:pt x="504" y="386"/>
                  </a:lnTo>
                  <a:lnTo>
                    <a:pt x="504" y="360"/>
                  </a:lnTo>
                  <a:lnTo>
                    <a:pt x="496" y="358"/>
                  </a:lnTo>
                  <a:lnTo>
                    <a:pt x="492" y="356"/>
                  </a:lnTo>
                  <a:lnTo>
                    <a:pt x="488" y="358"/>
                  </a:lnTo>
                  <a:lnTo>
                    <a:pt x="484" y="360"/>
                  </a:lnTo>
                  <a:lnTo>
                    <a:pt x="472" y="364"/>
                  </a:lnTo>
                  <a:lnTo>
                    <a:pt x="468" y="364"/>
                  </a:lnTo>
                  <a:lnTo>
                    <a:pt x="468" y="362"/>
                  </a:lnTo>
                  <a:lnTo>
                    <a:pt x="462" y="350"/>
                  </a:lnTo>
                  <a:lnTo>
                    <a:pt x="460" y="340"/>
                  </a:lnTo>
                  <a:lnTo>
                    <a:pt x="468" y="310"/>
                  </a:lnTo>
                  <a:lnTo>
                    <a:pt x="468" y="308"/>
                  </a:lnTo>
                  <a:lnTo>
                    <a:pt x="476" y="294"/>
                  </a:lnTo>
                  <a:lnTo>
                    <a:pt x="452" y="274"/>
                  </a:lnTo>
                  <a:lnTo>
                    <a:pt x="452" y="272"/>
                  </a:lnTo>
                  <a:lnTo>
                    <a:pt x="452" y="248"/>
                  </a:lnTo>
                  <a:lnTo>
                    <a:pt x="464" y="212"/>
                  </a:lnTo>
                  <a:lnTo>
                    <a:pt x="456" y="192"/>
                  </a:lnTo>
                  <a:lnTo>
                    <a:pt x="450" y="190"/>
                  </a:lnTo>
                  <a:lnTo>
                    <a:pt x="440" y="190"/>
                  </a:lnTo>
                  <a:lnTo>
                    <a:pt x="432" y="204"/>
                  </a:lnTo>
                  <a:lnTo>
                    <a:pt x="420" y="196"/>
                  </a:lnTo>
                  <a:lnTo>
                    <a:pt x="410" y="190"/>
                  </a:lnTo>
                  <a:lnTo>
                    <a:pt x="400" y="168"/>
                  </a:lnTo>
                  <a:lnTo>
                    <a:pt x="398" y="152"/>
                  </a:lnTo>
                  <a:lnTo>
                    <a:pt x="398" y="150"/>
                  </a:lnTo>
                  <a:lnTo>
                    <a:pt x="396" y="148"/>
                  </a:lnTo>
                  <a:lnTo>
                    <a:pt x="400" y="148"/>
                  </a:lnTo>
                  <a:lnTo>
                    <a:pt x="410" y="132"/>
                  </a:lnTo>
                  <a:lnTo>
                    <a:pt x="412" y="132"/>
                  </a:lnTo>
                  <a:lnTo>
                    <a:pt x="420" y="130"/>
                  </a:lnTo>
                  <a:lnTo>
                    <a:pt x="430" y="128"/>
                  </a:lnTo>
                  <a:lnTo>
                    <a:pt x="472" y="126"/>
                  </a:lnTo>
                  <a:lnTo>
                    <a:pt x="478" y="128"/>
                  </a:lnTo>
                  <a:lnTo>
                    <a:pt x="480" y="128"/>
                  </a:lnTo>
                  <a:lnTo>
                    <a:pt x="486" y="132"/>
                  </a:lnTo>
                  <a:lnTo>
                    <a:pt x="496" y="126"/>
                  </a:lnTo>
                  <a:lnTo>
                    <a:pt x="506" y="120"/>
                  </a:lnTo>
                  <a:lnTo>
                    <a:pt x="512" y="112"/>
                  </a:lnTo>
                  <a:lnTo>
                    <a:pt x="512" y="108"/>
                  </a:lnTo>
                  <a:lnTo>
                    <a:pt x="512" y="90"/>
                  </a:lnTo>
                  <a:lnTo>
                    <a:pt x="502" y="88"/>
                  </a:lnTo>
                  <a:lnTo>
                    <a:pt x="486" y="94"/>
                  </a:lnTo>
                  <a:lnTo>
                    <a:pt x="478" y="100"/>
                  </a:lnTo>
                  <a:lnTo>
                    <a:pt x="474" y="102"/>
                  </a:lnTo>
                  <a:lnTo>
                    <a:pt x="470" y="104"/>
                  </a:lnTo>
                  <a:lnTo>
                    <a:pt x="466" y="102"/>
                  </a:lnTo>
                  <a:lnTo>
                    <a:pt x="462" y="100"/>
                  </a:lnTo>
                  <a:lnTo>
                    <a:pt x="454" y="90"/>
                  </a:lnTo>
                  <a:lnTo>
                    <a:pt x="454" y="88"/>
                  </a:lnTo>
                  <a:lnTo>
                    <a:pt x="452" y="78"/>
                  </a:lnTo>
                  <a:lnTo>
                    <a:pt x="452" y="76"/>
                  </a:lnTo>
                  <a:lnTo>
                    <a:pt x="454" y="66"/>
                  </a:lnTo>
                  <a:lnTo>
                    <a:pt x="444" y="44"/>
                  </a:lnTo>
                  <a:lnTo>
                    <a:pt x="428" y="48"/>
                  </a:lnTo>
                  <a:lnTo>
                    <a:pt x="420" y="56"/>
                  </a:lnTo>
                  <a:lnTo>
                    <a:pt x="424" y="80"/>
                  </a:lnTo>
                  <a:lnTo>
                    <a:pt x="396" y="68"/>
                  </a:lnTo>
                  <a:lnTo>
                    <a:pt x="404" y="82"/>
                  </a:lnTo>
                  <a:lnTo>
                    <a:pt x="404" y="84"/>
                  </a:lnTo>
                  <a:lnTo>
                    <a:pt x="402" y="100"/>
                  </a:lnTo>
                  <a:lnTo>
                    <a:pt x="402" y="102"/>
                  </a:lnTo>
                  <a:lnTo>
                    <a:pt x="400" y="102"/>
                  </a:lnTo>
                  <a:lnTo>
                    <a:pt x="386" y="124"/>
                  </a:lnTo>
                  <a:lnTo>
                    <a:pt x="360" y="138"/>
                  </a:lnTo>
                  <a:lnTo>
                    <a:pt x="358" y="152"/>
                  </a:lnTo>
                  <a:lnTo>
                    <a:pt x="360" y="160"/>
                  </a:lnTo>
                  <a:lnTo>
                    <a:pt x="364" y="170"/>
                  </a:lnTo>
                  <a:lnTo>
                    <a:pt x="366" y="170"/>
                  </a:lnTo>
                  <a:lnTo>
                    <a:pt x="366" y="172"/>
                  </a:lnTo>
                  <a:lnTo>
                    <a:pt x="368" y="192"/>
                  </a:lnTo>
                  <a:lnTo>
                    <a:pt x="368" y="194"/>
                  </a:lnTo>
                  <a:lnTo>
                    <a:pt x="366" y="196"/>
                  </a:lnTo>
                  <a:lnTo>
                    <a:pt x="356" y="208"/>
                  </a:lnTo>
                  <a:lnTo>
                    <a:pt x="348" y="214"/>
                  </a:lnTo>
                  <a:lnTo>
                    <a:pt x="346" y="214"/>
                  </a:lnTo>
                  <a:lnTo>
                    <a:pt x="344" y="214"/>
                  </a:lnTo>
                  <a:lnTo>
                    <a:pt x="326" y="210"/>
                  </a:lnTo>
                  <a:lnTo>
                    <a:pt x="322" y="210"/>
                  </a:lnTo>
                  <a:lnTo>
                    <a:pt x="316" y="214"/>
                  </a:lnTo>
                  <a:lnTo>
                    <a:pt x="308" y="224"/>
                  </a:lnTo>
                  <a:lnTo>
                    <a:pt x="300" y="232"/>
                  </a:lnTo>
                  <a:lnTo>
                    <a:pt x="298" y="236"/>
                  </a:lnTo>
                  <a:lnTo>
                    <a:pt x="294" y="238"/>
                  </a:lnTo>
                  <a:lnTo>
                    <a:pt x="288" y="240"/>
                  </a:lnTo>
                  <a:lnTo>
                    <a:pt x="282" y="238"/>
                  </a:lnTo>
                  <a:lnTo>
                    <a:pt x="280" y="238"/>
                  </a:lnTo>
                  <a:lnTo>
                    <a:pt x="278" y="234"/>
                  </a:lnTo>
                  <a:lnTo>
                    <a:pt x="276" y="230"/>
                  </a:lnTo>
                  <a:lnTo>
                    <a:pt x="276" y="224"/>
                  </a:lnTo>
                  <a:lnTo>
                    <a:pt x="276" y="220"/>
                  </a:lnTo>
                  <a:lnTo>
                    <a:pt x="276" y="214"/>
                  </a:lnTo>
                  <a:lnTo>
                    <a:pt x="272" y="218"/>
                  </a:lnTo>
                  <a:lnTo>
                    <a:pt x="270" y="220"/>
                  </a:lnTo>
                  <a:lnTo>
                    <a:pt x="264" y="222"/>
                  </a:lnTo>
                  <a:lnTo>
                    <a:pt x="260" y="218"/>
                  </a:lnTo>
                  <a:lnTo>
                    <a:pt x="258" y="212"/>
                  </a:lnTo>
                  <a:lnTo>
                    <a:pt x="256" y="192"/>
                  </a:lnTo>
                  <a:lnTo>
                    <a:pt x="252" y="176"/>
                  </a:lnTo>
                  <a:lnTo>
                    <a:pt x="244" y="168"/>
                  </a:lnTo>
                  <a:lnTo>
                    <a:pt x="244" y="166"/>
                  </a:lnTo>
                  <a:lnTo>
                    <a:pt x="226" y="128"/>
                  </a:lnTo>
                  <a:lnTo>
                    <a:pt x="220" y="116"/>
                  </a:lnTo>
                  <a:lnTo>
                    <a:pt x="220" y="114"/>
                  </a:lnTo>
                  <a:lnTo>
                    <a:pt x="216" y="94"/>
                  </a:lnTo>
                  <a:lnTo>
                    <a:pt x="214" y="90"/>
                  </a:lnTo>
                  <a:lnTo>
                    <a:pt x="212" y="92"/>
                  </a:lnTo>
                  <a:lnTo>
                    <a:pt x="204" y="100"/>
                  </a:lnTo>
                  <a:lnTo>
                    <a:pt x="200" y="104"/>
                  </a:lnTo>
                  <a:lnTo>
                    <a:pt x="196" y="102"/>
                  </a:lnTo>
                  <a:lnTo>
                    <a:pt x="188" y="96"/>
                  </a:lnTo>
                  <a:lnTo>
                    <a:pt x="176" y="90"/>
                  </a:lnTo>
                  <a:lnTo>
                    <a:pt x="174" y="88"/>
                  </a:lnTo>
                  <a:lnTo>
                    <a:pt x="172" y="88"/>
                  </a:lnTo>
                  <a:lnTo>
                    <a:pt x="172" y="86"/>
                  </a:lnTo>
                  <a:lnTo>
                    <a:pt x="172" y="70"/>
                  </a:lnTo>
                  <a:lnTo>
                    <a:pt x="168" y="58"/>
                  </a:lnTo>
                  <a:lnTo>
                    <a:pt x="162" y="42"/>
                  </a:lnTo>
                  <a:lnTo>
                    <a:pt x="156" y="42"/>
                  </a:lnTo>
                  <a:lnTo>
                    <a:pt x="156" y="50"/>
                  </a:lnTo>
                  <a:lnTo>
                    <a:pt x="154" y="58"/>
                  </a:lnTo>
                  <a:lnTo>
                    <a:pt x="150" y="64"/>
                  </a:lnTo>
                  <a:lnTo>
                    <a:pt x="144" y="70"/>
                  </a:lnTo>
                  <a:lnTo>
                    <a:pt x="142" y="78"/>
                  </a:lnTo>
                  <a:lnTo>
                    <a:pt x="138" y="82"/>
                  </a:lnTo>
                  <a:lnTo>
                    <a:pt x="134" y="86"/>
                  </a:lnTo>
                  <a:lnTo>
                    <a:pt x="130" y="86"/>
                  </a:lnTo>
                  <a:lnTo>
                    <a:pt x="128" y="86"/>
                  </a:lnTo>
                  <a:lnTo>
                    <a:pt x="124" y="84"/>
                  </a:lnTo>
                  <a:lnTo>
                    <a:pt x="122" y="84"/>
                  </a:lnTo>
                  <a:lnTo>
                    <a:pt x="118" y="82"/>
                  </a:lnTo>
                  <a:lnTo>
                    <a:pt x="118" y="78"/>
                  </a:lnTo>
                  <a:lnTo>
                    <a:pt x="116" y="66"/>
                  </a:lnTo>
                  <a:lnTo>
                    <a:pt x="116" y="62"/>
                  </a:lnTo>
                  <a:lnTo>
                    <a:pt x="106" y="56"/>
                  </a:lnTo>
                  <a:lnTo>
                    <a:pt x="104" y="54"/>
                  </a:lnTo>
                  <a:lnTo>
                    <a:pt x="102" y="50"/>
                  </a:lnTo>
                  <a:lnTo>
                    <a:pt x="100" y="42"/>
                  </a:lnTo>
                  <a:lnTo>
                    <a:pt x="104" y="6"/>
                  </a:lnTo>
                  <a:lnTo>
                    <a:pt x="102" y="0"/>
                  </a:lnTo>
                  <a:lnTo>
                    <a:pt x="88" y="14"/>
                  </a:lnTo>
                  <a:lnTo>
                    <a:pt x="80" y="20"/>
                  </a:lnTo>
                  <a:lnTo>
                    <a:pt x="78" y="26"/>
                  </a:lnTo>
                  <a:lnTo>
                    <a:pt x="82" y="36"/>
                  </a:lnTo>
                  <a:lnTo>
                    <a:pt x="82" y="44"/>
                  </a:lnTo>
                  <a:lnTo>
                    <a:pt x="82" y="48"/>
                  </a:lnTo>
                  <a:lnTo>
                    <a:pt x="80" y="54"/>
                  </a:lnTo>
                  <a:lnTo>
                    <a:pt x="76" y="58"/>
                  </a:lnTo>
                  <a:lnTo>
                    <a:pt x="72" y="60"/>
                  </a:lnTo>
                  <a:lnTo>
                    <a:pt x="56" y="66"/>
                  </a:lnTo>
                  <a:lnTo>
                    <a:pt x="52" y="68"/>
                  </a:lnTo>
                  <a:lnTo>
                    <a:pt x="52" y="74"/>
                  </a:lnTo>
                  <a:lnTo>
                    <a:pt x="52" y="96"/>
                  </a:lnTo>
                  <a:lnTo>
                    <a:pt x="54" y="104"/>
                  </a:lnTo>
                  <a:lnTo>
                    <a:pt x="54" y="106"/>
                  </a:lnTo>
                  <a:lnTo>
                    <a:pt x="56" y="108"/>
                  </a:lnTo>
                  <a:lnTo>
                    <a:pt x="64" y="108"/>
                  </a:lnTo>
                  <a:lnTo>
                    <a:pt x="68" y="108"/>
                  </a:lnTo>
                  <a:lnTo>
                    <a:pt x="72" y="106"/>
                  </a:lnTo>
                  <a:lnTo>
                    <a:pt x="76" y="104"/>
                  </a:lnTo>
                  <a:lnTo>
                    <a:pt x="92" y="138"/>
                  </a:lnTo>
                  <a:lnTo>
                    <a:pt x="92" y="140"/>
                  </a:lnTo>
                  <a:lnTo>
                    <a:pt x="88" y="184"/>
                  </a:lnTo>
                  <a:lnTo>
                    <a:pt x="82" y="216"/>
                  </a:lnTo>
                  <a:lnTo>
                    <a:pt x="78" y="238"/>
                  </a:lnTo>
                  <a:lnTo>
                    <a:pt x="72" y="250"/>
                  </a:lnTo>
                  <a:lnTo>
                    <a:pt x="68" y="254"/>
                  </a:lnTo>
                  <a:lnTo>
                    <a:pt x="62" y="256"/>
                  </a:lnTo>
                  <a:lnTo>
                    <a:pt x="54" y="254"/>
                  </a:lnTo>
                  <a:lnTo>
                    <a:pt x="48" y="252"/>
                  </a:lnTo>
                  <a:lnTo>
                    <a:pt x="22" y="298"/>
                  </a:lnTo>
                  <a:lnTo>
                    <a:pt x="12" y="312"/>
                  </a:lnTo>
                  <a:lnTo>
                    <a:pt x="6" y="318"/>
                  </a:lnTo>
                  <a:lnTo>
                    <a:pt x="8" y="318"/>
                  </a:lnTo>
                  <a:lnTo>
                    <a:pt x="6" y="320"/>
                  </a:lnTo>
                  <a:lnTo>
                    <a:pt x="4" y="326"/>
                  </a:lnTo>
                  <a:lnTo>
                    <a:pt x="4" y="348"/>
                  </a:lnTo>
                  <a:lnTo>
                    <a:pt x="8" y="352"/>
                  </a:lnTo>
                  <a:lnTo>
                    <a:pt x="10" y="352"/>
                  </a:lnTo>
                  <a:lnTo>
                    <a:pt x="12" y="354"/>
                  </a:lnTo>
                  <a:lnTo>
                    <a:pt x="4" y="3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noProof="1">
                <a:solidFill>
                  <a:srgbClr val="FFFFFF"/>
                </a:solidFill>
              </a:endParaRPr>
            </a:p>
          </p:txBody>
        </p:sp>
        <p:sp>
          <p:nvSpPr>
            <p:cNvPr id="20" name="贵州"/>
            <p:cNvSpPr/>
            <p:nvPr/>
          </p:nvSpPr>
          <p:spPr bwMode="auto">
            <a:xfrm>
              <a:off x="4697413" y="4408488"/>
              <a:ext cx="701675" cy="608012"/>
            </a:xfrm>
            <a:custGeom>
              <a:avLst/>
              <a:gdLst>
                <a:gd name="T0" fmla="*/ 2147483646 w 384"/>
                <a:gd name="T1" fmla="*/ 2147483646 h 332"/>
                <a:gd name="T2" fmla="*/ 2147483646 w 384"/>
                <a:gd name="T3" fmla="*/ 2147483646 h 332"/>
                <a:gd name="T4" fmla="*/ 2147483646 w 384"/>
                <a:gd name="T5" fmla="*/ 2147483646 h 332"/>
                <a:gd name="T6" fmla="*/ 2147483646 w 384"/>
                <a:gd name="T7" fmla="*/ 2147483646 h 332"/>
                <a:gd name="T8" fmla="*/ 2147483646 w 384"/>
                <a:gd name="T9" fmla="*/ 2147483646 h 332"/>
                <a:gd name="T10" fmla="*/ 2147483646 w 384"/>
                <a:gd name="T11" fmla="*/ 2147483646 h 332"/>
                <a:gd name="T12" fmla="*/ 2147483646 w 384"/>
                <a:gd name="T13" fmla="*/ 2147483646 h 332"/>
                <a:gd name="T14" fmla="*/ 2147483646 w 384"/>
                <a:gd name="T15" fmla="*/ 2147483646 h 332"/>
                <a:gd name="T16" fmla="*/ 2147483646 w 384"/>
                <a:gd name="T17" fmla="*/ 2147483646 h 332"/>
                <a:gd name="T18" fmla="*/ 2147483646 w 384"/>
                <a:gd name="T19" fmla="*/ 2147483646 h 332"/>
                <a:gd name="T20" fmla="*/ 2147483646 w 384"/>
                <a:gd name="T21" fmla="*/ 2147483646 h 332"/>
                <a:gd name="T22" fmla="*/ 2147483646 w 384"/>
                <a:gd name="T23" fmla="*/ 2147483646 h 332"/>
                <a:gd name="T24" fmla="*/ 2147483646 w 384"/>
                <a:gd name="T25" fmla="*/ 2147483646 h 332"/>
                <a:gd name="T26" fmla="*/ 2147483646 w 384"/>
                <a:gd name="T27" fmla="*/ 2147483646 h 332"/>
                <a:gd name="T28" fmla="*/ 2147483646 w 384"/>
                <a:gd name="T29" fmla="*/ 2147483646 h 332"/>
                <a:gd name="T30" fmla="*/ 2147483646 w 384"/>
                <a:gd name="T31" fmla="*/ 2147483646 h 332"/>
                <a:gd name="T32" fmla="*/ 2147483646 w 384"/>
                <a:gd name="T33" fmla="*/ 2147483646 h 332"/>
                <a:gd name="T34" fmla="*/ 2147483646 w 384"/>
                <a:gd name="T35" fmla="*/ 2147483646 h 332"/>
                <a:gd name="T36" fmla="*/ 2147483646 w 384"/>
                <a:gd name="T37" fmla="*/ 2147483646 h 332"/>
                <a:gd name="T38" fmla="*/ 2147483646 w 384"/>
                <a:gd name="T39" fmla="*/ 2147483646 h 332"/>
                <a:gd name="T40" fmla="*/ 2147483646 w 384"/>
                <a:gd name="T41" fmla="*/ 2147483646 h 332"/>
                <a:gd name="T42" fmla="*/ 0 w 384"/>
                <a:gd name="T43" fmla="*/ 2147483646 h 332"/>
                <a:gd name="T44" fmla="*/ 2147483646 w 384"/>
                <a:gd name="T45" fmla="*/ 2147483646 h 332"/>
                <a:gd name="T46" fmla="*/ 2147483646 w 384"/>
                <a:gd name="T47" fmla="*/ 2147483646 h 332"/>
                <a:gd name="T48" fmla="*/ 2147483646 w 384"/>
                <a:gd name="T49" fmla="*/ 2147483646 h 332"/>
                <a:gd name="T50" fmla="*/ 2147483646 w 384"/>
                <a:gd name="T51" fmla="*/ 2147483646 h 332"/>
                <a:gd name="T52" fmla="*/ 2147483646 w 384"/>
                <a:gd name="T53" fmla="*/ 2147483646 h 332"/>
                <a:gd name="T54" fmla="*/ 2147483646 w 384"/>
                <a:gd name="T55" fmla="*/ 2147483646 h 332"/>
                <a:gd name="T56" fmla="*/ 2147483646 w 384"/>
                <a:gd name="T57" fmla="*/ 2147483646 h 332"/>
                <a:gd name="T58" fmla="*/ 2147483646 w 384"/>
                <a:gd name="T59" fmla="*/ 2147483646 h 332"/>
                <a:gd name="T60" fmla="*/ 2147483646 w 384"/>
                <a:gd name="T61" fmla="*/ 2147483646 h 332"/>
                <a:gd name="T62" fmla="*/ 2147483646 w 384"/>
                <a:gd name="T63" fmla="*/ 2147483646 h 332"/>
                <a:gd name="T64" fmla="*/ 2147483646 w 384"/>
                <a:gd name="T65" fmla="*/ 2147483646 h 332"/>
                <a:gd name="T66" fmla="*/ 2147483646 w 384"/>
                <a:gd name="T67" fmla="*/ 2147483646 h 332"/>
                <a:gd name="T68" fmla="*/ 2147483646 w 384"/>
                <a:gd name="T69" fmla="*/ 2147483646 h 332"/>
                <a:gd name="T70" fmla="*/ 2147483646 w 384"/>
                <a:gd name="T71" fmla="*/ 2147483646 h 332"/>
                <a:gd name="T72" fmla="*/ 2147483646 w 384"/>
                <a:gd name="T73" fmla="*/ 2147483646 h 332"/>
                <a:gd name="T74" fmla="*/ 2147483646 w 384"/>
                <a:gd name="T75" fmla="*/ 2147483646 h 332"/>
                <a:gd name="T76" fmla="*/ 2147483646 w 384"/>
                <a:gd name="T77" fmla="*/ 2147483646 h 332"/>
                <a:gd name="T78" fmla="*/ 2147483646 w 384"/>
                <a:gd name="T79" fmla="*/ 2147483646 h 332"/>
                <a:gd name="T80" fmla="*/ 2147483646 w 384"/>
                <a:gd name="T81" fmla="*/ 2147483646 h 332"/>
                <a:gd name="T82" fmla="*/ 2147483646 w 384"/>
                <a:gd name="T83" fmla="*/ 2147483646 h 332"/>
                <a:gd name="T84" fmla="*/ 2147483646 w 384"/>
                <a:gd name="T85" fmla="*/ 2147483646 h 332"/>
                <a:gd name="T86" fmla="*/ 2147483646 w 384"/>
                <a:gd name="T87" fmla="*/ 2147483646 h 332"/>
                <a:gd name="T88" fmla="*/ 2147483646 w 384"/>
                <a:gd name="T89" fmla="*/ 2147483646 h 332"/>
                <a:gd name="T90" fmla="*/ 2147483646 w 384"/>
                <a:gd name="T91" fmla="*/ 2147483646 h 332"/>
                <a:gd name="T92" fmla="*/ 2147483646 w 384"/>
                <a:gd name="T93" fmla="*/ 2147483646 h 332"/>
                <a:gd name="T94" fmla="*/ 2147483646 w 384"/>
                <a:gd name="T95" fmla="*/ 2147483646 h 332"/>
                <a:gd name="T96" fmla="*/ 2147483646 w 384"/>
                <a:gd name="T97" fmla="*/ 2147483646 h 332"/>
                <a:gd name="T98" fmla="*/ 2147483646 w 384"/>
                <a:gd name="T99" fmla="*/ 2147483646 h 332"/>
                <a:gd name="T100" fmla="*/ 2147483646 w 384"/>
                <a:gd name="T101" fmla="*/ 2147483646 h 332"/>
                <a:gd name="T102" fmla="*/ 2147483646 w 384"/>
                <a:gd name="T103" fmla="*/ 2147483646 h 332"/>
                <a:gd name="T104" fmla="*/ 2147483646 w 384"/>
                <a:gd name="T105" fmla="*/ 2147483646 h 332"/>
                <a:gd name="T106" fmla="*/ 2147483646 w 384"/>
                <a:gd name="T107" fmla="*/ 2147483646 h 332"/>
                <a:gd name="T108" fmla="*/ 2147483646 w 384"/>
                <a:gd name="T109" fmla="*/ 2147483646 h 332"/>
                <a:gd name="T110" fmla="*/ 2147483646 w 384"/>
                <a:gd name="T111" fmla="*/ 2147483646 h 332"/>
                <a:gd name="T112" fmla="*/ 2147483646 w 384"/>
                <a:gd name="T113" fmla="*/ 2147483646 h 332"/>
                <a:gd name="T114" fmla="*/ 2147483646 w 384"/>
                <a:gd name="T115" fmla="*/ 2147483646 h 332"/>
                <a:gd name="T116" fmla="*/ 2147483646 w 384"/>
                <a:gd name="T117" fmla="*/ 2147483646 h 332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384" h="332">
                  <a:moveTo>
                    <a:pt x="300" y="6"/>
                  </a:moveTo>
                  <a:lnTo>
                    <a:pt x="296" y="4"/>
                  </a:lnTo>
                  <a:lnTo>
                    <a:pt x="288" y="8"/>
                  </a:lnTo>
                  <a:lnTo>
                    <a:pt x="284" y="14"/>
                  </a:lnTo>
                  <a:lnTo>
                    <a:pt x="280" y="22"/>
                  </a:lnTo>
                  <a:lnTo>
                    <a:pt x="276" y="24"/>
                  </a:lnTo>
                  <a:lnTo>
                    <a:pt x="272" y="26"/>
                  </a:lnTo>
                  <a:lnTo>
                    <a:pt x="268" y="24"/>
                  </a:lnTo>
                  <a:lnTo>
                    <a:pt x="264" y="20"/>
                  </a:lnTo>
                  <a:lnTo>
                    <a:pt x="262" y="20"/>
                  </a:lnTo>
                  <a:lnTo>
                    <a:pt x="260" y="12"/>
                  </a:lnTo>
                  <a:lnTo>
                    <a:pt x="260" y="10"/>
                  </a:lnTo>
                  <a:lnTo>
                    <a:pt x="258" y="0"/>
                  </a:lnTo>
                  <a:lnTo>
                    <a:pt x="254" y="0"/>
                  </a:lnTo>
                  <a:lnTo>
                    <a:pt x="252" y="0"/>
                  </a:lnTo>
                  <a:lnTo>
                    <a:pt x="250" y="8"/>
                  </a:lnTo>
                  <a:lnTo>
                    <a:pt x="250" y="20"/>
                  </a:lnTo>
                  <a:lnTo>
                    <a:pt x="248" y="20"/>
                  </a:lnTo>
                  <a:lnTo>
                    <a:pt x="240" y="34"/>
                  </a:lnTo>
                  <a:lnTo>
                    <a:pt x="238" y="36"/>
                  </a:lnTo>
                  <a:lnTo>
                    <a:pt x="236" y="36"/>
                  </a:lnTo>
                  <a:lnTo>
                    <a:pt x="216" y="34"/>
                  </a:lnTo>
                  <a:lnTo>
                    <a:pt x="216" y="36"/>
                  </a:lnTo>
                  <a:lnTo>
                    <a:pt x="208" y="44"/>
                  </a:lnTo>
                  <a:lnTo>
                    <a:pt x="212" y="50"/>
                  </a:lnTo>
                  <a:lnTo>
                    <a:pt x="206" y="58"/>
                  </a:lnTo>
                  <a:lnTo>
                    <a:pt x="188" y="58"/>
                  </a:lnTo>
                  <a:lnTo>
                    <a:pt x="188" y="56"/>
                  </a:lnTo>
                  <a:lnTo>
                    <a:pt x="188" y="54"/>
                  </a:lnTo>
                  <a:lnTo>
                    <a:pt x="184" y="52"/>
                  </a:lnTo>
                  <a:lnTo>
                    <a:pt x="182" y="58"/>
                  </a:lnTo>
                  <a:lnTo>
                    <a:pt x="180" y="60"/>
                  </a:lnTo>
                  <a:lnTo>
                    <a:pt x="168" y="60"/>
                  </a:lnTo>
                  <a:lnTo>
                    <a:pt x="160" y="54"/>
                  </a:lnTo>
                  <a:lnTo>
                    <a:pt x="160" y="52"/>
                  </a:lnTo>
                  <a:lnTo>
                    <a:pt x="160" y="50"/>
                  </a:lnTo>
                  <a:lnTo>
                    <a:pt x="146" y="48"/>
                  </a:lnTo>
                  <a:lnTo>
                    <a:pt x="136" y="52"/>
                  </a:lnTo>
                  <a:lnTo>
                    <a:pt x="132" y="56"/>
                  </a:lnTo>
                  <a:lnTo>
                    <a:pt x="148" y="74"/>
                  </a:lnTo>
                  <a:lnTo>
                    <a:pt x="168" y="80"/>
                  </a:lnTo>
                  <a:lnTo>
                    <a:pt x="170" y="82"/>
                  </a:lnTo>
                  <a:lnTo>
                    <a:pt x="180" y="92"/>
                  </a:lnTo>
                  <a:lnTo>
                    <a:pt x="176" y="108"/>
                  </a:lnTo>
                  <a:lnTo>
                    <a:pt x="176" y="110"/>
                  </a:lnTo>
                  <a:lnTo>
                    <a:pt x="162" y="120"/>
                  </a:lnTo>
                  <a:lnTo>
                    <a:pt x="162" y="122"/>
                  </a:lnTo>
                  <a:lnTo>
                    <a:pt x="160" y="122"/>
                  </a:lnTo>
                  <a:lnTo>
                    <a:pt x="138" y="128"/>
                  </a:lnTo>
                  <a:lnTo>
                    <a:pt x="124" y="130"/>
                  </a:lnTo>
                  <a:lnTo>
                    <a:pt x="114" y="126"/>
                  </a:lnTo>
                  <a:lnTo>
                    <a:pt x="110" y="126"/>
                  </a:lnTo>
                  <a:lnTo>
                    <a:pt x="104" y="134"/>
                  </a:lnTo>
                  <a:lnTo>
                    <a:pt x="94" y="142"/>
                  </a:lnTo>
                  <a:lnTo>
                    <a:pt x="92" y="142"/>
                  </a:lnTo>
                  <a:lnTo>
                    <a:pt x="78" y="148"/>
                  </a:lnTo>
                  <a:lnTo>
                    <a:pt x="60" y="142"/>
                  </a:lnTo>
                  <a:lnTo>
                    <a:pt x="24" y="144"/>
                  </a:lnTo>
                  <a:lnTo>
                    <a:pt x="16" y="146"/>
                  </a:lnTo>
                  <a:lnTo>
                    <a:pt x="16" y="148"/>
                  </a:lnTo>
                  <a:lnTo>
                    <a:pt x="8" y="148"/>
                  </a:lnTo>
                  <a:lnTo>
                    <a:pt x="0" y="160"/>
                  </a:lnTo>
                  <a:lnTo>
                    <a:pt x="0" y="172"/>
                  </a:lnTo>
                  <a:lnTo>
                    <a:pt x="8" y="192"/>
                  </a:lnTo>
                  <a:lnTo>
                    <a:pt x="18" y="196"/>
                  </a:lnTo>
                  <a:lnTo>
                    <a:pt x="22" y="200"/>
                  </a:lnTo>
                  <a:lnTo>
                    <a:pt x="28" y="192"/>
                  </a:lnTo>
                  <a:lnTo>
                    <a:pt x="28" y="190"/>
                  </a:lnTo>
                  <a:lnTo>
                    <a:pt x="30" y="190"/>
                  </a:lnTo>
                  <a:lnTo>
                    <a:pt x="42" y="188"/>
                  </a:lnTo>
                  <a:lnTo>
                    <a:pt x="44" y="188"/>
                  </a:lnTo>
                  <a:lnTo>
                    <a:pt x="56" y="192"/>
                  </a:lnTo>
                  <a:lnTo>
                    <a:pt x="68" y="220"/>
                  </a:lnTo>
                  <a:lnTo>
                    <a:pt x="66" y="220"/>
                  </a:lnTo>
                  <a:lnTo>
                    <a:pt x="62" y="236"/>
                  </a:lnTo>
                  <a:lnTo>
                    <a:pt x="58" y="244"/>
                  </a:lnTo>
                  <a:lnTo>
                    <a:pt x="58" y="246"/>
                  </a:lnTo>
                  <a:lnTo>
                    <a:pt x="52" y="260"/>
                  </a:lnTo>
                  <a:lnTo>
                    <a:pt x="52" y="276"/>
                  </a:lnTo>
                  <a:lnTo>
                    <a:pt x="62" y="286"/>
                  </a:lnTo>
                  <a:lnTo>
                    <a:pt x="76" y="296"/>
                  </a:lnTo>
                  <a:lnTo>
                    <a:pt x="76" y="298"/>
                  </a:lnTo>
                  <a:lnTo>
                    <a:pt x="78" y="298"/>
                  </a:lnTo>
                  <a:lnTo>
                    <a:pt x="68" y="320"/>
                  </a:lnTo>
                  <a:lnTo>
                    <a:pt x="66" y="332"/>
                  </a:lnTo>
                  <a:lnTo>
                    <a:pt x="68" y="330"/>
                  </a:lnTo>
                  <a:lnTo>
                    <a:pt x="70" y="330"/>
                  </a:lnTo>
                  <a:lnTo>
                    <a:pt x="78" y="326"/>
                  </a:lnTo>
                  <a:lnTo>
                    <a:pt x="92" y="318"/>
                  </a:lnTo>
                  <a:lnTo>
                    <a:pt x="108" y="320"/>
                  </a:lnTo>
                  <a:lnTo>
                    <a:pt x="110" y="320"/>
                  </a:lnTo>
                  <a:lnTo>
                    <a:pt x="134" y="330"/>
                  </a:lnTo>
                  <a:lnTo>
                    <a:pt x="160" y="330"/>
                  </a:lnTo>
                  <a:lnTo>
                    <a:pt x="168" y="320"/>
                  </a:lnTo>
                  <a:lnTo>
                    <a:pt x="182" y="312"/>
                  </a:lnTo>
                  <a:lnTo>
                    <a:pt x="196" y="302"/>
                  </a:lnTo>
                  <a:lnTo>
                    <a:pt x="196" y="300"/>
                  </a:lnTo>
                  <a:lnTo>
                    <a:pt x="206" y="298"/>
                  </a:lnTo>
                  <a:lnTo>
                    <a:pt x="216" y="290"/>
                  </a:lnTo>
                  <a:lnTo>
                    <a:pt x="228" y="274"/>
                  </a:lnTo>
                  <a:lnTo>
                    <a:pt x="246" y="280"/>
                  </a:lnTo>
                  <a:lnTo>
                    <a:pt x="248" y="280"/>
                  </a:lnTo>
                  <a:lnTo>
                    <a:pt x="248" y="282"/>
                  </a:lnTo>
                  <a:lnTo>
                    <a:pt x="252" y="290"/>
                  </a:lnTo>
                  <a:lnTo>
                    <a:pt x="256" y="292"/>
                  </a:lnTo>
                  <a:lnTo>
                    <a:pt x="266" y="292"/>
                  </a:lnTo>
                  <a:lnTo>
                    <a:pt x="268" y="292"/>
                  </a:lnTo>
                  <a:lnTo>
                    <a:pt x="274" y="292"/>
                  </a:lnTo>
                  <a:lnTo>
                    <a:pt x="276" y="292"/>
                  </a:lnTo>
                  <a:lnTo>
                    <a:pt x="276" y="294"/>
                  </a:lnTo>
                  <a:lnTo>
                    <a:pt x="288" y="298"/>
                  </a:lnTo>
                  <a:lnTo>
                    <a:pt x="292" y="298"/>
                  </a:lnTo>
                  <a:lnTo>
                    <a:pt x="294" y="296"/>
                  </a:lnTo>
                  <a:lnTo>
                    <a:pt x="296" y="290"/>
                  </a:lnTo>
                  <a:lnTo>
                    <a:pt x="296" y="288"/>
                  </a:lnTo>
                  <a:lnTo>
                    <a:pt x="302" y="284"/>
                  </a:lnTo>
                  <a:lnTo>
                    <a:pt x="312" y="276"/>
                  </a:lnTo>
                  <a:lnTo>
                    <a:pt x="314" y="276"/>
                  </a:lnTo>
                  <a:lnTo>
                    <a:pt x="322" y="276"/>
                  </a:lnTo>
                  <a:lnTo>
                    <a:pt x="324" y="268"/>
                  </a:lnTo>
                  <a:lnTo>
                    <a:pt x="330" y="262"/>
                  </a:lnTo>
                  <a:lnTo>
                    <a:pt x="336" y="258"/>
                  </a:lnTo>
                  <a:lnTo>
                    <a:pt x="342" y="256"/>
                  </a:lnTo>
                  <a:lnTo>
                    <a:pt x="346" y="252"/>
                  </a:lnTo>
                  <a:lnTo>
                    <a:pt x="348" y="252"/>
                  </a:lnTo>
                  <a:lnTo>
                    <a:pt x="352" y="248"/>
                  </a:lnTo>
                  <a:lnTo>
                    <a:pt x="352" y="246"/>
                  </a:lnTo>
                  <a:lnTo>
                    <a:pt x="354" y="246"/>
                  </a:lnTo>
                  <a:lnTo>
                    <a:pt x="366" y="244"/>
                  </a:lnTo>
                  <a:lnTo>
                    <a:pt x="374" y="244"/>
                  </a:lnTo>
                  <a:lnTo>
                    <a:pt x="376" y="240"/>
                  </a:lnTo>
                  <a:lnTo>
                    <a:pt x="380" y="236"/>
                  </a:lnTo>
                  <a:lnTo>
                    <a:pt x="384" y="228"/>
                  </a:lnTo>
                  <a:lnTo>
                    <a:pt x="382" y="228"/>
                  </a:lnTo>
                  <a:lnTo>
                    <a:pt x="376" y="218"/>
                  </a:lnTo>
                  <a:lnTo>
                    <a:pt x="372" y="206"/>
                  </a:lnTo>
                  <a:lnTo>
                    <a:pt x="372" y="204"/>
                  </a:lnTo>
                  <a:lnTo>
                    <a:pt x="376" y="188"/>
                  </a:lnTo>
                  <a:lnTo>
                    <a:pt x="376" y="180"/>
                  </a:lnTo>
                  <a:lnTo>
                    <a:pt x="380" y="174"/>
                  </a:lnTo>
                  <a:lnTo>
                    <a:pt x="380" y="160"/>
                  </a:lnTo>
                  <a:lnTo>
                    <a:pt x="378" y="158"/>
                  </a:lnTo>
                  <a:lnTo>
                    <a:pt x="372" y="156"/>
                  </a:lnTo>
                  <a:lnTo>
                    <a:pt x="348" y="166"/>
                  </a:lnTo>
                  <a:lnTo>
                    <a:pt x="348" y="140"/>
                  </a:lnTo>
                  <a:lnTo>
                    <a:pt x="350" y="136"/>
                  </a:lnTo>
                  <a:lnTo>
                    <a:pt x="356" y="132"/>
                  </a:lnTo>
                  <a:lnTo>
                    <a:pt x="372" y="120"/>
                  </a:lnTo>
                  <a:lnTo>
                    <a:pt x="366" y="92"/>
                  </a:lnTo>
                  <a:lnTo>
                    <a:pt x="366" y="84"/>
                  </a:lnTo>
                  <a:lnTo>
                    <a:pt x="366" y="78"/>
                  </a:lnTo>
                  <a:lnTo>
                    <a:pt x="368" y="74"/>
                  </a:lnTo>
                  <a:lnTo>
                    <a:pt x="372" y="68"/>
                  </a:lnTo>
                  <a:lnTo>
                    <a:pt x="372" y="64"/>
                  </a:lnTo>
                  <a:lnTo>
                    <a:pt x="364" y="64"/>
                  </a:lnTo>
                  <a:lnTo>
                    <a:pt x="360" y="64"/>
                  </a:lnTo>
                  <a:lnTo>
                    <a:pt x="356" y="76"/>
                  </a:lnTo>
                  <a:lnTo>
                    <a:pt x="352" y="80"/>
                  </a:lnTo>
                  <a:lnTo>
                    <a:pt x="348" y="82"/>
                  </a:lnTo>
                  <a:lnTo>
                    <a:pt x="346" y="82"/>
                  </a:lnTo>
                  <a:lnTo>
                    <a:pt x="338" y="76"/>
                  </a:lnTo>
                  <a:lnTo>
                    <a:pt x="336" y="76"/>
                  </a:lnTo>
                  <a:lnTo>
                    <a:pt x="336" y="74"/>
                  </a:lnTo>
                  <a:lnTo>
                    <a:pt x="334" y="68"/>
                  </a:lnTo>
                  <a:lnTo>
                    <a:pt x="332" y="60"/>
                  </a:lnTo>
                  <a:lnTo>
                    <a:pt x="332" y="64"/>
                  </a:lnTo>
                  <a:lnTo>
                    <a:pt x="316" y="64"/>
                  </a:lnTo>
                  <a:lnTo>
                    <a:pt x="316" y="60"/>
                  </a:lnTo>
                  <a:lnTo>
                    <a:pt x="312" y="52"/>
                  </a:lnTo>
                  <a:lnTo>
                    <a:pt x="312" y="40"/>
                  </a:lnTo>
                  <a:lnTo>
                    <a:pt x="304" y="24"/>
                  </a:lnTo>
                  <a:lnTo>
                    <a:pt x="304" y="12"/>
                  </a:lnTo>
                  <a:lnTo>
                    <a:pt x="30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noProof="1">
                <a:solidFill>
                  <a:srgbClr val="FFFFFF"/>
                </a:solidFill>
              </a:endParaRPr>
            </a:p>
          </p:txBody>
        </p:sp>
        <p:sp>
          <p:nvSpPr>
            <p:cNvPr id="21" name="广西"/>
            <p:cNvSpPr/>
            <p:nvPr/>
          </p:nvSpPr>
          <p:spPr bwMode="auto">
            <a:xfrm>
              <a:off x="4811713" y="4781550"/>
              <a:ext cx="917575" cy="698500"/>
            </a:xfrm>
            <a:custGeom>
              <a:avLst/>
              <a:gdLst>
                <a:gd name="T0" fmla="*/ 2147483646 w 502"/>
                <a:gd name="T1" fmla="*/ 2147483646 h 382"/>
                <a:gd name="T2" fmla="*/ 2147483646 w 502"/>
                <a:gd name="T3" fmla="*/ 2147483646 h 382"/>
                <a:gd name="T4" fmla="*/ 2147483646 w 502"/>
                <a:gd name="T5" fmla="*/ 2147483646 h 382"/>
                <a:gd name="T6" fmla="*/ 2147483646 w 502"/>
                <a:gd name="T7" fmla="*/ 2147483646 h 382"/>
                <a:gd name="T8" fmla="*/ 2147483646 w 502"/>
                <a:gd name="T9" fmla="*/ 2147483646 h 382"/>
                <a:gd name="T10" fmla="*/ 2147483646 w 502"/>
                <a:gd name="T11" fmla="*/ 2147483646 h 382"/>
                <a:gd name="T12" fmla="*/ 2147483646 w 502"/>
                <a:gd name="T13" fmla="*/ 2147483646 h 382"/>
                <a:gd name="T14" fmla="*/ 2147483646 w 502"/>
                <a:gd name="T15" fmla="*/ 2147483646 h 382"/>
                <a:gd name="T16" fmla="*/ 2147483646 w 502"/>
                <a:gd name="T17" fmla="*/ 2147483646 h 382"/>
                <a:gd name="T18" fmla="*/ 2147483646 w 502"/>
                <a:gd name="T19" fmla="*/ 2147483646 h 382"/>
                <a:gd name="T20" fmla="*/ 2147483646 w 502"/>
                <a:gd name="T21" fmla="*/ 2147483646 h 382"/>
                <a:gd name="T22" fmla="*/ 2147483646 w 502"/>
                <a:gd name="T23" fmla="*/ 2147483646 h 382"/>
                <a:gd name="T24" fmla="*/ 2147483646 w 502"/>
                <a:gd name="T25" fmla="*/ 2147483646 h 382"/>
                <a:gd name="T26" fmla="*/ 2147483646 w 502"/>
                <a:gd name="T27" fmla="*/ 2147483646 h 382"/>
                <a:gd name="T28" fmla="*/ 2147483646 w 502"/>
                <a:gd name="T29" fmla="*/ 2147483646 h 382"/>
                <a:gd name="T30" fmla="*/ 2147483646 w 502"/>
                <a:gd name="T31" fmla="*/ 2147483646 h 382"/>
                <a:gd name="T32" fmla="*/ 2147483646 w 502"/>
                <a:gd name="T33" fmla="*/ 2147483646 h 382"/>
                <a:gd name="T34" fmla="*/ 2147483646 w 502"/>
                <a:gd name="T35" fmla="*/ 2147483646 h 382"/>
                <a:gd name="T36" fmla="*/ 2147483646 w 502"/>
                <a:gd name="T37" fmla="*/ 2147483646 h 382"/>
                <a:gd name="T38" fmla="*/ 2147483646 w 502"/>
                <a:gd name="T39" fmla="*/ 2147483646 h 382"/>
                <a:gd name="T40" fmla="*/ 2147483646 w 502"/>
                <a:gd name="T41" fmla="*/ 2147483646 h 382"/>
                <a:gd name="T42" fmla="*/ 2147483646 w 502"/>
                <a:gd name="T43" fmla="*/ 2147483646 h 382"/>
                <a:gd name="T44" fmla="*/ 2147483646 w 502"/>
                <a:gd name="T45" fmla="*/ 2147483646 h 382"/>
                <a:gd name="T46" fmla="*/ 2147483646 w 502"/>
                <a:gd name="T47" fmla="*/ 2147483646 h 382"/>
                <a:gd name="T48" fmla="*/ 2147483646 w 502"/>
                <a:gd name="T49" fmla="*/ 2147483646 h 382"/>
                <a:gd name="T50" fmla="*/ 2147483646 w 502"/>
                <a:gd name="T51" fmla="*/ 2147483646 h 382"/>
                <a:gd name="T52" fmla="*/ 2147483646 w 502"/>
                <a:gd name="T53" fmla="*/ 2147483646 h 382"/>
                <a:gd name="T54" fmla="*/ 2147483646 w 502"/>
                <a:gd name="T55" fmla="*/ 2147483646 h 382"/>
                <a:gd name="T56" fmla="*/ 2147483646 w 502"/>
                <a:gd name="T57" fmla="*/ 2147483646 h 382"/>
                <a:gd name="T58" fmla="*/ 2147483646 w 502"/>
                <a:gd name="T59" fmla="*/ 2147483646 h 382"/>
                <a:gd name="T60" fmla="*/ 2147483646 w 502"/>
                <a:gd name="T61" fmla="*/ 2147483646 h 382"/>
                <a:gd name="T62" fmla="*/ 2147483646 w 502"/>
                <a:gd name="T63" fmla="*/ 2147483646 h 382"/>
                <a:gd name="T64" fmla="*/ 2147483646 w 502"/>
                <a:gd name="T65" fmla="*/ 2147483646 h 382"/>
                <a:gd name="T66" fmla="*/ 2147483646 w 502"/>
                <a:gd name="T67" fmla="*/ 2147483646 h 382"/>
                <a:gd name="T68" fmla="*/ 2147483646 w 502"/>
                <a:gd name="T69" fmla="*/ 2147483646 h 382"/>
                <a:gd name="T70" fmla="*/ 2147483646 w 502"/>
                <a:gd name="T71" fmla="*/ 2147483646 h 382"/>
                <a:gd name="T72" fmla="*/ 2147483646 w 502"/>
                <a:gd name="T73" fmla="*/ 2147483646 h 382"/>
                <a:gd name="T74" fmla="*/ 2147483646 w 502"/>
                <a:gd name="T75" fmla="*/ 2147483646 h 382"/>
                <a:gd name="T76" fmla="*/ 2147483646 w 502"/>
                <a:gd name="T77" fmla="*/ 2147483646 h 382"/>
                <a:gd name="T78" fmla="*/ 2147483646 w 502"/>
                <a:gd name="T79" fmla="*/ 2147483646 h 382"/>
                <a:gd name="T80" fmla="*/ 2147483646 w 502"/>
                <a:gd name="T81" fmla="*/ 2147483646 h 382"/>
                <a:gd name="T82" fmla="*/ 2147483646 w 502"/>
                <a:gd name="T83" fmla="*/ 2147483646 h 382"/>
                <a:gd name="T84" fmla="*/ 2147483646 w 502"/>
                <a:gd name="T85" fmla="*/ 2147483646 h 382"/>
                <a:gd name="T86" fmla="*/ 2147483646 w 502"/>
                <a:gd name="T87" fmla="*/ 2147483646 h 382"/>
                <a:gd name="T88" fmla="*/ 2147483646 w 502"/>
                <a:gd name="T89" fmla="*/ 2147483646 h 382"/>
                <a:gd name="T90" fmla="*/ 2147483646 w 502"/>
                <a:gd name="T91" fmla="*/ 2147483646 h 382"/>
                <a:gd name="T92" fmla="*/ 2147483646 w 502"/>
                <a:gd name="T93" fmla="*/ 2147483646 h 382"/>
                <a:gd name="T94" fmla="*/ 2147483646 w 502"/>
                <a:gd name="T95" fmla="*/ 2147483646 h 382"/>
                <a:gd name="T96" fmla="*/ 2147483646 w 502"/>
                <a:gd name="T97" fmla="*/ 2147483646 h 382"/>
                <a:gd name="T98" fmla="*/ 2147483646 w 502"/>
                <a:gd name="T99" fmla="*/ 2147483646 h 382"/>
                <a:gd name="T100" fmla="*/ 2147483646 w 502"/>
                <a:gd name="T101" fmla="*/ 2147483646 h 382"/>
                <a:gd name="T102" fmla="*/ 2147483646 w 502"/>
                <a:gd name="T103" fmla="*/ 2147483646 h 382"/>
                <a:gd name="T104" fmla="*/ 2147483646 w 502"/>
                <a:gd name="T105" fmla="*/ 2147483646 h 382"/>
                <a:gd name="T106" fmla="*/ 2147483646 w 502"/>
                <a:gd name="T107" fmla="*/ 2147483646 h 382"/>
                <a:gd name="T108" fmla="*/ 2147483646 w 502"/>
                <a:gd name="T109" fmla="*/ 2147483646 h 382"/>
                <a:gd name="T110" fmla="*/ 2147483646 w 502"/>
                <a:gd name="T111" fmla="*/ 2147483646 h 382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502" h="382">
                  <a:moveTo>
                    <a:pt x="402" y="8"/>
                  </a:moveTo>
                  <a:lnTo>
                    <a:pt x="402" y="10"/>
                  </a:lnTo>
                  <a:lnTo>
                    <a:pt x="404" y="12"/>
                  </a:lnTo>
                  <a:lnTo>
                    <a:pt x="394" y="28"/>
                  </a:lnTo>
                  <a:lnTo>
                    <a:pt x="386" y="34"/>
                  </a:lnTo>
                  <a:lnTo>
                    <a:pt x="378" y="36"/>
                  </a:lnTo>
                  <a:lnTo>
                    <a:pt x="376" y="36"/>
                  </a:lnTo>
                  <a:lnTo>
                    <a:pt x="368" y="30"/>
                  </a:lnTo>
                  <a:lnTo>
                    <a:pt x="360" y="32"/>
                  </a:lnTo>
                  <a:lnTo>
                    <a:pt x="344" y="44"/>
                  </a:lnTo>
                  <a:lnTo>
                    <a:pt x="340" y="44"/>
                  </a:lnTo>
                  <a:lnTo>
                    <a:pt x="336" y="42"/>
                  </a:lnTo>
                  <a:lnTo>
                    <a:pt x="328" y="32"/>
                  </a:lnTo>
                  <a:lnTo>
                    <a:pt x="322" y="42"/>
                  </a:lnTo>
                  <a:lnTo>
                    <a:pt x="316" y="48"/>
                  </a:lnTo>
                  <a:lnTo>
                    <a:pt x="306" y="48"/>
                  </a:lnTo>
                  <a:lnTo>
                    <a:pt x="294" y="52"/>
                  </a:lnTo>
                  <a:lnTo>
                    <a:pt x="282" y="60"/>
                  </a:lnTo>
                  <a:lnTo>
                    <a:pt x="278" y="60"/>
                  </a:lnTo>
                  <a:lnTo>
                    <a:pt x="274" y="64"/>
                  </a:lnTo>
                  <a:lnTo>
                    <a:pt x="270" y="70"/>
                  </a:lnTo>
                  <a:lnTo>
                    <a:pt x="270" y="72"/>
                  </a:lnTo>
                  <a:lnTo>
                    <a:pt x="270" y="74"/>
                  </a:lnTo>
                  <a:lnTo>
                    <a:pt x="276" y="82"/>
                  </a:lnTo>
                  <a:lnTo>
                    <a:pt x="254" y="80"/>
                  </a:lnTo>
                  <a:lnTo>
                    <a:pt x="242" y="90"/>
                  </a:lnTo>
                  <a:lnTo>
                    <a:pt x="240" y="94"/>
                  </a:lnTo>
                  <a:lnTo>
                    <a:pt x="238" y="100"/>
                  </a:lnTo>
                  <a:lnTo>
                    <a:pt x="236" y="102"/>
                  </a:lnTo>
                  <a:lnTo>
                    <a:pt x="224" y="102"/>
                  </a:lnTo>
                  <a:lnTo>
                    <a:pt x="210" y="96"/>
                  </a:lnTo>
                  <a:lnTo>
                    <a:pt x="206" y="96"/>
                  </a:lnTo>
                  <a:lnTo>
                    <a:pt x="194" y="98"/>
                  </a:lnTo>
                  <a:lnTo>
                    <a:pt x="190" y="96"/>
                  </a:lnTo>
                  <a:lnTo>
                    <a:pt x="186" y="94"/>
                  </a:lnTo>
                  <a:lnTo>
                    <a:pt x="178" y="84"/>
                  </a:lnTo>
                  <a:lnTo>
                    <a:pt x="170" y="80"/>
                  </a:lnTo>
                  <a:lnTo>
                    <a:pt x="162" y="92"/>
                  </a:lnTo>
                  <a:lnTo>
                    <a:pt x="160" y="92"/>
                  </a:lnTo>
                  <a:lnTo>
                    <a:pt x="150" y="100"/>
                  </a:lnTo>
                  <a:lnTo>
                    <a:pt x="148" y="100"/>
                  </a:lnTo>
                  <a:lnTo>
                    <a:pt x="148" y="102"/>
                  </a:lnTo>
                  <a:lnTo>
                    <a:pt x="146" y="102"/>
                  </a:lnTo>
                  <a:lnTo>
                    <a:pt x="138" y="104"/>
                  </a:lnTo>
                  <a:lnTo>
                    <a:pt x="126" y="116"/>
                  </a:lnTo>
                  <a:lnTo>
                    <a:pt x="112" y="122"/>
                  </a:lnTo>
                  <a:lnTo>
                    <a:pt x="102" y="134"/>
                  </a:lnTo>
                  <a:lnTo>
                    <a:pt x="70" y="134"/>
                  </a:lnTo>
                  <a:lnTo>
                    <a:pt x="46" y="124"/>
                  </a:lnTo>
                  <a:lnTo>
                    <a:pt x="32" y="124"/>
                  </a:lnTo>
                  <a:lnTo>
                    <a:pt x="20" y="130"/>
                  </a:lnTo>
                  <a:lnTo>
                    <a:pt x="18" y="130"/>
                  </a:lnTo>
                  <a:lnTo>
                    <a:pt x="10" y="132"/>
                  </a:lnTo>
                  <a:lnTo>
                    <a:pt x="2" y="138"/>
                  </a:lnTo>
                  <a:lnTo>
                    <a:pt x="0" y="142"/>
                  </a:lnTo>
                  <a:lnTo>
                    <a:pt x="0" y="152"/>
                  </a:lnTo>
                  <a:lnTo>
                    <a:pt x="4" y="158"/>
                  </a:lnTo>
                  <a:lnTo>
                    <a:pt x="22" y="152"/>
                  </a:lnTo>
                  <a:lnTo>
                    <a:pt x="30" y="154"/>
                  </a:lnTo>
                  <a:lnTo>
                    <a:pt x="40" y="158"/>
                  </a:lnTo>
                  <a:lnTo>
                    <a:pt x="42" y="158"/>
                  </a:lnTo>
                  <a:lnTo>
                    <a:pt x="42" y="160"/>
                  </a:lnTo>
                  <a:lnTo>
                    <a:pt x="42" y="186"/>
                  </a:lnTo>
                  <a:lnTo>
                    <a:pt x="46" y="188"/>
                  </a:lnTo>
                  <a:lnTo>
                    <a:pt x="64" y="188"/>
                  </a:lnTo>
                  <a:lnTo>
                    <a:pt x="74" y="184"/>
                  </a:lnTo>
                  <a:lnTo>
                    <a:pt x="76" y="184"/>
                  </a:lnTo>
                  <a:lnTo>
                    <a:pt x="86" y="180"/>
                  </a:lnTo>
                  <a:lnTo>
                    <a:pt x="94" y="176"/>
                  </a:lnTo>
                  <a:lnTo>
                    <a:pt x="98" y="176"/>
                  </a:lnTo>
                  <a:lnTo>
                    <a:pt x="100" y="178"/>
                  </a:lnTo>
                  <a:lnTo>
                    <a:pt x="104" y="188"/>
                  </a:lnTo>
                  <a:lnTo>
                    <a:pt x="106" y="216"/>
                  </a:lnTo>
                  <a:lnTo>
                    <a:pt x="106" y="218"/>
                  </a:lnTo>
                  <a:lnTo>
                    <a:pt x="92" y="232"/>
                  </a:lnTo>
                  <a:lnTo>
                    <a:pt x="92" y="234"/>
                  </a:lnTo>
                  <a:lnTo>
                    <a:pt x="74" y="242"/>
                  </a:lnTo>
                  <a:lnTo>
                    <a:pt x="70" y="248"/>
                  </a:lnTo>
                  <a:lnTo>
                    <a:pt x="72" y="252"/>
                  </a:lnTo>
                  <a:lnTo>
                    <a:pt x="106" y="256"/>
                  </a:lnTo>
                  <a:lnTo>
                    <a:pt x="108" y="258"/>
                  </a:lnTo>
                  <a:lnTo>
                    <a:pt x="122" y="266"/>
                  </a:lnTo>
                  <a:lnTo>
                    <a:pt x="152" y="264"/>
                  </a:lnTo>
                  <a:lnTo>
                    <a:pt x="152" y="268"/>
                  </a:lnTo>
                  <a:lnTo>
                    <a:pt x="154" y="284"/>
                  </a:lnTo>
                  <a:lnTo>
                    <a:pt x="154" y="286"/>
                  </a:lnTo>
                  <a:lnTo>
                    <a:pt x="140" y="300"/>
                  </a:lnTo>
                  <a:lnTo>
                    <a:pt x="140" y="312"/>
                  </a:lnTo>
                  <a:lnTo>
                    <a:pt x="142" y="320"/>
                  </a:lnTo>
                  <a:lnTo>
                    <a:pt x="144" y="326"/>
                  </a:lnTo>
                  <a:lnTo>
                    <a:pt x="150" y="330"/>
                  </a:lnTo>
                  <a:lnTo>
                    <a:pt x="174" y="344"/>
                  </a:lnTo>
                  <a:lnTo>
                    <a:pt x="194" y="356"/>
                  </a:lnTo>
                  <a:lnTo>
                    <a:pt x="212" y="348"/>
                  </a:lnTo>
                  <a:lnTo>
                    <a:pt x="214" y="348"/>
                  </a:lnTo>
                  <a:lnTo>
                    <a:pt x="216" y="348"/>
                  </a:lnTo>
                  <a:lnTo>
                    <a:pt x="242" y="368"/>
                  </a:lnTo>
                  <a:lnTo>
                    <a:pt x="246" y="368"/>
                  </a:lnTo>
                  <a:lnTo>
                    <a:pt x="252" y="360"/>
                  </a:lnTo>
                  <a:lnTo>
                    <a:pt x="254" y="360"/>
                  </a:lnTo>
                  <a:lnTo>
                    <a:pt x="254" y="358"/>
                  </a:lnTo>
                  <a:lnTo>
                    <a:pt x="256" y="358"/>
                  </a:lnTo>
                  <a:lnTo>
                    <a:pt x="270" y="360"/>
                  </a:lnTo>
                  <a:lnTo>
                    <a:pt x="274" y="334"/>
                  </a:lnTo>
                  <a:lnTo>
                    <a:pt x="294" y="368"/>
                  </a:lnTo>
                  <a:lnTo>
                    <a:pt x="310" y="370"/>
                  </a:lnTo>
                  <a:lnTo>
                    <a:pt x="312" y="370"/>
                  </a:lnTo>
                  <a:lnTo>
                    <a:pt x="314" y="370"/>
                  </a:lnTo>
                  <a:lnTo>
                    <a:pt x="314" y="372"/>
                  </a:lnTo>
                  <a:lnTo>
                    <a:pt x="314" y="382"/>
                  </a:lnTo>
                  <a:lnTo>
                    <a:pt x="320" y="380"/>
                  </a:lnTo>
                  <a:lnTo>
                    <a:pt x="346" y="346"/>
                  </a:lnTo>
                  <a:lnTo>
                    <a:pt x="358" y="362"/>
                  </a:lnTo>
                  <a:lnTo>
                    <a:pt x="358" y="356"/>
                  </a:lnTo>
                  <a:lnTo>
                    <a:pt x="366" y="340"/>
                  </a:lnTo>
                  <a:lnTo>
                    <a:pt x="372" y="328"/>
                  </a:lnTo>
                  <a:lnTo>
                    <a:pt x="392" y="328"/>
                  </a:lnTo>
                  <a:lnTo>
                    <a:pt x="396" y="304"/>
                  </a:lnTo>
                  <a:lnTo>
                    <a:pt x="398" y="304"/>
                  </a:lnTo>
                  <a:lnTo>
                    <a:pt x="400" y="306"/>
                  </a:lnTo>
                  <a:lnTo>
                    <a:pt x="414" y="308"/>
                  </a:lnTo>
                  <a:lnTo>
                    <a:pt x="416" y="300"/>
                  </a:lnTo>
                  <a:lnTo>
                    <a:pt x="410" y="288"/>
                  </a:lnTo>
                  <a:lnTo>
                    <a:pt x="410" y="286"/>
                  </a:lnTo>
                  <a:lnTo>
                    <a:pt x="414" y="276"/>
                  </a:lnTo>
                  <a:lnTo>
                    <a:pt x="414" y="274"/>
                  </a:lnTo>
                  <a:lnTo>
                    <a:pt x="416" y="274"/>
                  </a:lnTo>
                  <a:lnTo>
                    <a:pt x="458" y="252"/>
                  </a:lnTo>
                  <a:lnTo>
                    <a:pt x="456" y="230"/>
                  </a:lnTo>
                  <a:lnTo>
                    <a:pt x="456" y="228"/>
                  </a:lnTo>
                  <a:lnTo>
                    <a:pt x="464" y="212"/>
                  </a:lnTo>
                  <a:lnTo>
                    <a:pt x="466" y="210"/>
                  </a:lnTo>
                  <a:lnTo>
                    <a:pt x="478" y="180"/>
                  </a:lnTo>
                  <a:lnTo>
                    <a:pt x="490" y="168"/>
                  </a:lnTo>
                  <a:lnTo>
                    <a:pt x="496" y="156"/>
                  </a:lnTo>
                  <a:lnTo>
                    <a:pt x="502" y="146"/>
                  </a:lnTo>
                  <a:lnTo>
                    <a:pt x="496" y="134"/>
                  </a:lnTo>
                  <a:lnTo>
                    <a:pt x="496" y="132"/>
                  </a:lnTo>
                  <a:lnTo>
                    <a:pt x="496" y="120"/>
                  </a:lnTo>
                  <a:lnTo>
                    <a:pt x="490" y="120"/>
                  </a:lnTo>
                  <a:lnTo>
                    <a:pt x="478" y="126"/>
                  </a:lnTo>
                  <a:lnTo>
                    <a:pt x="472" y="128"/>
                  </a:lnTo>
                  <a:lnTo>
                    <a:pt x="468" y="128"/>
                  </a:lnTo>
                  <a:lnTo>
                    <a:pt x="460" y="126"/>
                  </a:lnTo>
                  <a:lnTo>
                    <a:pt x="454" y="122"/>
                  </a:lnTo>
                  <a:lnTo>
                    <a:pt x="452" y="118"/>
                  </a:lnTo>
                  <a:lnTo>
                    <a:pt x="450" y="114"/>
                  </a:lnTo>
                  <a:lnTo>
                    <a:pt x="452" y="98"/>
                  </a:lnTo>
                  <a:lnTo>
                    <a:pt x="446" y="98"/>
                  </a:lnTo>
                  <a:lnTo>
                    <a:pt x="442" y="102"/>
                  </a:lnTo>
                  <a:lnTo>
                    <a:pt x="432" y="112"/>
                  </a:lnTo>
                  <a:lnTo>
                    <a:pt x="428" y="114"/>
                  </a:lnTo>
                  <a:lnTo>
                    <a:pt x="424" y="114"/>
                  </a:lnTo>
                  <a:lnTo>
                    <a:pt x="422" y="108"/>
                  </a:lnTo>
                  <a:lnTo>
                    <a:pt x="422" y="100"/>
                  </a:lnTo>
                  <a:lnTo>
                    <a:pt x="422" y="92"/>
                  </a:lnTo>
                  <a:lnTo>
                    <a:pt x="424" y="88"/>
                  </a:lnTo>
                  <a:lnTo>
                    <a:pt x="426" y="86"/>
                  </a:lnTo>
                  <a:lnTo>
                    <a:pt x="428" y="86"/>
                  </a:lnTo>
                  <a:lnTo>
                    <a:pt x="444" y="58"/>
                  </a:lnTo>
                  <a:lnTo>
                    <a:pt x="448" y="48"/>
                  </a:lnTo>
                  <a:lnTo>
                    <a:pt x="450" y="36"/>
                  </a:lnTo>
                  <a:lnTo>
                    <a:pt x="442" y="28"/>
                  </a:lnTo>
                  <a:lnTo>
                    <a:pt x="440" y="22"/>
                  </a:lnTo>
                  <a:lnTo>
                    <a:pt x="440" y="12"/>
                  </a:lnTo>
                  <a:lnTo>
                    <a:pt x="440" y="8"/>
                  </a:lnTo>
                  <a:lnTo>
                    <a:pt x="438" y="4"/>
                  </a:lnTo>
                  <a:lnTo>
                    <a:pt x="434" y="0"/>
                  </a:lnTo>
                  <a:lnTo>
                    <a:pt x="432" y="2"/>
                  </a:lnTo>
                  <a:lnTo>
                    <a:pt x="430" y="6"/>
                  </a:lnTo>
                  <a:lnTo>
                    <a:pt x="426" y="8"/>
                  </a:lnTo>
                  <a:lnTo>
                    <a:pt x="422" y="10"/>
                  </a:lnTo>
                  <a:lnTo>
                    <a:pt x="416" y="8"/>
                  </a:lnTo>
                  <a:lnTo>
                    <a:pt x="410" y="8"/>
                  </a:lnTo>
                  <a:lnTo>
                    <a:pt x="402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noProof="1">
                <a:solidFill>
                  <a:srgbClr val="FFFFFF"/>
                </a:solidFill>
              </a:endParaRPr>
            </a:p>
          </p:txBody>
        </p:sp>
        <p:sp>
          <p:nvSpPr>
            <p:cNvPr id="22" name="重庆"/>
            <p:cNvSpPr/>
            <p:nvPr/>
          </p:nvSpPr>
          <p:spPr bwMode="auto">
            <a:xfrm>
              <a:off x="4938713" y="4013200"/>
              <a:ext cx="519112" cy="527050"/>
            </a:xfrm>
            <a:custGeom>
              <a:avLst/>
              <a:gdLst>
                <a:gd name="T0" fmla="*/ 2147483646 w 284"/>
                <a:gd name="T1" fmla="*/ 2147483646 h 288"/>
                <a:gd name="T2" fmla="*/ 2147483646 w 284"/>
                <a:gd name="T3" fmla="*/ 2147483646 h 288"/>
                <a:gd name="T4" fmla="*/ 2147483646 w 284"/>
                <a:gd name="T5" fmla="*/ 2147483646 h 288"/>
                <a:gd name="T6" fmla="*/ 2147483646 w 284"/>
                <a:gd name="T7" fmla="*/ 2147483646 h 288"/>
                <a:gd name="T8" fmla="*/ 2147483646 w 284"/>
                <a:gd name="T9" fmla="*/ 2147483646 h 288"/>
                <a:gd name="T10" fmla="*/ 2147483646 w 284"/>
                <a:gd name="T11" fmla="*/ 2147483646 h 288"/>
                <a:gd name="T12" fmla="*/ 2147483646 w 284"/>
                <a:gd name="T13" fmla="*/ 2147483646 h 288"/>
                <a:gd name="T14" fmla="*/ 2147483646 w 284"/>
                <a:gd name="T15" fmla="*/ 2147483646 h 288"/>
                <a:gd name="T16" fmla="*/ 2147483646 w 284"/>
                <a:gd name="T17" fmla="*/ 2147483646 h 288"/>
                <a:gd name="T18" fmla="*/ 2147483646 w 284"/>
                <a:gd name="T19" fmla="*/ 2147483646 h 288"/>
                <a:gd name="T20" fmla="*/ 2147483646 w 284"/>
                <a:gd name="T21" fmla="*/ 2147483646 h 288"/>
                <a:gd name="T22" fmla="*/ 2147483646 w 284"/>
                <a:gd name="T23" fmla="*/ 2147483646 h 288"/>
                <a:gd name="T24" fmla="*/ 2147483646 w 284"/>
                <a:gd name="T25" fmla="*/ 2147483646 h 288"/>
                <a:gd name="T26" fmla="*/ 2147483646 w 284"/>
                <a:gd name="T27" fmla="*/ 2147483646 h 288"/>
                <a:gd name="T28" fmla="*/ 2147483646 w 284"/>
                <a:gd name="T29" fmla="*/ 2147483646 h 288"/>
                <a:gd name="T30" fmla="*/ 2147483646 w 284"/>
                <a:gd name="T31" fmla="*/ 2147483646 h 288"/>
                <a:gd name="T32" fmla="*/ 2147483646 w 284"/>
                <a:gd name="T33" fmla="*/ 2147483646 h 288"/>
                <a:gd name="T34" fmla="*/ 2147483646 w 284"/>
                <a:gd name="T35" fmla="*/ 2147483646 h 288"/>
                <a:gd name="T36" fmla="*/ 2147483646 w 284"/>
                <a:gd name="T37" fmla="*/ 2147483646 h 288"/>
                <a:gd name="T38" fmla="*/ 2147483646 w 284"/>
                <a:gd name="T39" fmla="*/ 2147483646 h 288"/>
                <a:gd name="T40" fmla="*/ 2147483646 w 284"/>
                <a:gd name="T41" fmla="*/ 2147483646 h 288"/>
                <a:gd name="T42" fmla="*/ 2147483646 w 284"/>
                <a:gd name="T43" fmla="*/ 2147483646 h 288"/>
                <a:gd name="T44" fmla="*/ 2147483646 w 284"/>
                <a:gd name="T45" fmla="*/ 2147483646 h 288"/>
                <a:gd name="T46" fmla="*/ 2147483646 w 284"/>
                <a:gd name="T47" fmla="*/ 2147483646 h 288"/>
                <a:gd name="T48" fmla="*/ 2147483646 w 284"/>
                <a:gd name="T49" fmla="*/ 2147483646 h 288"/>
                <a:gd name="T50" fmla="*/ 2147483646 w 284"/>
                <a:gd name="T51" fmla="*/ 2147483646 h 288"/>
                <a:gd name="T52" fmla="*/ 2147483646 w 284"/>
                <a:gd name="T53" fmla="*/ 2147483646 h 288"/>
                <a:gd name="T54" fmla="*/ 2147483646 w 284"/>
                <a:gd name="T55" fmla="*/ 2147483646 h 288"/>
                <a:gd name="T56" fmla="*/ 2147483646 w 284"/>
                <a:gd name="T57" fmla="*/ 2147483646 h 288"/>
                <a:gd name="T58" fmla="*/ 2147483646 w 284"/>
                <a:gd name="T59" fmla="*/ 2147483646 h 288"/>
                <a:gd name="T60" fmla="*/ 2147483646 w 284"/>
                <a:gd name="T61" fmla="*/ 2147483646 h 288"/>
                <a:gd name="T62" fmla="*/ 2147483646 w 284"/>
                <a:gd name="T63" fmla="*/ 2147483646 h 288"/>
                <a:gd name="T64" fmla="*/ 2147483646 w 284"/>
                <a:gd name="T65" fmla="*/ 2147483646 h 288"/>
                <a:gd name="T66" fmla="*/ 2147483646 w 284"/>
                <a:gd name="T67" fmla="*/ 2147483646 h 288"/>
                <a:gd name="T68" fmla="*/ 2147483646 w 284"/>
                <a:gd name="T69" fmla="*/ 2147483646 h 288"/>
                <a:gd name="T70" fmla="*/ 2147483646 w 284"/>
                <a:gd name="T71" fmla="*/ 2147483646 h 288"/>
                <a:gd name="T72" fmla="*/ 2147483646 w 284"/>
                <a:gd name="T73" fmla="*/ 2147483646 h 288"/>
                <a:gd name="T74" fmla="*/ 2147483646 w 284"/>
                <a:gd name="T75" fmla="*/ 2147483646 h 288"/>
                <a:gd name="T76" fmla="*/ 2147483646 w 284"/>
                <a:gd name="T77" fmla="*/ 2147483646 h 288"/>
                <a:gd name="T78" fmla="*/ 2147483646 w 284"/>
                <a:gd name="T79" fmla="*/ 2147483646 h 288"/>
                <a:gd name="T80" fmla="*/ 2147483646 w 284"/>
                <a:gd name="T81" fmla="*/ 2147483646 h 288"/>
                <a:gd name="T82" fmla="*/ 2147483646 w 284"/>
                <a:gd name="T83" fmla="*/ 2147483646 h 288"/>
                <a:gd name="T84" fmla="*/ 2147483646 w 284"/>
                <a:gd name="T85" fmla="*/ 2147483646 h 288"/>
                <a:gd name="T86" fmla="*/ 2147483646 w 284"/>
                <a:gd name="T87" fmla="*/ 2147483646 h 288"/>
                <a:gd name="T88" fmla="*/ 2147483646 w 284"/>
                <a:gd name="T89" fmla="*/ 2147483646 h 288"/>
                <a:gd name="T90" fmla="*/ 2147483646 w 284"/>
                <a:gd name="T91" fmla="*/ 2147483646 h 288"/>
                <a:gd name="T92" fmla="*/ 2147483646 w 284"/>
                <a:gd name="T93" fmla="*/ 2147483646 h 288"/>
                <a:gd name="T94" fmla="*/ 2147483646 w 284"/>
                <a:gd name="T95" fmla="*/ 2147483646 h 288"/>
                <a:gd name="T96" fmla="*/ 2147483646 w 284"/>
                <a:gd name="T97" fmla="*/ 2147483646 h 288"/>
                <a:gd name="T98" fmla="*/ 2147483646 w 284"/>
                <a:gd name="T99" fmla="*/ 2147483646 h 288"/>
                <a:gd name="T100" fmla="*/ 2147483646 w 284"/>
                <a:gd name="T101" fmla="*/ 2147483646 h 288"/>
                <a:gd name="T102" fmla="*/ 2147483646 w 284"/>
                <a:gd name="T103" fmla="*/ 2147483646 h 288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284" h="288">
                  <a:moveTo>
                    <a:pt x="284" y="58"/>
                  </a:moveTo>
                  <a:lnTo>
                    <a:pt x="278" y="44"/>
                  </a:lnTo>
                  <a:lnTo>
                    <a:pt x="268" y="32"/>
                  </a:lnTo>
                  <a:lnTo>
                    <a:pt x="260" y="30"/>
                  </a:lnTo>
                  <a:lnTo>
                    <a:pt x="258" y="30"/>
                  </a:lnTo>
                  <a:lnTo>
                    <a:pt x="258" y="28"/>
                  </a:lnTo>
                  <a:lnTo>
                    <a:pt x="250" y="24"/>
                  </a:lnTo>
                  <a:lnTo>
                    <a:pt x="248" y="24"/>
                  </a:lnTo>
                  <a:lnTo>
                    <a:pt x="244" y="26"/>
                  </a:lnTo>
                  <a:lnTo>
                    <a:pt x="234" y="28"/>
                  </a:lnTo>
                  <a:lnTo>
                    <a:pt x="232" y="26"/>
                  </a:lnTo>
                  <a:lnTo>
                    <a:pt x="222" y="22"/>
                  </a:lnTo>
                  <a:lnTo>
                    <a:pt x="220" y="22"/>
                  </a:lnTo>
                  <a:lnTo>
                    <a:pt x="220" y="20"/>
                  </a:lnTo>
                  <a:lnTo>
                    <a:pt x="212" y="12"/>
                  </a:lnTo>
                  <a:lnTo>
                    <a:pt x="204" y="4"/>
                  </a:lnTo>
                  <a:lnTo>
                    <a:pt x="196" y="0"/>
                  </a:lnTo>
                  <a:lnTo>
                    <a:pt x="188" y="8"/>
                  </a:lnTo>
                  <a:lnTo>
                    <a:pt x="176" y="16"/>
                  </a:lnTo>
                  <a:lnTo>
                    <a:pt x="172" y="40"/>
                  </a:lnTo>
                  <a:lnTo>
                    <a:pt x="162" y="58"/>
                  </a:lnTo>
                  <a:lnTo>
                    <a:pt x="162" y="60"/>
                  </a:lnTo>
                  <a:lnTo>
                    <a:pt x="154" y="68"/>
                  </a:lnTo>
                  <a:lnTo>
                    <a:pt x="144" y="86"/>
                  </a:lnTo>
                  <a:lnTo>
                    <a:pt x="144" y="88"/>
                  </a:lnTo>
                  <a:lnTo>
                    <a:pt x="124" y="104"/>
                  </a:lnTo>
                  <a:lnTo>
                    <a:pt x="116" y="118"/>
                  </a:lnTo>
                  <a:lnTo>
                    <a:pt x="114" y="120"/>
                  </a:lnTo>
                  <a:lnTo>
                    <a:pt x="110" y="124"/>
                  </a:lnTo>
                  <a:lnTo>
                    <a:pt x="96" y="132"/>
                  </a:lnTo>
                  <a:lnTo>
                    <a:pt x="88" y="144"/>
                  </a:lnTo>
                  <a:lnTo>
                    <a:pt x="74" y="164"/>
                  </a:lnTo>
                  <a:lnTo>
                    <a:pt x="72" y="164"/>
                  </a:lnTo>
                  <a:lnTo>
                    <a:pt x="8" y="160"/>
                  </a:lnTo>
                  <a:lnTo>
                    <a:pt x="0" y="168"/>
                  </a:lnTo>
                  <a:lnTo>
                    <a:pt x="0" y="180"/>
                  </a:lnTo>
                  <a:lnTo>
                    <a:pt x="6" y="208"/>
                  </a:lnTo>
                  <a:lnTo>
                    <a:pt x="20" y="226"/>
                  </a:lnTo>
                  <a:lnTo>
                    <a:pt x="32" y="232"/>
                  </a:lnTo>
                  <a:lnTo>
                    <a:pt x="32" y="234"/>
                  </a:lnTo>
                  <a:lnTo>
                    <a:pt x="40" y="244"/>
                  </a:lnTo>
                  <a:lnTo>
                    <a:pt x="42" y="252"/>
                  </a:lnTo>
                  <a:lnTo>
                    <a:pt x="42" y="262"/>
                  </a:lnTo>
                  <a:lnTo>
                    <a:pt x="38" y="266"/>
                  </a:lnTo>
                  <a:lnTo>
                    <a:pt x="40" y="268"/>
                  </a:lnTo>
                  <a:lnTo>
                    <a:pt x="44" y="268"/>
                  </a:lnTo>
                  <a:lnTo>
                    <a:pt x="48" y="258"/>
                  </a:lnTo>
                  <a:lnTo>
                    <a:pt x="50" y="258"/>
                  </a:lnTo>
                  <a:lnTo>
                    <a:pt x="62" y="262"/>
                  </a:lnTo>
                  <a:lnTo>
                    <a:pt x="64" y="266"/>
                  </a:lnTo>
                  <a:lnTo>
                    <a:pt x="70" y="266"/>
                  </a:lnTo>
                  <a:lnTo>
                    <a:pt x="68" y="260"/>
                  </a:lnTo>
                  <a:lnTo>
                    <a:pt x="76" y="246"/>
                  </a:lnTo>
                  <a:lnTo>
                    <a:pt x="78" y="244"/>
                  </a:lnTo>
                  <a:lnTo>
                    <a:pt x="80" y="242"/>
                  </a:lnTo>
                  <a:lnTo>
                    <a:pt x="88" y="242"/>
                  </a:lnTo>
                  <a:lnTo>
                    <a:pt x="102" y="242"/>
                  </a:lnTo>
                  <a:lnTo>
                    <a:pt x="110" y="232"/>
                  </a:lnTo>
                  <a:lnTo>
                    <a:pt x="110" y="222"/>
                  </a:lnTo>
                  <a:lnTo>
                    <a:pt x="112" y="212"/>
                  </a:lnTo>
                  <a:lnTo>
                    <a:pt x="114" y="210"/>
                  </a:lnTo>
                  <a:lnTo>
                    <a:pt x="120" y="206"/>
                  </a:lnTo>
                  <a:lnTo>
                    <a:pt x="122" y="206"/>
                  </a:lnTo>
                  <a:lnTo>
                    <a:pt x="134" y="208"/>
                  </a:lnTo>
                  <a:lnTo>
                    <a:pt x="134" y="210"/>
                  </a:lnTo>
                  <a:lnTo>
                    <a:pt x="136" y="220"/>
                  </a:lnTo>
                  <a:lnTo>
                    <a:pt x="136" y="224"/>
                  </a:lnTo>
                  <a:lnTo>
                    <a:pt x="138" y="232"/>
                  </a:lnTo>
                  <a:lnTo>
                    <a:pt x="140" y="232"/>
                  </a:lnTo>
                  <a:lnTo>
                    <a:pt x="144" y="226"/>
                  </a:lnTo>
                  <a:lnTo>
                    <a:pt x="152" y="216"/>
                  </a:lnTo>
                  <a:lnTo>
                    <a:pt x="160" y="212"/>
                  </a:lnTo>
                  <a:lnTo>
                    <a:pt x="162" y="212"/>
                  </a:lnTo>
                  <a:lnTo>
                    <a:pt x="162" y="210"/>
                  </a:lnTo>
                  <a:lnTo>
                    <a:pt x="172" y="214"/>
                  </a:lnTo>
                  <a:lnTo>
                    <a:pt x="174" y="214"/>
                  </a:lnTo>
                  <a:lnTo>
                    <a:pt x="176" y="214"/>
                  </a:lnTo>
                  <a:lnTo>
                    <a:pt x="180" y="226"/>
                  </a:lnTo>
                  <a:lnTo>
                    <a:pt x="180" y="236"/>
                  </a:lnTo>
                  <a:lnTo>
                    <a:pt x="188" y="252"/>
                  </a:lnTo>
                  <a:lnTo>
                    <a:pt x="188" y="254"/>
                  </a:lnTo>
                  <a:lnTo>
                    <a:pt x="188" y="264"/>
                  </a:lnTo>
                  <a:lnTo>
                    <a:pt x="192" y="270"/>
                  </a:lnTo>
                  <a:lnTo>
                    <a:pt x="194" y="270"/>
                  </a:lnTo>
                  <a:lnTo>
                    <a:pt x="196" y="266"/>
                  </a:lnTo>
                  <a:lnTo>
                    <a:pt x="198" y="264"/>
                  </a:lnTo>
                  <a:lnTo>
                    <a:pt x="208" y="270"/>
                  </a:lnTo>
                  <a:lnTo>
                    <a:pt x="208" y="272"/>
                  </a:lnTo>
                  <a:lnTo>
                    <a:pt x="212" y="286"/>
                  </a:lnTo>
                  <a:lnTo>
                    <a:pt x="216" y="288"/>
                  </a:lnTo>
                  <a:lnTo>
                    <a:pt x="216" y="286"/>
                  </a:lnTo>
                  <a:lnTo>
                    <a:pt x="220" y="276"/>
                  </a:lnTo>
                  <a:lnTo>
                    <a:pt x="222" y="274"/>
                  </a:lnTo>
                  <a:lnTo>
                    <a:pt x="224" y="274"/>
                  </a:lnTo>
                  <a:lnTo>
                    <a:pt x="228" y="270"/>
                  </a:lnTo>
                  <a:lnTo>
                    <a:pt x="230" y="270"/>
                  </a:lnTo>
                  <a:lnTo>
                    <a:pt x="236" y="270"/>
                  </a:lnTo>
                  <a:lnTo>
                    <a:pt x="236" y="266"/>
                  </a:lnTo>
                  <a:lnTo>
                    <a:pt x="236" y="264"/>
                  </a:lnTo>
                  <a:lnTo>
                    <a:pt x="232" y="226"/>
                  </a:lnTo>
                  <a:lnTo>
                    <a:pt x="216" y="202"/>
                  </a:lnTo>
                  <a:lnTo>
                    <a:pt x="188" y="168"/>
                  </a:lnTo>
                  <a:lnTo>
                    <a:pt x="186" y="168"/>
                  </a:lnTo>
                  <a:lnTo>
                    <a:pt x="184" y="146"/>
                  </a:lnTo>
                  <a:lnTo>
                    <a:pt x="176" y="128"/>
                  </a:lnTo>
                  <a:lnTo>
                    <a:pt x="174" y="128"/>
                  </a:lnTo>
                  <a:lnTo>
                    <a:pt x="176" y="126"/>
                  </a:lnTo>
                  <a:lnTo>
                    <a:pt x="180" y="104"/>
                  </a:lnTo>
                  <a:lnTo>
                    <a:pt x="182" y="104"/>
                  </a:lnTo>
                  <a:lnTo>
                    <a:pt x="184" y="104"/>
                  </a:lnTo>
                  <a:lnTo>
                    <a:pt x="234" y="102"/>
                  </a:lnTo>
                  <a:lnTo>
                    <a:pt x="260" y="88"/>
                  </a:lnTo>
                  <a:lnTo>
                    <a:pt x="262" y="86"/>
                  </a:lnTo>
                  <a:lnTo>
                    <a:pt x="274" y="82"/>
                  </a:lnTo>
                  <a:lnTo>
                    <a:pt x="278" y="78"/>
                  </a:lnTo>
                  <a:lnTo>
                    <a:pt x="280" y="76"/>
                  </a:lnTo>
                  <a:lnTo>
                    <a:pt x="282" y="68"/>
                  </a:lnTo>
                  <a:lnTo>
                    <a:pt x="284" y="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noProof="1">
                <a:solidFill>
                  <a:srgbClr val="FFFFFF"/>
                </a:solidFill>
              </a:endParaRPr>
            </a:p>
          </p:txBody>
        </p:sp>
        <p:sp>
          <p:nvSpPr>
            <p:cNvPr id="23" name="陕西"/>
            <p:cNvSpPr/>
            <p:nvPr/>
          </p:nvSpPr>
          <p:spPr bwMode="auto">
            <a:xfrm>
              <a:off x="4938713" y="2990850"/>
              <a:ext cx="592137" cy="1055688"/>
            </a:xfrm>
            <a:custGeom>
              <a:avLst/>
              <a:gdLst>
                <a:gd name="T0" fmla="*/ 2147483646 w 324"/>
                <a:gd name="T1" fmla="*/ 2147483646 h 578"/>
                <a:gd name="T2" fmla="*/ 2147483646 w 324"/>
                <a:gd name="T3" fmla="*/ 2147483646 h 578"/>
                <a:gd name="T4" fmla="*/ 2147483646 w 324"/>
                <a:gd name="T5" fmla="*/ 2147483646 h 578"/>
                <a:gd name="T6" fmla="*/ 2147483646 w 324"/>
                <a:gd name="T7" fmla="*/ 2147483646 h 578"/>
                <a:gd name="T8" fmla="*/ 2147483646 w 324"/>
                <a:gd name="T9" fmla="*/ 2147483646 h 578"/>
                <a:gd name="T10" fmla="*/ 2147483646 w 324"/>
                <a:gd name="T11" fmla="*/ 2147483646 h 578"/>
                <a:gd name="T12" fmla="*/ 2147483646 w 324"/>
                <a:gd name="T13" fmla="*/ 2147483646 h 578"/>
                <a:gd name="T14" fmla="*/ 2147483646 w 324"/>
                <a:gd name="T15" fmla="*/ 2147483646 h 578"/>
                <a:gd name="T16" fmla="*/ 2147483646 w 324"/>
                <a:gd name="T17" fmla="*/ 2147483646 h 578"/>
                <a:gd name="T18" fmla="*/ 2147483646 w 324"/>
                <a:gd name="T19" fmla="*/ 2147483646 h 578"/>
                <a:gd name="T20" fmla="*/ 2147483646 w 324"/>
                <a:gd name="T21" fmla="*/ 2147483646 h 578"/>
                <a:gd name="T22" fmla="*/ 2147483646 w 324"/>
                <a:gd name="T23" fmla="*/ 2147483646 h 578"/>
                <a:gd name="T24" fmla="*/ 2147483646 w 324"/>
                <a:gd name="T25" fmla="*/ 2147483646 h 578"/>
                <a:gd name="T26" fmla="*/ 2147483646 w 324"/>
                <a:gd name="T27" fmla="*/ 2147483646 h 578"/>
                <a:gd name="T28" fmla="*/ 2147483646 w 324"/>
                <a:gd name="T29" fmla="*/ 2147483646 h 578"/>
                <a:gd name="T30" fmla="*/ 2147483646 w 324"/>
                <a:gd name="T31" fmla="*/ 2147483646 h 578"/>
                <a:gd name="T32" fmla="*/ 2147483646 w 324"/>
                <a:gd name="T33" fmla="*/ 2147483646 h 578"/>
                <a:gd name="T34" fmla="*/ 2147483646 w 324"/>
                <a:gd name="T35" fmla="*/ 2147483646 h 578"/>
                <a:gd name="T36" fmla="*/ 2147483646 w 324"/>
                <a:gd name="T37" fmla="*/ 2147483646 h 578"/>
                <a:gd name="T38" fmla="*/ 2147483646 w 324"/>
                <a:gd name="T39" fmla="*/ 2147483646 h 578"/>
                <a:gd name="T40" fmla="*/ 2147483646 w 324"/>
                <a:gd name="T41" fmla="*/ 2147483646 h 578"/>
                <a:gd name="T42" fmla="*/ 2147483646 w 324"/>
                <a:gd name="T43" fmla="*/ 2147483646 h 578"/>
                <a:gd name="T44" fmla="*/ 2147483646 w 324"/>
                <a:gd name="T45" fmla="*/ 2147483646 h 578"/>
                <a:gd name="T46" fmla="*/ 2147483646 w 324"/>
                <a:gd name="T47" fmla="*/ 2147483646 h 578"/>
                <a:gd name="T48" fmla="*/ 2147483646 w 324"/>
                <a:gd name="T49" fmla="*/ 2147483646 h 578"/>
                <a:gd name="T50" fmla="*/ 2147483646 w 324"/>
                <a:gd name="T51" fmla="*/ 2147483646 h 578"/>
                <a:gd name="T52" fmla="*/ 2147483646 w 324"/>
                <a:gd name="T53" fmla="*/ 2147483646 h 578"/>
                <a:gd name="T54" fmla="*/ 2147483646 w 324"/>
                <a:gd name="T55" fmla="*/ 2147483646 h 578"/>
                <a:gd name="T56" fmla="*/ 2147483646 w 324"/>
                <a:gd name="T57" fmla="*/ 2147483646 h 578"/>
                <a:gd name="T58" fmla="*/ 2147483646 w 324"/>
                <a:gd name="T59" fmla="*/ 2147483646 h 578"/>
                <a:gd name="T60" fmla="*/ 2147483646 w 324"/>
                <a:gd name="T61" fmla="*/ 2147483646 h 578"/>
                <a:gd name="T62" fmla="*/ 2147483646 w 324"/>
                <a:gd name="T63" fmla="*/ 2147483646 h 578"/>
                <a:gd name="T64" fmla="*/ 2147483646 w 324"/>
                <a:gd name="T65" fmla="*/ 2147483646 h 578"/>
                <a:gd name="T66" fmla="*/ 2147483646 w 324"/>
                <a:gd name="T67" fmla="*/ 2147483646 h 578"/>
                <a:gd name="T68" fmla="*/ 2147483646 w 324"/>
                <a:gd name="T69" fmla="*/ 2147483646 h 578"/>
                <a:gd name="T70" fmla="*/ 2147483646 w 324"/>
                <a:gd name="T71" fmla="*/ 2147483646 h 578"/>
                <a:gd name="T72" fmla="*/ 2147483646 w 324"/>
                <a:gd name="T73" fmla="*/ 2147483646 h 578"/>
                <a:gd name="T74" fmla="*/ 2147483646 w 324"/>
                <a:gd name="T75" fmla="*/ 2147483646 h 578"/>
                <a:gd name="T76" fmla="*/ 2147483646 w 324"/>
                <a:gd name="T77" fmla="*/ 2147483646 h 578"/>
                <a:gd name="T78" fmla="*/ 2147483646 w 324"/>
                <a:gd name="T79" fmla="*/ 2147483646 h 578"/>
                <a:gd name="T80" fmla="*/ 2147483646 w 324"/>
                <a:gd name="T81" fmla="*/ 2147483646 h 578"/>
                <a:gd name="T82" fmla="*/ 2147483646 w 324"/>
                <a:gd name="T83" fmla="*/ 2147483646 h 578"/>
                <a:gd name="T84" fmla="*/ 2147483646 w 324"/>
                <a:gd name="T85" fmla="*/ 2147483646 h 578"/>
                <a:gd name="T86" fmla="*/ 2147483646 w 324"/>
                <a:gd name="T87" fmla="*/ 2147483646 h 578"/>
                <a:gd name="T88" fmla="*/ 2147483646 w 324"/>
                <a:gd name="T89" fmla="*/ 2147483646 h 578"/>
                <a:gd name="T90" fmla="*/ 2147483646 w 324"/>
                <a:gd name="T91" fmla="*/ 2147483646 h 578"/>
                <a:gd name="T92" fmla="*/ 2147483646 w 324"/>
                <a:gd name="T93" fmla="*/ 2147483646 h 578"/>
                <a:gd name="T94" fmla="*/ 2147483646 w 324"/>
                <a:gd name="T95" fmla="*/ 2147483646 h 578"/>
                <a:gd name="T96" fmla="*/ 2147483646 w 324"/>
                <a:gd name="T97" fmla="*/ 2147483646 h 578"/>
                <a:gd name="T98" fmla="*/ 2147483646 w 324"/>
                <a:gd name="T99" fmla="*/ 2147483646 h 578"/>
                <a:gd name="T100" fmla="*/ 2147483646 w 324"/>
                <a:gd name="T101" fmla="*/ 2147483646 h 57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324" h="578">
                  <a:moveTo>
                    <a:pt x="108" y="132"/>
                  </a:moveTo>
                  <a:lnTo>
                    <a:pt x="104" y="130"/>
                  </a:lnTo>
                  <a:lnTo>
                    <a:pt x="96" y="180"/>
                  </a:lnTo>
                  <a:lnTo>
                    <a:pt x="108" y="196"/>
                  </a:lnTo>
                  <a:lnTo>
                    <a:pt x="122" y="200"/>
                  </a:lnTo>
                  <a:lnTo>
                    <a:pt x="124" y="202"/>
                  </a:lnTo>
                  <a:lnTo>
                    <a:pt x="140" y="216"/>
                  </a:lnTo>
                  <a:lnTo>
                    <a:pt x="164" y="220"/>
                  </a:lnTo>
                  <a:lnTo>
                    <a:pt x="176" y="228"/>
                  </a:lnTo>
                  <a:lnTo>
                    <a:pt x="176" y="230"/>
                  </a:lnTo>
                  <a:lnTo>
                    <a:pt x="186" y="244"/>
                  </a:lnTo>
                  <a:lnTo>
                    <a:pt x="188" y="244"/>
                  </a:lnTo>
                  <a:lnTo>
                    <a:pt x="186" y="246"/>
                  </a:lnTo>
                  <a:lnTo>
                    <a:pt x="178" y="260"/>
                  </a:lnTo>
                  <a:lnTo>
                    <a:pt x="178" y="264"/>
                  </a:lnTo>
                  <a:lnTo>
                    <a:pt x="176" y="272"/>
                  </a:lnTo>
                  <a:lnTo>
                    <a:pt x="178" y="272"/>
                  </a:lnTo>
                  <a:lnTo>
                    <a:pt x="178" y="286"/>
                  </a:lnTo>
                  <a:lnTo>
                    <a:pt x="176" y="288"/>
                  </a:lnTo>
                  <a:lnTo>
                    <a:pt x="170" y="312"/>
                  </a:lnTo>
                  <a:lnTo>
                    <a:pt x="168" y="316"/>
                  </a:lnTo>
                  <a:lnTo>
                    <a:pt x="164" y="314"/>
                  </a:lnTo>
                  <a:lnTo>
                    <a:pt x="154" y="312"/>
                  </a:lnTo>
                  <a:lnTo>
                    <a:pt x="140" y="312"/>
                  </a:lnTo>
                  <a:lnTo>
                    <a:pt x="128" y="316"/>
                  </a:lnTo>
                  <a:lnTo>
                    <a:pt x="116" y="328"/>
                  </a:lnTo>
                  <a:lnTo>
                    <a:pt x="112" y="332"/>
                  </a:lnTo>
                  <a:lnTo>
                    <a:pt x="130" y="340"/>
                  </a:lnTo>
                  <a:lnTo>
                    <a:pt x="128" y="344"/>
                  </a:lnTo>
                  <a:lnTo>
                    <a:pt x="124" y="350"/>
                  </a:lnTo>
                  <a:lnTo>
                    <a:pt x="116" y="354"/>
                  </a:lnTo>
                  <a:lnTo>
                    <a:pt x="106" y="354"/>
                  </a:lnTo>
                  <a:lnTo>
                    <a:pt x="88" y="348"/>
                  </a:lnTo>
                  <a:lnTo>
                    <a:pt x="70" y="338"/>
                  </a:lnTo>
                  <a:lnTo>
                    <a:pt x="64" y="338"/>
                  </a:lnTo>
                  <a:lnTo>
                    <a:pt x="44" y="366"/>
                  </a:lnTo>
                  <a:lnTo>
                    <a:pt x="40" y="376"/>
                  </a:lnTo>
                  <a:lnTo>
                    <a:pt x="40" y="392"/>
                  </a:lnTo>
                  <a:lnTo>
                    <a:pt x="48" y="406"/>
                  </a:lnTo>
                  <a:lnTo>
                    <a:pt x="48" y="408"/>
                  </a:lnTo>
                  <a:lnTo>
                    <a:pt x="52" y="420"/>
                  </a:lnTo>
                  <a:lnTo>
                    <a:pt x="52" y="422"/>
                  </a:lnTo>
                  <a:lnTo>
                    <a:pt x="52" y="440"/>
                  </a:lnTo>
                  <a:lnTo>
                    <a:pt x="52" y="442"/>
                  </a:lnTo>
                  <a:lnTo>
                    <a:pt x="54" y="444"/>
                  </a:lnTo>
                  <a:lnTo>
                    <a:pt x="40" y="446"/>
                  </a:lnTo>
                  <a:lnTo>
                    <a:pt x="16" y="446"/>
                  </a:lnTo>
                  <a:lnTo>
                    <a:pt x="6" y="454"/>
                  </a:lnTo>
                  <a:lnTo>
                    <a:pt x="0" y="462"/>
                  </a:lnTo>
                  <a:lnTo>
                    <a:pt x="2" y="462"/>
                  </a:lnTo>
                  <a:lnTo>
                    <a:pt x="6" y="486"/>
                  </a:lnTo>
                  <a:lnTo>
                    <a:pt x="8" y="486"/>
                  </a:lnTo>
                  <a:lnTo>
                    <a:pt x="8" y="496"/>
                  </a:lnTo>
                  <a:lnTo>
                    <a:pt x="12" y="508"/>
                  </a:lnTo>
                  <a:lnTo>
                    <a:pt x="30" y="518"/>
                  </a:lnTo>
                  <a:lnTo>
                    <a:pt x="54" y="512"/>
                  </a:lnTo>
                  <a:lnTo>
                    <a:pt x="66" y="504"/>
                  </a:lnTo>
                  <a:lnTo>
                    <a:pt x="68" y="504"/>
                  </a:lnTo>
                  <a:lnTo>
                    <a:pt x="80" y="504"/>
                  </a:lnTo>
                  <a:lnTo>
                    <a:pt x="86" y="520"/>
                  </a:lnTo>
                  <a:lnTo>
                    <a:pt x="92" y="526"/>
                  </a:lnTo>
                  <a:lnTo>
                    <a:pt x="94" y="532"/>
                  </a:lnTo>
                  <a:lnTo>
                    <a:pt x="100" y="532"/>
                  </a:lnTo>
                  <a:lnTo>
                    <a:pt x="102" y="532"/>
                  </a:lnTo>
                  <a:lnTo>
                    <a:pt x="104" y="532"/>
                  </a:lnTo>
                  <a:lnTo>
                    <a:pt x="104" y="530"/>
                  </a:lnTo>
                  <a:lnTo>
                    <a:pt x="116" y="520"/>
                  </a:lnTo>
                  <a:lnTo>
                    <a:pt x="126" y="540"/>
                  </a:lnTo>
                  <a:lnTo>
                    <a:pt x="136" y="546"/>
                  </a:lnTo>
                  <a:lnTo>
                    <a:pt x="152" y="546"/>
                  </a:lnTo>
                  <a:lnTo>
                    <a:pt x="164" y="544"/>
                  </a:lnTo>
                  <a:lnTo>
                    <a:pt x="168" y="544"/>
                  </a:lnTo>
                  <a:lnTo>
                    <a:pt x="196" y="548"/>
                  </a:lnTo>
                  <a:lnTo>
                    <a:pt x="196" y="550"/>
                  </a:lnTo>
                  <a:lnTo>
                    <a:pt x="208" y="556"/>
                  </a:lnTo>
                  <a:lnTo>
                    <a:pt x="208" y="558"/>
                  </a:lnTo>
                  <a:lnTo>
                    <a:pt x="220" y="566"/>
                  </a:lnTo>
                  <a:lnTo>
                    <a:pt x="226" y="574"/>
                  </a:lnTo>
                  <a:lnTo>
                    <a:pt x="234" y="578"/>
                  </a:lnTo>
                  <a:lnTo>
                    <a:pt x="248" y="576"/>
                  </a:lnTo>
                  <a:lnTo>
                    <a:pt x="248" y="560"/>
                  </a:lnTo>
                  <a:lnTo>
                    <a:pt x="240" y="548"/>
                  </a:lnTo>
                  <a:lnTo>
                    <a:pt x="236" y="526"/>
                  </a:lnTo>
                  <a:lnTo>
                    <a:pt x="246" y="516"/>
                  </a:lnTo>
                  <a:lnTo>
                    <a:pt x="248" y="514"/>
                  </a:lnTo>
                  <a:lnTo>
                    <a:pt x="258" y="512"/>
                  </a:lnTo>
                  <a:lnTo>
                    <a:pt x="268" y="512"/>
                  </a:lnTo>
                  <a:lnTo>
                    <a:pt x="272" y="508"/>
                  </a:lnTo>
                  <a:lnTo>
                    <a:pt x="264" y="500"/>
                  </a:lnTo>
                  <a:lnTo>
                    <a:pt x="242" y="484"/>
                  </a:lnTo>
                  <a:lnTo>
                    <a:pt x="236" y="476"/>
                  </a:lnTo>
                  <a:lnTo>
                    <a:pt x="234" y="474"/>
                  </a:lnTo>
                  <a:lnTo>
                    <a:pt x="236" y="472"/>
                  </a:lnTo>
                  <a:lnTo>
                    <a:pt x="242" y="460"/>
                  </a:lnTo>
                  <a:lnTo>
                    <a:pt x="244" y="462"/>
                  </a:lnTo>
                  <a:lnTo>
                    <a:pt x="260" y="466"/>
                  </a:lnTo>
                  <a:lnTo>
                    <a:pt x="302" y="464"/>
                  </a:lnTo>
                  <a:lnTo>
                    <a:pt x="302" y="466"/>
                  </a:lnTo>
                  <a:lnTo>
                    <a:pt x="304" y="466"/>
                  </a:lnTo>
                  <a:lnTo>
                    <a:pt x="316" y="470"/>
                  </a:lnTo>
                  <a:lnTo>
                    <a:pt x="324" y="462"/>
                  </a:lnTo>
                  <a:lnTo>
                    <a:pt x="320" y="438"/>
                  </a:lnTo>
                  <a:lnTo>
                    <a:pt x="304" y="428"/>
                  </a:lnTo>
                  <a:lnTo>
                    <a:pt x="300" y="424"/>
                  </a:lnTo>
                  <a:lnTo>
                    <a:pt x="296" y="420"/>
                  </a:lnTo>
                  <a:lnTo>
                    <a:pt x="292" y="410"/>
                  </a:lnTo>
                  <a:lnTo>
                    <a:pt x="290" y="394"/>
                  </a:lnTo>
                  <a:lnTo>
                    <a:pt x="290" y="374"/>
                  </a:lnTo>
                  <a:lnTo>
                    <a:pt x="276" y="368"/>
                  </a:lnTo>
                  <a:lnTo>
                    <a:pt x="274" y="368"/>
                  </a:lnTo>
                  <a:lnTo>
                    <a:pt x="274" y="366"/>
                  </a:lnTo>
                  <a:lnTo>
                    <a:pt x="274" y="364"/>
                  </a:lnTo>
                  <a:lnTo>
                    <a:pt x="272" y="344"/>
                  </a:lnTo>
                  <a:lnTo>
                    <a:pt x="288" y="262"/>
                  </a:lnTo>
                  <a:lnTo>
                    <a:pt x="280" y="232"/>
                  </a:lnTo>
                  <a:lnTo>
                    <a:pt x="278" y="214"/>
                  </a:lnTo>
                  <a:lnTo>
                    <a:pt x="276" y="190"/>
                  </a:lnTo>
                  <a:lnTo>
                    <a:pt x="278" y="164"/>
                  </a:lnTo>
                  <a:lnTo>
                    <a:pt x="278" y="162"/>
                  </a:lnTo>
                  <a:lnTo>
                    <a:pt x="280" y="160"/>
                  </a:lnTo>
                  <a:lnTo>
                    <a:pt x="296" y="148"/>
                  </a:lnTo>
                  <a:lnTo>
                    <a:pt x="296" y="136"/>
                  </a:lnTo>
                  <a:lnTo>
                    <a:pt x="294" y="130"/>
                  </a:lnTo>
                  <a:lnTo>
                    <a:pt x="290" y="122"/>
                  </a:lnTo>
                  <a:lnTo>
                    <a:pt x="280" y="110"/>
                  </a:lnTo>
                  <a:lnTo>
                    <a:pt x="278" y="110"/>
                  </a:lnTo>
                  <a:lnTo>
                    <a:pt x="278" y="108"/>
                  </a:lnTo>
                  <a:lnTo>
                    <a:pt x="276" y="88"/>
                  </a:lnTo>
                  <a:lnTo>
                    <a:pt x="276" y="86"/>
                  </a:lnTo>
                  <a:lnTo>
                    <a:pt x="298" y="60"/>
                  </a:lnTo>
                  <a:lnTo>
                    <a:pt x="298" y="48"/>
                  </a:lnTo>
                  <a:lnTo>
                    <a:pt x="292" y="36"/>
                  </a:lnTo>
                  <a:lnTo>
                    <a:pt x="290" y="34"/>
                  </a:lnTo>
                  <a:lnTo>
                    <a:pt x="300" y="20"/>
                  </a:lnTo>
                  <a:lnTo>
                    <a:pt x="302" y="20"/>
                  </a:lnTo>
                  <a:lnTo>
                    <a:pt x="312" y="12"/>
                  </a:lnTo>
                  <a:lnTo>
                    <a:pt x="312" y="0"/>
                  </a:lnTo>
                  <a:lnTo>
                    <a:pt x="306" y="0"/>
                  </a:lnTo>
                  <a:lnTo>
                    <a:pt x="296" y="0"/>
                  </a:lnTo>
                  <a:lnTo>
                    <a:pt x="292" y="18"/>
                  </a:lnTo>
                  <a:lnTo>
                    <a:pt x="290" y="18"/>
                  </a:lnTo>
                  <a:lnTo>
                    <a:pt x="268" y="10"/>
                  </a:lnTo>
                  <a:lnTo>
                    <a:pt x="256" y="8"/>
                  </a:lnTo>
                  <a:lnTo>
                    <a:pt x="260" y="28"/>
                  </a:lnTo>
                  <a:lnTo>
                    <a:pt x="244" y="32"/>
                  </a:lnTo>
                  <a:lnTo>
                    <a:pt x="218" y="46"/>
                  </a:lnTo>
                  <a:lnTo>
                    <a:pt x="210" y="56"/>
                  </a:lnTo>
                  <a:lnTo>
                    <a:pt x="210" y="58"/>
                  </a:lnTo>
                  <a:lnTo>
                    <a:pt x="208" y="58"/>
                  </a:lnTo>
                  <a:lnTo>
                    <a:pt x="196" y="70"/>
                  </a:lnTo>
                  <a:lnTo>
                    <a:pt x="192" y="88"/>
                  </a:lnTo>
                  <a:lnTo>
                    <a:pt x="192" y="90"/>
                  </a:lnTo>
                  <a:lnTo>
                    <a:pt x="186" y="118"/>
                  </a:lnTo>
                  <a:lnTo>
                    <a:pt x="184" y="130"/>
                  </a:lnTo>
                  <a:lnTo>
                    <a:pt x="184" y="132"/>
                  </a:lnTo>
                  <a:lnTo>
                    <a:pt x="182" y="132"/>
                  </a:lnTo>
                  <a:lnTo>
                    <a:pt x="174" y="144"/>
                  </a:lnTo>
                  <a:lnTo>
                    <a:pt x="172" y="144"/>
                  </a:lnTo>
                  <a:lnTo>
                    <a:pt x="172" y="146"/>
                  </a:lnTo>
                  <a:lnTo>
                    <a:pt x="152" y="148"/>
                  </a:lnTo>
                  <a:lnTo>
                    <a:pt x="122" y="138"/>
                  </a:lnTo>
                  <a:lnTo>
                    <a:pt x="108" y="1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noProof="1">
                <a:solidFill>
                  <a:srgbClr val="FFFFFF"/>
                </a:solidFill>
              </a:endParaRPr>
            </a:p>
          </p:txBody>
        </p:sp>
        <p:sp>
          <p:nvSpPr>
            <p:cNvPr id="24" name="山西"/>
            <p:cNvSpPr/>
            <p:nvPr/>
          </p:nvSpPr>
          <p:spPr bwMode="auto">
            <a:xfrm>
              <a:off x="5451475" y="2792413"/>
              <a:ext cx="393700" cy="866775"/>
            </a:xfrm>
            <a:custGeom>
              <a:avLst/>
              <a:gdLst>
                <a:gd name="T0" fmla="*/ 2147483646 w 216"/>
                <a:gd name="T1" fmla="*/ 2147483646 h 474"/>
                <a:gd name="T2" fmla="*/ 2147483646 w 216"/>
                <a:gd name="T3" fmla="*/ 2147483646 h 474"/>
                <a:gd name="T4" fmla="*/ 2147483646 w 216"/>
                <a:gd name="T5" fmla="*/ 2147483646 h 474"/>
                <a:gd name="T6" fmla="*/ 2147483646 w 216"/>
                <a:gd name="T7" fmla="*/ 2147483646 h 474"/>
                <a:gd name="T8" fmla="*/ 2147483646 w 216"/>
                <a:gd name="T9" fmla="*/ 2147483646 h 474"/>
                <a:gd name="T10" fmla="*/ 2147483646 w 216"/>
                <a:gd name="T11" fmla="*/ 2147483646 h 474"/>
                <a:gd name="T12" fmla="*/ 2147483646 w 216"/>
                <a:gd name="T13" fmla="*/ 2147483646 h 474"/>
                <a:gd name="T14" fmla="*/ 2147483646 w 216"/>
                <a:gd name="T15" fmla="*/ 2147483646 h 474"/>
                <a:gd name="T16" fmla="*/ 2147483646 w 216"/>
                <a:gd name="T17" fmla="*/ 2147483646 h 474"/>
                <a:gd name="T18" fmla="*/ 2147483646 w 216"/>
                <a:gd name="T19" fmla="*/ 2147483646 h 474"/>
                <a:gd name="T20" fmla="*/ 2147483646 w 216"/>
                <a:gd name="T21" fmla="*/ 2147483646 h 474"/>
                <a:gd name="T22" fmla="*/ 2147483646 w 216"/>
                <a:gd name="T23" fmla="*/ 2147483646 h 474"/>
                <a:gd name="T24" fmla="*/ 2147483646 w 216"/>
                <a:gd name="T25" fmla="*/ 2147483646 h 474"/>
                <a:gd name="T26" fmla="*/ 2147483646 w 216"/>
                <a:gd name="T27" fmla="*/ 2147483646 h 474"/>
                <a:gd name="T28" fmla="*/ 2147483646 w 216"/>
                <a:gd name="T29" fmla="*/ 2147483646 h 474"/>
                <a:gd name="T30" fmla="*/ 2147483646 w 216"/>
                <a:gd name="T31" fmla="*/ 2147483646 h 474"/>
                <a:gd name="T32" fmla="*/ 2147483646 w 216"/>
                <a:gd name="T33" fmla="*/ 2147483646 h 474"/>
                <a:gd name="T34" fmla="*/ 2147483646 w 216"/>
                <a:gd name="T35" fmla="*/ 2147483646 h 474"/>
                <a:gd name="T36" fmla="*/ 2147483646 w 216"/>
                <a:gd name="T37" fmla="*/ 2147483646 h 474"/>
                <a:gd name="T38" fmla="*/ 2147483646 w 216"/>
                <a:gd name="T39" fmla="*/ 2147483646 h 474"/>
                <a:gd name="T40" fmla="*/ 2147483646 w 216"/>
                <a:gd name="T41" fmla="*/ 2147483646 h 474"/>
                <a:gd name="T42" fmla="*/ 2147483646 w 216"/>
                <a:gd name="T43" fmla="*/ 2147483646 h 474"/>
                <a:gd name="T44" fmla="*/ 2147483646 w 216"/>
                <a:gd name="T45" fmla="*/ 2147483646 h 474"/>
                <a:gd name="T46" fmla="*/ 2147483646 w 216"/>
                <a:gd name="T47" fmla="*/ 2147483646 h 474"/>
                <a:gd name="T48" fmla="*/ 2147483646 w 216"/>
                <a:gd name="T49" fmla="*/ 2147483646 h 474"/>
                <a:gd name="T50" fmla="*/ 2147483646 w 216"/>
                <a:gd name="T51" fmla="*/ 2147483646 h 474"/>
                <a:gd name="T52" fmla="*/ 2147483646 w 216"/>
                <a:gd name="T53" fmla="*/ 2147483646 h 474"/>
                <a:gd name="T54" fmla="*/ 2147483646 w 216"/>
                <a:gd name="T55" fmla="*/ 2147483646 h 474"/>
                <a:gd name="T56" fmla="*/ 2147483646 w 216"/>
                <a:gd name="T57" fmla="*/ 2147483646 h 474"/>
                <a:gd name="T58" fmla="*/ 2147483646 w 216"/>
                <a:gd name="T59" fmla="*/ 2147483646 h 474"/>
                <a:gd name="T60" fmla="*/ 2147483646 w 216"/>
                <a:gd name="T61" fmla="*/ 2147483646 h 474"/>
                <a:gd name="T62" fmla="*/ 2147483646 w 216"/>
                <a:gd name="T63" fmla="*/ 2147483646 h 474"/>
                <a:gd name="T64" fmla="*/ 2147483646 w 216"/>
                <a:gd name="T65" fmla="*/ 2147483646 h 474"/>
                <a:gd name="T66" fmla="*/ 2147483646 w 216"/>
                <a:gd name="T67" fmla="*/ 2147483646 h 474"/>
                <a:gd name="T68" fmla="*/ 2147483646 w 216"/>
                <a:gd name="T69" fmla="*/ 2147483646 h 474"/>
                <a:gd name="T70" fmla="*/ 2147483646 w 216"/>
                <a:gd name="T71" fmla="*/ 2147483646 h 474"/>
                <a:gd name="T72" fmla="*/ 2147483646 w 216"/>
                <a:gd name="T73" fmla="*/ 2147483646 h 474"/>
                <a:gd name="T74" fmla="*/ 2147483646 w 216"/>
                <a:gd name="T75" fmla="*/ 2147483646 h 474"/>
                <a:gd name="T76" fmla="*/ 2147483646 w 216"/>
                <a:gd name="T77" fmla="*/ 2147483646 h 474"/>
                <a:gd name="T78" fmla="*/ 2147483646 w 216"/>
                <a:gd name="T79" fmla="*/ 2147483646 h 474"/>
                <a:gd name="T80" fmla="*/ 2147483646 w 216"/>
                <a:gd name="T81" fmla="*/ 2147483646 h 474"/>
                <a:gd name="T82" fmla="*/ 2147483646 w 216"/>
                <a:gd name="T83" fmla="*/ 2147483646 h 474"/>
                <a:gd name="T84" fmla="*/ 2147483646 w 216"/>
                <a:gd name="T85" fmla="*/ 2147483646 h 474"/>
                <a:gd name="T86" fmla="*/ 2147483646 w 216"/>
                <a:gd name="T87" fmla="*/ 2147483646 h 474"/>
                <a:gd name="T88" fmla="*/ 2147483646 w 216"/>
                <a:gd name="T89" fmla="*/ 2147483646 h 474"/>
                <a:gd name="T90" fmla="*/ 2147483646 w 216"/>
                <a:gd name="T91" fmla="*/ 2147483646 h 474"/>
                <a:gd name="T92" fmla="*/ 2147483646 w 216"/>
                <a:gd name="T93" fmla="*/ 2147483646 h 474"/>
                <a:gd name="T94" fmla="*/ 2147483646 w 216"/>
                <a:gd name="T95" fmla="*/ 2147483646 h 474"/>
                <a:gd name="T96" fmla="*/ 2147483646 w 216"/>
                <a:gd name="T97" fmla="*/ 2147483646 h 474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216" h="474">
                  <a:moveTo>
                    <a:pt x="202" y="24"/>
                  </a:moveTo>
                  <a:lnTo>
                    <a:pt x="204" y="20"/>
                  </a:lnTo>
                  <a:lnTo>
                    <a:pt x="200" y="8"/>
                  </a:lnTo>
                  <a:lnTo>
                    <a:pt x="194" y="0"/>
                  </a:lnTo>
                  <a:lnTo>
                    <a:pt x="188" y="12"/>
                  </a:lnTo>
                  <a:lnTo>
                    <a:pt x="176" y="24"/>
                  </a:lnTo>
                  <a:lnTo>
                    <a:pt x="174" y="24"/>
                  </a:lnTo>
                  <a:lnTo>
                    <a:pt x="156" y="30"/>
                  </a:lnTo>
                  <a:lnTo>
                    <a:pt x="154" y="30"/>
                  </a:lnTo>
                  <a:lnTo>
                    <a:pt x="136" y="28"/>
                  </a:lnTo>
                  <a:lnTo>
                    <a:pt x="124" y="30"/>
                  </a:lnTo>
                  <a:lnTo>
                    <a:pt x="122" y="40"/>
                  </a:lnTo>
                  <a:lnTo>
                    <a:pt x="112" y="46"/>
                  </a:lnTo>
                  <a:lnTo>
                    <a:pt x="112" y="48"/>
                  </a:lnTo>
                  <a:lnTo>
                    <a:pt x="110" y="48"/>
                  </a:lnTo>
                  <a:lnTo>
                    <a:pt x="94" y="46"/>
                  </a:lnTo>
                  <a:lnTo>
                    <a:pt x="92" y="48"/>
                  </a:lnTo>
                  <a:lnTo>
                    <a:pt x="92" y="64"/>
                  </a:lnTo>
                  <a:lnTo>
                    <a:pt x="84" y="76"/>
                  </a:lnTo>
                  <a:lnTo>
                    <a:pt x="82" y="76"/>
                  </a:lnTo>
                  <a:lnTo>
                    <a:pt x="68" y="92"/>
                  </a:lnTo>
                  <a:lnTo>
                    <a:pt x="66" y="92"/>
                  </a:lnTo>
                  <a:lnTo>
                    <a:pt x="50" y="96"/>
                  </a:lnTo>
                  <a:lnTo>
                    <a:pt x="40" y="106"/>
                  </a:lnTo>
                  <a:lnTo>
                    <a:pt x="42" y="120"/>
                  </a:lnTo>
                  <a:lnTo>
                    <a:pt x="42" y="124"/>
                  </a:lnTo>
                  <a:lnTo>
                    <a:pt x="40" y="124"/>
                  </a:lnTo>
                  <a:lnTo>
                    <a:pt x="28" y="136"/>
                  </a:lnTo>
                  <a:lnTo>
                    <a:pt x="20" y="144"/>
                  </a:lnTo>
                  <a:lnTo>
                    <a:pt x="26" y="154"/>
                  </a:lnTo>
                  <a:lnTo>
                    <a:pt x="26" y="156"/>
                  </a:lnTo>
                  <a:lnTo>
                    <a:pt x="26" y="170"/>
                  </a:lnTo>
                  <a:lnTo>
                    <a:pt x="26" y="172"/>
                  </a:lnTo>
                  <a:lnTo>
                    <a:pt x="16" y="184"/>
                  </a:lnTo>
                  <a:lnTo>
                    <a:pt x="4" y="198"/>
                  </a:lnTo>
                  <a:lnTo>
                    <a:pt x="6" y="214"/>
                  </a:lnTo>
                  <a:lnTo>
                    <a:pt x="16" y="224"/>
                  </a:lnTo>
                  <a:lnTo>
                    <a:pt x="22" y="236"/>
                  </a:lnTo>
                  <a:lnTo>
                    <a:pt x="24" y="244"/>
                  </a:lnTo>
                  <a:lnTo>
                    <a:pt x="24" y="262"/>
                  </a:lnTo>
                  <a:lnTo>
                    <a:pt x="22" y="264"/>
                  </a:lnTo>
                  <a:lnTo>
                    <a:pt x="6" y="276"/>
                  </a:lnTo>
                  <a:lnTo>
                    <a:pt x="4" y="300"/>
                  </a:lnTo>
                  <a:lnTo>
                    <a:pt x="6" y="324"/>
                  </a:lnTo>
                  <a:lnTo>
                    <a:pt x="10" y="340"/>
                  </a:lnTo>
                  <a:lnTo>
                    <a:pt x="18" y="368"/>
                  </a:lnTo>
                  <a:lnTo>
                    <a:pt x="18" y="370"/>
                  </a:lnTo>
                  <a:lnTo>
                    <a:pt x="18" y="372"/>
                  </a:lnTo>
                  <a:lnTo>
                    <a:pt x="0" y="452"/>
                  </a:lnTo>
                  <a:lnTo>
                    <a:pt x="2" y="468"/>
                  </a:lnTo>
                  <a:lnTo>
                    <a:pt x="14" y="474"/>
                  </a:lnTo>
                  <a:lnTo>
                    <a:pt x="32" y="456"/>
                  </a:lnTo>
                  <a:lnTo>
                    <a:pt x="34" y="456"/>
                  </a:lnTo>
                  <a:lnTo>
                    <a:pt x="96" y="432"/>
                  </a:lnTo>
                  <a:lnTo>
                    <a:pt x="112" y="416"/>
                  </a:lnTo>
                  <a:lnTo>
                    <a:pt x="114" y="416"/>
                  </a:lnTo>
                  <a:lnTo>
                    <a:pt x="116" y="416"/>
                  </a:lnTo>
                  <a:lnTo>
                    <a:pt x="150" y="420"/>
                  </a:lnTo>
                  <a:lnTo>
                    <a:pt x="162" y="416"/>
                  </a:lnTo>
                  <a:lnTo>
                    <a:pt x="180" y="408"/>
                  </a:lnTo>
                  <a:lnTo>
                    <a:pt x="180" y="392"/>
                  </a:lnTo>
                  <a:lnTo>
                    <a:pt x="182" y="392"/>
                  </a:lnTo>
                  <a:lnTo>
                    <a:pt x="192" y="382"/>
                  </a:lnTo>
                  <a:lnTo>
                    <a:pt x="190" y="372"/>
                  </a:lnTo>
                  <a:lnTo>
                    <a:pt x="190" y="370"/>
                  </a:lnTo>
                  <a:lnTo>
                    <a:pt x="190" y="368"/>
                  </a:lnTo>
                  <a:lnTo>
                    <a:pt x="194" y="364"/>
                  </a:lnTo>
                  <a:lnTo>
                    <a:pt x="192" y="360"/>
                  </a:lnTo>
                  <a:lnTo>
                    <a:pt x="190" y="356"/>
                  </a:lnTo>
                  <a:lnTo>
                    <a:pt x="190" y="352"/>
                  </a:lnTo>
                  <a:lnTo>
                    <a:pt x="194" y="340"/>
                  </a:lnTo>
                  <a:lnTo>
                    <a:pt x="198" y="336"/>
                  </a:lnTo>
                  <a:lnTo>
                    <a:pt x="196" y="324"/>
                  </a:lnTo>
                  <a:lnTo>
                    <a:pt x="184" y="310"/>
                  </a:lnTo>
                  <a:lnTo>
                    <a:pt x="182" y="306"/>
                  </a:lnTo>
                  <a:lnTo>
                    <a:pt x="180" y="302"/>
                  </a:lnTo>
                  <a:lnTo>
                    <a:pt x="180" y="298"/>
                  </a:lnTo>
                  <a:lnTo>
                    <a:pt x="182" y="294"/>
                  </a:lnTo>
                  <a:lnTo>
                    <a:pt x="184" y="288"/>
                  </a:lnTo>
                  <a:lnTo>
                    <a:pt x="190" y="280"/>
                  </a:lnTo>
                  <a:lnTo>
                    <a:pt x="192" y="268"/>
                  </a:lnTo>
                  <a:lnTo>
                    <a:pt x="202" y="248"/>
                  </a:lnTo>
                  <a:lnTo>
                    <a:pt x="204" y="240"/>
                  </a:lnTo>
                  <a:lnTo>
                    <a:pt x="216" y="216"/>
                  </a:lnTo>
                  <a:lnTo>
                    <a:pt x="208" y="200"/>
                  </a:lnTo>
                  <a:lnTo>
                    <a:pt x="184" y="184"/>
                  </a:lnTo>
                  <a:lnTo>
                    <a:pt x="182" y="184"/>
                  </a:lnTo>
                  <a:lnTo>
                    <a:pt x="176" y="170"/>
                  </a:lnTo>
                  <a:lnTo>
                    <a:pt x="176" y="168"/>
                  </a:lnTo>
                  <a:lnTo>
                    <a:pt x="180" y="146"/>
                  </a:lnTo>
                  <a:lnTo>
                    <a:pt x="184" y="130"/>
                  </a:lnTo>
                  <a:lnTo>
                    <a:pt x="184" y="122"/>
                  </a:lnTo>
                  <a:lnTo>
                    <a:pt x="188" y="116"/>
                  </a:lnTo>
                  <a:lnTo>
                    <a:pt x="190" y="114"/>
                  </a:lnTo>
                  <a:lnTo>
                    <a:pt x="194" y="114"/>
                  </a:lnTo>
                  <a:lnTo>
                    <a:pt x="208" y="112"/>
                  </a:lnTo>
                  <a:lnTo>
                    <a:pt x="212" y="102"/>
                  </a:lnTo>
                  <a:lnTo>
                    <a:pt x="216" y="76"/>
                  </a:lnTo>
                  <a:lnTo>
                    <a:pt x="214" y="66"/>
                  </a:lnTo>
                  <a:lnTo>
                    <a:pt x="200" y="64"/>
                  </a:lnTo>
                  <a:lnTo>
                    <a:pt x="184" y="56"/>
                  </a:lnTo>
                  <a:lnTo>
                    <a:pt x="182" y="54"/>
                  </a:lnTo>
                  <a:lnTo>
                    <a:pt x="182" y="52"/>
                  </a:lnTo>
                  <a:lnTo>
                    <a:pt x="180" y="32"/>
                  </a:lnTo>
                  <a:lnTo>
                    <a:pt x="180" y="28"/>
                  </a:lnTo>
                  <a:lnTo>
                    <a:pt x="202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noProof="1">
                <a:solidFill>
                  <a:srgbClr val="FFFFFF"/>
                </a:solidFill>
              </a:endParaRPr>
            </a:p>
          </p:txBody>
        </p:sp>
        <p:sp>
          <p:nvSpPr>
            <p:cNvPr id="25" name="湖南"/>
            <p:cNvSpPr/>
            <p:nvPr/>
          </p:nvSpPr>
          <p:spPr bwMode="auto">
            <a:xfrm>
              <a:off x="5348288" y="4270375"/>
              <a:ext cx="628650" cy="730250"/>
            </a:xfrm>
            <a:custGeom>
              <a:avLst/>
              <a:gdLst>
                <a:gd name="T0" fmla="*/ 2147483646 w 344"/>
                <a:gd name="T1" fmla="*/ 2147483646 h 400"/>
                <a:gd name="T2" fmla="*/ 2147483646 w 344"/>
                <a:gd name="T3" fmla="*/ 2147483646 h 400"/>
                <a:gd name="T4" fmla="*/ 2147483646 w 344"/>
                <a:gd name="T5" fmla="*/ 2147483646 h 400"/>
                <a:gd name="T6" fmla="*/ 2147483646 w 344"/>
                <a:gd name="T7" fmla="*/ 2147483646 h 400"/>
                <a:gd name="T8" fmla="*/ 2147483646 w 344"/>
                <a:gd name="T9" fmla="*/ 2147483646 h 400"/>
                <a:gd name="T10" fmla="*/ 2147483646 w 344"/>
                <a:gd name="T11" fmla="*/ 2147483646 h 400"/>
                <a:gd name="T12" fmla="*/ 2147483646 w 344"/>
                <a:gd name="T13" fmla="*/ 2147483646 h 400"/>
                <a:gd name="T14" fmla="*/ 2147483646 w 344"/>
                <a:gd name="T15" fmla="*/ 2147483646 h 400"/>
                <a:gd name="T16" fmla="*/ 2147483646 w 344"/>
                <a:gd name="T17" fmla="*/ 2147483646 h 400"/>
                <a:gd name="T18" fmla="*/ 2147483646 w 344"/>
                <a:gd name="T19" fmla="*/ 2147483646 h 400"/>
                <a:gd name="T20" fmla="*/ 2147483646 w 344"/>
                <a:gd name="T21" fmla="*/ 0 h 400"/>
                <a:gd name="T22" fmla="*/ 2147483646 w 344"/>
                <a:gd name="T23" fmla="*/ 2147483646 h 400"/>
                <a:gd name="T24" fmla="*/ 2147483646 w 344"/>
                <a:gd name="T25" fmla="*/ 2147483646 h 400"/>
                <a:gd name="T26" fmla="*/ 2147483646 w 344"/>
                <a:gd name="T27" fmla="*/ 2147483646 h 400"/>
                <a:gd name="T28" fmla="*/ 2147483646 w 344"/>
                <a:gd name="T29" fmla="*/ 2147483646 h 400"/>
                <a:gd name="T30" fmla="*/ 2147483646 w 344"/>
                <a:gd name="T31" fmla="*/ 2147483646 h 400"/>
                <a:gd name="T32" fmla="*/ 2147483646 w 344"/>
                <a:gd name="T33" fmla="*/ 2147483646 h 400"/>
                <a:gd name="T34" fmla="*/ 2147483646 w 344"/>
                <a:gd name="T35" fmla="*/ 2147483646 h 400"/>
                <a:gd name="T36" fmla="*/ 2147483646 w 344"/>
                <a:gd name="T37" fmla="*/ 2147483646 h 400"/>
                <a:gd name="T38" fmla="*/ 2147483646 w 344"/>
                <a:gd name="T39" fmla="*/ 2147483646 h 400"/>
                <a:gd name="T40" fmla="*/ 2147483646 w 344"/>
                <a:gd name="T41" fmla="*/ 2147483646 h 400"/>
                <a:gd name="T42" fmla="*/ 2147483646 w 344"/>
                <a:gd name="T43" fmla="*/ 2147483646 h 400"/>
                <a:gd name="T44" fmla="*/ 2147483646 w 344"/>
                <a:gd name="T45" fmla="*/ 2147483646 h 400"/>
                <a:gd name="T46" fmla="*/ 2147483646 w 344"/>
                <a:gd name="T47" fmla="*/ 2147483646 h 400"/>
                <a:gd name="T48" fmla="*/ 2147483646 w 344"/>
                <a:gd name="T49" fmla="*/ 2147483646 h 400"/>
                <a:gd name="T50" fmla="*/ 2147483646 w 344"/>
                <a:gd name="T51" fmla="*/ 2147483646 h 400"/>
                <a:gd name="T52" fmla="*/ 2147483646 w 344"/>
                <a:gd name="T53" fmla="*/ 2147483646 h 400"/>
                <a:gd name="T54" fmla="*/ 2147483646 w 344"/>
                <a:gd name="T55" fmla="*/ 2147483646 h 400"/>
                <a:gd name="T56" fmla="*/ 2147483646 w 344"/>
                <a:gd name="T57" fmla="*/ 2147483646 h 400"/>
                <a:gd name="T58" fmla="*/ 2147483646 w 344"/>
                <a:gd name="T59" fmla="*/ 2147483646 h 400"/>
                <a:gd name="T60" fmla="*/ 2147483646 w 344"/>
                <a:gd name="T61" fmla="*/ 2147483646 h 400"/>
                <a:gd name="T62" fmla="*/ 2147483646 w 344"/>
                <a:gd name="T63" fmla="*/ 2147483646 h 400"/>
                <a:gd name="T64" fmla="*/ 2147483646 w 344"/>
                <a:gd name="T65" fmla="*/ 2147483646 h 400"/>
                <a:gd name="T66" fmla="*/ 2147483646 w 344"/>
                <a:gd name="T67" fmla="*/ 2147483646 h 400"/>
                <a:gd name="T68" fmla="*/ 2147483646 w 344"/>
                <a:gd name="T69" fmla="*/ 2147483646 h 400"/>
                <a:gd name="T70" fmla="*/ 2147483646 w 344"/>
                <a:gd name="T71" fmla="*/ 2147483646 h 400"/>
                <a:gd name="T72" fmla="*/ 2147483646 w 344"/>
                <a:gd name="T73" fmla="*/ 2147483646 h 400"/>
                <a:gd name="T74" fmla="*/ 2147483646 w 344"/>
                <a:gd name="T75" fmla="*/ 2147483646 h 400"/>
                <a:gd name="T76" fmla="*/ 2147483646 w 344"/>
                <a:gd name="T77" fmla="*/ 2147483646 h 400"/>
                <a:gd name="T78" fmla="*/ 2147483646 w 344"/>
                <a:gd name="T79" fmla="*/ 2147483646 h 400"/>
                <a:gd name="T80" fmla="*/ 2147483646 w 344"/>
                <a:gd name="T81" fmla="*/ 2147483646 h 400"/>
                <a:gd name="T82" fmla="*/ 2147483646 w 344"/>
                <a:gd name="T83" fmla="*/ 2147483646 h 400"/>
                <a:gd name="T84" fmla="*/ 2147483646 w 344"/>
                <a:gd name="T85" fmla="*/ 2147483646 h 400"/>
                <a:gd name="T86" fmla="*/ 2147483646 w 344"/>
                <a:gd name="T87" fmla="*/ 2147483646 h 400"/>
                <a:gd name="T88" fmla="*/ 2147483646 w 344"/>
                <a:gd name="T89" fmla="*/ 2147483646 h 400"/>
                <a:gd name="T90" fmla="*/ 2147483646 w 344"/>
                <a:gd name="T91" fmla="*/ 2147483646 h 400"/>
                <a:gd name="T92" fmla="*/ 2147483646 w 344"/>
                <a:gd name="T93" fmla="*/ 2147483646 h 400"/>
                <a:gd name="T94" fmla="*/ 2147483646 w 344"/>
                <a:gd name="T95" fmla="*/ 2147483646 h 400"/>
                <a:gd name="T96" fmla="*/ 2147483646 w 344"/>
                <a:gd name="T97" fmla="*/ 2147483646 h 400"/>
                <a:gd name="T98" fmla="*/ 2147483646 w 344"/>
                <a:gd name="T99" fmla="*/ 2147483646 h 400"/>
                <a:gd name="T100" fmla="*/ 2147483646 w 344"/>
                <a:gd name="T101" fmla="*/ 2147483646 h 400"/>
                <a:gd name="T102" fmla="*/ 2147483646 w 344"/>
                <a:gd name="T103" fmla="*/ 2147483646 h 400"/>
                <a:gd name="T104" fmla="*/ 2147483646 w 344"/>
                <a:gd name="T105" fmla="*/ 2147483646 h 400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344" h="400">
                  <a:moveTo>
                    <a:pt x="300" y="68"/>
                  </a:moveTo>
                  <a:lnTo>
                    <a:pt x="300" y="68"/>
                  </a:lnTo>
                  <a:lnTo>
                    <a:pt x="300" y="66"/>
                  </a:lnTo>
                  <a:lnTo>
                    <a:pt x="292" y="54"/>
                  </a:lnTo>
                  <a:lnTo>
                    <a:pt x="292" y="52"/>
                  </a:lnTo>
                  <a:lnTo>
                    <a:pt x="294" y="32"/>
                  </a:lnTo>
                  <a:lnTo>
                    <a:pt x="292" y="28"/>
                  </a:lnTo>
                  <a:lnTo>
                    <a:pt x="286" y="24"/>
                  </a:lnTo>
                  <a:lnTo>
                    <a:pt x="282" y="24"/>
                  </a:lnTo>
                  <a:lnTo>
                    <a:pt x="274" y="34"/>
                  </a:lnTo>
                  <a:lnTo>
                    <a:pt x="272" y="34"/>
                  </a:lnTo>
                  <a:lnTo>
                    <a:pt x="252" y="44"/>
                  </a:lnTo>
                  <a:lnTo>
                    <a:pt x="250" y="30"/>
                  </a:lnTo>
                  <a:lnTo>
                    <a:pt x="250" y="28"/>
                  </a:lnTo>
                  <a:lnTo>
                    <a:pt x="252" y="22"/>
                  </a:lnTo>
                  <a:lnTo>
                    <a:pt x="250" y="14"/>
                  </a:lnTo>
                  <a:lnTo>
                    <a:pt x="248" y="12"/>
                  </a:lnTo>
                  <a:lnTo>
                    <a:pt x="244" y="20"/>
                  </a:lnTo>
                  <a:lnTo>
                    <a:pt x="218" y="42"/>
                  </a:lnTo>
                  <a:lnTo>
                    <a:pt x="218" y="44"/>
                  </a:lnTo>
                  <a:lnTo>
                    <a:pt x="216" y="44"/>
                  </a:lnTo>
                  <a:lnTo>
                    <a:pt x="214" y="44"/>
                  </a:lnTo>
                  <a:lnTo>
                    <a:pt x="206" y="40"/>
                  </a:lnTo>
                  <a:lnTo>
                    <a:pt x="198" y="32"/>
                  </a:lnTo>
                  <a:lnTo>
                    <a:pt x="184" y="28"/>
                  </a:lnTo>
                  <a:lnTo>
                    <a:pt x="184" y="26"/>
                  </a:lnTo>
                  <a:lnTo>
                    <a:pt x="176" y="20"/>
                  </a:lnTo>
                  <a:lnTo>
                    <a:pt x="150" y="16"/>
                  </a:lnTo>
                  <a:lnTo>
                    <a:pt x="148" y="16"/>
                  </a:lnTo>
                  <a:lnTo>
                    <a:pt x="132" y="6"/>
                  </a:lnTo>
                  <a:lnTo>
                    <a:pt x="132" y="8"/>
                  </a:lnTo>
                  <a:lnTo>
                    <a:pt x="118" y="0"/>
                  </a:lnTo>
                  <a:lnTo>
                    <a:pt x="100" y="0"/>
                  </a:lnTo>
                  <a:lnTo>
                    <a:pt x="94" y="0"/>
                  </a:lnTo>
                  <a:lnTo>
                    <a:pt x="100" y="30"/>
                  </a:lnTo>
                  <a:lnTo>
                    <a:pt x="96" y="30"/>
                  </a:lnTo>
                  <a:lnTo>
                    <a:pt x="80" y="32"/>
                  </a:lnTo>
                  <a:lnTo>
                    <a:pt x="70" y="32"/>
                  </a:lnTo>
                  <a:lnTo>
                    <a:pt x="68" y="32"/>
                  </a:lnTo>
                  <a:lnTo>
                    <a:pt x="60" y="24"/>
                  </a:lnTo>
                  <a:lnTo>
                    <a:pt x="44" y="32"/>
                  </a:lnTo>
                  <a:lnTo>
                    <a:pt x="28" y="52"/>
                  </a:lnTo>
                  <a:lnTo>
                    <a:pt x="16" y="86"/>
                  </a:lnTo>
                  <a:lnTo>
                    <a:pt x="20" y="124"/>
                  </a:lnTo>
                  <a:lnTo>
                    <a:pt x="26" y="144"/>
                  </a:lnTo>
                  <a:lnTo>
                    <a:pt x="26" y="148"/>
                  </a:lnTo>
                  <a:lnTo>
                    <a:pt x="24" y="150"/>
                  </a:lnTo>
                  <a:lnTo>
                    <a:pt x="20" y="152"/>
                  </a:lnTo>
                  <a:lnTo>
                    <a:pt x="20" y="156"/>
                  </a:lnTo>
                  <a:lnTo>
                    <a:pt x="18" y="166"/>
                  </a:lnTo>
                  <a:lnTo>
                    <a:pt x="26" y="198"/>
                  </a:lnTo>
                  <a:lnTo>
                    <a:pt x="24" y="200"/>
                  </a:lnTo>
                  <a:lnTo>
                    <a:pt x="8" y="210"/>
                  </a:lnTo>
                  <a:lnTo>
                    <a:pt x="4" y="214"/>
                  </a:lnTo>
                  <a:lnTo>
                    <a:pt x="2" y="218"/>
                  </a:lnTo>
                  <a:lnTo>
                    <a:pt x="0" y="228"/>
                  </a:lnTo>
                  <a:lnTo>
                    <a:pt x="14" y="224"/>
                  </a:lnTo>
                  <a:lnTo>
                    <a:pt x="14" y="222"/>
                  </a:lnTo>
                  <a:lnTo>
                    <a:pt x="16" y="222"/>
                  </a:lnTo>
                  <a:lnTo>
                    <a:pt x="22" y="224"/>
                  </a:lnTo>
                  <a:lnTo>
                    <a:pt x="26" y="226"/>
                  </a:lnTo>
                  <a:lnTo>
                    <a:pt x="30" y="228"/>
                  </a:lnTo>
                  <a:lnTo>
                    <a:pt x="32" y="234"/>
                  </a:lnTo>
                  <a:lnTo>
                    <a:pt x="34" y="252"/>
                  </a:lnTo>
                  <a:lnTo>
                    <a:pt x="32" y="254"/>
                  </a:lnTo>
                  <a:lnTo>
                    <a:pt x="32" y="256"/>
                  </a:lnTo>
                  <a:lnTo>
                    <a:pt x="28" y="260"/>
                  </a:lnTo>
                  <a:lnTo>
                    <a:pt x="28" y="264"/>
                  </a:lnTo>
                  <a:lnTo>
                    <a:pt x="24" y="282"/>
                  </a:lnTo>
                  <a:lnTo>
                    <a:pt x="28" y="290"/>
                  </a:lnTo>
                  <a:lnTo>
                    <a:pt x="32" y="296"/>
                  </a:lnTo>
                  <a:lnTo>
                    <a:pt x="48" y="316"/>
                  </a:lnTo>
                  <a:lnTo>
                    <a:pt x="64" y="304"/>
                  </a:lnTo>
                  <a:lnTo>
                    <a:pt x="76" y="302"/>
                  </a:lnTo>
                  <a:lnTo>
                    <a:pt x="76" y="304"/>
                  </a:lnTo>
                  <a:lnTo>
                    <a:pt x="84" y="306"/>
                  </a:lnTo>
                  <a:lnTo>
                    <a:pt x="88" y="306"/>
                  </a:lnTo>
                  <a:lnTo>
                    <a:pt x="92" y="302"/>
                  </a:lnTo>
                  <a:lnTo>
                    <a:pt x="100" y="292"/>
                  </a:lnTo>
                  <a:lnTo>
                    <a:pt x="98" y="286"/>
                  </a:lnTo>
                  <a:lnTo>
                    <a:pt x="100" y="282"/>
                  </a:lnTo>
                  <a:lnTo>
                    <a:pt x="104" y="280"/>
                  </a:lnTo>
                  <a:lnTo>
                    <a:pt x="124" y="280"/>
                  </a:lnTo>
                  <a:lnTo>
                    <a:pt x="128" y="280"/>
                  </a:lnTo>
                  <a:lnTo>
                    <a:pt x="130" y="280"/>
                  </a:lnTo>
                  <a:lnTo>
                    <a:pt x="134" y="274"/>
                  </a:lnTo>
                  <a:lnTo>
                    <a:pt x="136" y="270"/>
                  </a:lnTo>
                  <a:lnTo>
                    <a:pt x="142" y="270"/>
                  </a:lnTo>
                  <a:lnTo>
                    <a:pt x="146" y="272"/>
                  </a:lnTo>
                  <a:lnTo>
                    <a:pt x="152" y="280"/>
                  </a:lnTo>
                  <a:lnTo>
                    <a:pt x="154" y="284"/>
                  </a:lnTo>
                  <a:lnTo>
                    <a:pt x="156" y="288"/>
                  </a:lnTo>
                  <a:lnTo>
                    <a:pt x="154" y="302"/>
                  </a:lnTo>
                  <a:lnTo>
                    <a:pt x="156" y="304"/>
                  </a:lnTo>
                  <a:lnTo>
                    <a:pt x="162" y="310"/>
                  </a:lnTo>
                  <a:lnTo>
                    <a:pt x="164" y="316"/>
                  </a:lnTo>
                  <a:lnTo>
                    <a:pt x="162" y="330"/>
                  </a:lnTo>
                  <a:lnTo>
                    <a:pt x="158" y="340"/>
                  </a:lnTo>
                  <a:lnTo>
                    <a:pt x="154" y="344"/>
                  </a:lnTo>
                  <a:lnTo>
                    <a:pt x="142" y="370"/>
                  </a:lnTo>
                  <a:lnTo>
                    <a:pt x="146" y="372"/>
                  </a:lnTo>
                  <a:lnTo>
                    <a:pt x="164" y="372"/>
                  </a:lnTo>
                  <a:lnTo>
                    <a:pt x="168" y="374"/>
                  </a:lnTo>
                  <a:lnTo>
                    <a:pt x="168" y="376"/>
                  </a:lnTo>
                  <a:lnTo>
                    <a:pt x="164" y="388"/>
                  </a:lnTo>
                  <a:lnTo>
                    <a:pt x="164" y="394"/>
                  </a:lnTo>
                  <a:lnTo>
                    <a:pt x="172" y="398"/>
                  </a:lnTo>
                  <a:lnTo>
                    <a:pt x="176" y="400"/>
                  </a:lnTo>
                  <a:lnTo>
                    <a:pt x="178" y="398"/>
                  </a:lnTo>
                  <a:lnTo>
                    <a:pt x="188" y="394"/>
                  </a:lnTo>
                  <a:lnTo>
                    <a:pt x="194" y="392"/>
                  </a:lnTo>
                  <a:lnTo>
                    <a:pt x="204" y="392"/>
                  </a:lnTo>
                  <a:lnTo>
                    <a:pt x="216" y="380"/>
                  </a:lnTo>
                  <a:lnTo>
                    <a:pt x="216" y="366"/>
                  </a:lnTo>
                  <a:lnTo>
                    <a:pt x="216" y="360"/>
                  </a:lnTo>
                  <a:lnTo>
                    <a:pt x="216" y="356"/>
                  </a:lnTo>
                  <a:lnTo>
                    <a:pt x="220" y="354"/>
                  </a:lnTo>
                  <a:lnTo>
                    <a:pt x="224" y="354"/>
                  </a:lnTo>
                  <a:lnTo>
                    <a:pt x="230" y="356"/>
                  </a:lnTo>
                  <a:lnTo>
                    <a:pt x="236" y="360"/>
                  </a:lnTo>
                  <a:lnTo>
                    <a:pt x="256" y="372"/>
                  </a:lnTo>
                  <a:lnTo>
                    <a:pt x="264" y="376"/>
                  </a:lnTo>
                  <a:lnTo>
                    <a:pt x="270" y="378"/>
                  </a:lnTo>
                  <a:lnTo>
                    <a:pt x="270" y="376"/>
                  </a:lnTo>
                  <a:lnTo>
                    <a:pt x="270" y="370"/>
                  </a:lnTo>
                  <a:lnTo>
                    <a:pt x="266" y="360"/>
                  </a:lnTo>
                  <a:lnTo>
                    <a:pt x="256" y="344"/>
                  </a:lnTo>
                  <a:lnTo>
                    <a:pt x="256" y="342"/>
                  </a:lnTo>
                  <a:lnTo>
                    <a:pt x="256" y="340"/>
                  </a:lnTo>
                  <a:lnTo>
                    <a:pt x="264" y="332"/>
                  </a:lnTo>
                  <a:lnTo>
                    <a:pt x="274" y="326"/>
                  </a:lnTo>
                  <a:lnTo>
                    <a:pt x="282" y="324"/>
                  </a:lnTo>
                  <a:lnTo>
                    <a:pt x="292" y="326"/>
                  </a:lnTo>
                  <a:lnTo>
                    <a:pt x="320" y="340"/>
                  </a:lnTo>
                  <a:lnTo>
                    <a:pt x="332" y="332"/>
                  </a:lnTo>
                  <a:lnTo>
                    <a:pt x="334" y="332"/>
                  </a:lnTo>
                  <a:lnTo>
                    <a:pt x="334" y="330"/>
                  </a:lnTo>
                  <a:lnTo>
                    <a:pt x="332" y="328"/>
                  </a:lnTo>
                  <a:lnTo>
                    <a:pt x="334" y="326"/>
                  </a:lnTo>
                  <a:lnTo>
                    <a:pt x="340" y="314"/>
                  </a:lnTo>
                  <a:lnTo>
                    <a:pt x="344" y="304"/>
                  </a:lnTo>
                  <a:lnTo>
                    <a:pt x="344" y="298"/>
                  </a:lnTo>
                  <a:lnTo>
                    <a:pt x="344" y="292"/>
                  </a:lnTo>
                  <a:lnTo>
                    <a:pt x="338" y="286"/>
                  </a:lnTo>
                  <a:lnTo>
                    <a:pt x="334" y="284"/>
                  </a:lnTo>
                  <a:lnTo>
                    <a:pt x="332" y="284"/>
                  </a:lnTo>
                  <a:lnTo>
                    <a:pt x="330" y="276"/>
                  </a:lnTo>
                  <a:lnTo>
                    <a:pt x="332" y="276"/>
                  </a:lnTo>
                  <a:lnTo>
                    <a:pt x="338" y="272"/>
                  </a:lnTo>
                  <a:lnTo>
                    <a:pt x="340" y="268"/>
                  </a:lnTo>
                  <a:lnTo>
                    <a:pt x="338" y="264"/>
                  </a:lnTo>
                  <a:lnTo>
                    <a:pt x="326" y="252"/>
                  </a:lnTo>
                  <a:lnTo>
                    <a:pt x="326" y="250"/>
                  </a:lnTo>
                  <a:lnTo>
                    <a:pt x="320" y="232"/>
                  </a:lnTo>
                  <a:lnTo>
                    <a:pt x="316" y="214"/>
                  </a:lnTo>
                  <a:lnTo>
                    <a:pt x="316" y="196"/>
                  </a:lnTo>
                  <a:lnTo>
                    <a:pt x="316" y="188"/>
                  </a:lnTo>
                  <a:lnTo>
                    <a:pt x="308" y="196"/>
                  </a:lnTo>
                  <a:lnTo>
                    <a:pt x="302" y="204"/>
                  </a:lnTo>
                  <a:lnTo>
                    <a:pt x="300" y="170"/>
                  </a:lnTo>
                  <a:lnTo>
                    <a:pt x="300" y="168"/>
                  </a:lnTo>
                  <a:lnTo>
                    <a:pt x="322" y="138"/>
                  </a:lnTo>
                  <a:lnTo>
                    <a:pt x="334" y="124"/>
                  </a:lnTo>
                  <a:lnTo>
                    <a:pt x="326" y="100"/>
                  </a:lnTo>
                  <a:lnTo>
                    <a:pt x="322" y="76"/>
                  </a:lnTo>
                  <a:lnTo>
                    <a:pt x="308" y="70"/>
                  </a:lnTo>
                  <a:lnTo>
                    <a:pt x="300" y="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noProof="1">
                <a:solidFill>
                  <a:srgbClr val="FFFFFF"/>
                </a:solidFill>
              </a:endParaRPr>
            </a:p>
          </p:txBody>
        </p:sp>
        <p:sp>
          <p:nvSpPr>
            <p:cNvPr id="26" name="湖北"/>
            <p:cNvSpPr/>
            <p:nvPr/>
          </p:nvSpPr>
          <p:spPr bwMode="auto">
            <a:xfrm>
              <a:off x="5275263" y="3849688"/>
              <a:ext cx="892175" cy="558800"/>
            </a:xfrm>
            <a:custGeom>
              <a:avLst/>
              <a:gdLst>
                <a:gd name="T0" fmla="*/ 2147483646 w 488"/>
                <a:gd name="T1" fmla="*/ 2147483646 h 306"/>
                <a:gd name="T2" fmla="*/ 2147483646 w 488"/>
                <a:gd name="T3" fmla="*/ 2147483646 h 306"/>
                <a:gd name="T4" fmla="*/ 2147483646 w 488"/>
                <a:gd name="T5" fmla="*/ 2147483646 h 306"/>
                <a:gd name="T6" fmla="*/ 2147483646 w 488"/>
                <a:gd name="T7" fmla="*/ 2147483646 h 306"/>
                <a:gd name="T8" fmla="*/ 2147483646 w 488"/>
                <a:gd name="T9" fmla="*/ 2147483646 h 306"/>
                <a:gd name="T10" fmla="*/ 2147483646 w 488"/>
                <a:gd name="T11" fmla="*/ 2147483646 h 306"/>
                <a:gd name="T12" fmla="*/ 2147483646 w 488"/>
                <a:gd name="T13" fmla="*/ 2147483646 h 306"/>
                <a:gd name="T14" fmla="*/ 2147483646 w 488"/>
                <a:gd name="T15" fmla="*/ 2147483646 h 306"/>
                <a:gd name="T16" fmla="*/ 2147483646 w 488"/>
                <a:gd name="T17" fmla="*/ 2147483646 h 306"/>
                <a:gd name="T18" fmla="*/ 2147483646 w 488"/>
                <a:gd name="T19" fmla="*/ 2147483646 h 306"/>
                <a:gd name="T20" fmla="*/ 2147483646 w 488"/>
                <a:gd name="T21" fmla="*/ 2147483646 h 306"/>
                <a:gd name="T22" fmla="*/ 2147483646 w 488"/>
                <a:gd name="T23" fmla="*/ 2147483646 h 306"/>
                <a:gd name="T24" fmla="*/ 2147483646 w 488"/>
                <a:gd name="T25" fmla="*/ 2147483646 h 306"/>
                <a:gd name="T26" fmla="*/ 2147483646 w 488"/>
                <a:gd name="T27" fmla="*/ 2147483646 h 306"/>
                <a:gd name="T28" fmla="*/ 2147483646 w 488"/>
                <a:gd name="T29" fmla="*/ 2147483646 h 306"/>
                <a:gd name="T30" fmla="*/ 2147483646 w 488"/>
                <a:gd name="T31" fmla="*/ 2147483646 h 306"/>
                <a:gd name="T32" fmla="*/ 2147483646 w 488"/>
                <a:gd name="T33" fmla="*/ 2147483646 h 306"/>
                <a:gd name="T34" fmla="*/ 2147483646 w 488"/>
                <a:gd name="T35" fmla="*/ 2147483646 h 306"/>
                <a:gd name="T36" fmla="*/ 2147483646 w 488"/>
                <a:gd name="T37" fmla="*/ 2147483646 h 306"/>
                <a:gd name="T38" fmla="*/ 2147483646 w 488"/>
                <a:gd name="T39" fmla="*/ 2147483646 h 306"/>
                <a:gd name="T40" fmla="*/ 2147483646 w 488"/>
                <a:gd name="T41" fmla="*/ 2147483646 h 306"/>
                <a:gd name="T42" fmla="*/ 2147483646 w 488"/>
                <a:gd name="T43" fmla="*/ 2147483646 h 306"/>
                <a:gd name="T44" fmla="*/ 2147483646 w 488"/>
                <a:gd name="T45" fmla="*/ 2147483646 h 306"/>
                <a:gd name="T46" fmla="*/ 2147483646 w 488"/>
                <a:gd name="T47" fmla="*/ 2147483646 h 306"/>
                <a:gd name="T48" fmla="*/ 2147483646 w 488"/>
                <a:gd name="T49" fmla="*/ 2147483646 h 306"/>
                <a:gd name="T50" fmla="*/ 2147483646 w 488"/>
                <a:gd name="T51" fmla="*/ 2147483646 h 306"/>
                <a:gd name="T52" fmla="*/ 2147483646 w 488"/>
                <a:gd name="T53" fmla="*/ 2147483646 h 306"/>
                <a:gd name="T54" fmla="*/ 2147483646 w 488"/>
                <a:gd name="T55" fmla="*/ 2147483646 h 306"/>
                <a:gd name="T56" fmla="*/ 2147483646 w 488"/>
                <a:gd name="T57" fmla="*/ 2147483646 h 306"/>
                <a:gd name="T58" fmla="*/ 2147483646 w 488"/>
                <a:gd name="T59" fmla="*/ 2147483646 h 306"/>
                <a:gd name="T60" fmla="*/ 2147483646 w 488"/>
                <a:gd name="T61" fmla="*/ 2147483646 h 306"/>
                <a:gd name="T62" fmla="*/ 2147483646 w 488"/>
                <a:gd name="T63" fmla="*/ 2147483646 h 306"/>
                <a:gd name="T64" fmla="*/ 2147483646 w 488"/>
                <a:gd name="T65" fmla="*/ 2147483646 h 306"/>
                <a:gd name="T66" fmla="*/ 2147483646 w 488"/>
                <a:gd name="T67" fmla="*/ 2147483646 h 306"/>
                <a:gd name="T68" fmla="*/ 2147483646 w 488"/>
                <a:gd name="T69" fmla="*/ 2147483646 h 306"/>
                <a:gd name="T70" fmla="*/ 2147483646 w 488"/>
                <a:gd name="T71" fmla="*/ 2147483646 h 306"/>
                <a:gd name="T72" fmla="*/ 2147483646 w 488"/>
                <a:gd name="T73" fmla="*/ 2147483646 h 306"/>
                <a:gd name="T74" fmla="*/ 2147483646 w 488"/>
                <a:gd name="T75" fmla="*/ 2147483646 h 306"/>
                <a:gd name="T76" fmla="*/ 2147483646 w 488"/>
                <a:gd name="T77" fmla="*/ 2147483646 h 306"/>
                <a:gd name="T78" fmla="*/ 2147483646 w 488"/>
                <a:gd name="T79" fmla="*/ 2147483646 h 306"/>
                <a:gd name="T80" fmla="*/ 2147483646 w 488"/>
                <a:gd name="T81" fmla="*/ 2147483646 h 306"/>
                <a:gd name="T82" fmla="*/ 2147483646 w 488"/>
                <a:gd name="T83" fmla="*/ 2147483646 h 306"/>
                <a:gd name="T84" fmla="*/ 2147483646 w 488"/>
                <a:gd name="T85" fmla="*/ 2147483646 h 306"/>
                <a:gd name="T86" fmla="*/ 2147483646 w 488"/>
                <a:gd name="T87" fmla="*/ 2147483646 h 306"/>
                <a:gd name="T88" fmla="*/ 2147483646 w 488"/>
                <a:gd name="T89" fmla="*/ 2147483646 h 306"/>
                <a:gd name="T90" fmla="*/ 2147483646 w 488"/>
                <a:gd name="T91" fmla="*/ 2147483646 h 306"/>
                <a:gd name="T92" fmla="*/ 2147483646 w 488"/>
                <a:gd name="T93" fmla="*/ 2147483646 h 306"/>
                <a:gd name="T94" fmla="*/ 2147483646 w 488"/>
                <a:gd name="T95" fmla="*/ 2147483646 h 306"/>
                <a:gd name="T96" fmla="*/ 2147483646 w 488"/>
                <a:gd name="T97" fmla="*/ 2147483646 h 306"/>
                <a:gd name="T98" fmla="*/ 2147483646 w 488"/>
                <a:gd name="T99" fmla="*/ 2147483646 h 306"/>
                <a:gd name="T100" fmla="*/ 2147483646 w 488"/>
                <a:gd name="T101" fmla="*/ 2147483646 h 306"/>
                <a:gd name="T102" fmla="*/ 2147483646 w 488"/>
                <a:gd name="T103" fmla="*/ 2147483646 h 306"/>
                <a:gd name="T104" fmla="*/ 2147483646 w 488"/>
                <a:gd name="T105" fmla="*/ 2147483646 h 306"/>
                <a:gd name="T106" fmla="*/ 2147483646 w 488"/>
                <a:gd name="T107" fmla="*/ 2147483646 h 306"/>
                <a:gd name="T108" fmla="*/ 2147483646 w 488"/>
                <a:gd name="T109" fmla="*/ 2147483646 h 306"/>
                <a:gd name="T110" fmla="*/ 2147483646 w 488"/>
                <a:gd name="T111" fmla="*/ 2147483646 h 306"/>
                <a:gd name="T112" fmla="*/ 2147483646 w 488"/>
                <a:gd name="T113" fmla="*/ 2147483646 h 306"/>
                <a:gd name="T114" fmla="*/ 2147483646 w 488"/>
                <a:gd name="T115" fmla="*/ 2147483646 h 30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488" h="306">
                  <a:moveTo>
                    <a:pt x="62" y="2"/>
                  </a:moveTo>
                  <a:lnTo>
                    <a:pt x="60" y="4"/>
                  </a:lnTo>
                  <a:lnTo>
                    <a:pt x="64" y="10"/>
                  </a:lnTo>
                  <a:lnTo>
                    <a:pt x="86" y="24"/>
                  </a:lnTo>
                  <a:lnTo>
                    <a:pt x="100" y="38"/>
                  </a:lnTo>
                  <a:lnTo>
                    <a:pt x="98" y="40"/>
                  </a:lnTo>
                  <a:lnTo>
                    <a:pt x="90" y="50"/>
                  </a:lnTo>
                  <a:lnTo>
                    <a:pt x="88" y="50"/>
                  </a:lnTo>
                  <a:lnTo>
                    <a:pt x="88" y="52"/>
                  </a:lnTo>
                  <a:lnTo>
                    <a:pt x="74" y="52"/>
                  </a:lnTo>
                  <a:lnTo>
                    <a:pt x="66" y="54"/>
                  </a:lnTo>
                  <a:lnTo>
                    <a:pt x="60" y="58"/>
                  </a:lnTo>
                  <a:lnTo>
                    <a:pt x="64" y="66"/>
                  </a:lnTo>
                  <a:lnTo>
                    <a:pt x="64" y="74"/>
                  </a:lnTo>
                  <a:lnTo>
                    <a:pt x="72" y="86"/>
                  </a:lnTo>
                  <a:lnTo>
                    <a:pt x="72" y="108"/>
                  </a:lnTo>
                  <a:lnTo>
                    <a:pt x="78" y="110"/>
                  </a:lnTo>
                  <a:lnTo>
                    <a:pt x="88" y="114"/>
                  </a:lnTo>
                  <a:lnTo>
                    <a:pt x="90" y="114"/>
                  </a:lnTo>
                  <a:lnTo>
                    <a:pt x="92" y="116"/>
                  </a:lnTo>
                  <a:lnTo>
                    <a:pt x="102" y="130"/>
                  </a:lnTo>
                  <a:lnTo>
                    <a:pt x="108" y="146"/>
                  </a:lnTo>
                  <a:lnTo>
                    <a:pt x="108" y="156"/>
                  </a:lnTo>
                  <a:lnTo>
                    <a:pt x="106" y="164"/>
                  </a:lnTo>
                  <a:lnTo>
                    <a:pt x="104" y="170"/>
                  </a:lnTo>
                  <a:lnTo>
                    <a:pt x="94" y="178"/>
                  </a:lnTo>
                  <a:lnTo>
                    <a:pt x="80" y="184"/>
                  </a:lnTo>
                  <a:lnTo>
                    <a:pt x="54" y="200"/>
                  </a:lnTo>
                  <a:lnTo>
                    <a:pt x="52" y="200"/>
                  </a:lnTo>
                  <a:lnTo>
                    <a:pt x="4" y="204"/>
                  </a:lnTo>
                  <a:lnTo>
                    <a:pt x="0" y="216"/>
                  </a:lnTo>
                  <a:lnTo>
                    <a:pt x="8" y="232"/>
                  </a:lnTo>
                  <a:lnTo>
                    <a:pt x="8" y="234"/>
                  </a:lnTo>
                  <a:lnTo>
                    <a:pt x="12" y="254"/>
                  </a:lnTo>
                  <a:lnTo>
                    <a:pt x="38" y="286"/>
                  </a:lnTo>
                  <a:lnTo>
                    <a:pt x="40" y="286"/>
                  </a:lnTo>
                  <a:lnTo>
                    <a:pt x="50" y="306"/>
                  </a:lnTo>
                  <a:lnTo>
                    <a:pt x="52" y="302"/>
                  </a:lnTo>
                  <a:lnTo>
                    <a:pt x="60" y="278"/>
                  </a:lnTo>
                  <a:lnTo>
                    <a:pt x="60" y="276"/>
                  </a:lnTo>
                  <a:lnTo>
                    <a:pt x="76" y="256"/>
                  </a:lnTo>
                  <a:lnTo>
                    <a:pt x="78" y="254"/>
                  </a:lnTo>
                  <a:lnTo>
                    <a:pt x="98" y="246"/>
                  </a:lnTo>
                  <a:lnTo>
                    <a:pt x="100" y="246"/>
                  </a:lnTo>
                  <a:lnTo>
                    <a:pt x="112" y="254"/>
                  </a:lnTo>
                  <a:lnTo>
                    <a:pt x="128" y="252"/>
                  </a:lnTo>
                  <a:lnTo>
                    <a:pt x="124" y="224"/>
                  </a:lnTo>
                  <a:lnTo>
                    <a:pt x="126" y="222"/>
                  </a:lnTo>
                  <a:lnTo>
                    <a:pt x="142" y="222"/>
                  </a:lnTo>
                  <a:lnTo>
                    <a:pt x="158" y="222"/>
                  </a:lnTo>
                  <a:lnTo>
                    <a:pt x="160" y="222"/>
                  </a:lnTo>
                  <a:lnTo>
                    <a:pt x="192" y="238"/>
                  </a:lnTo>
                  <a:lnTo>
                    <a:pt x="218" y="242"/>
                  </a:lnTo>
                  <a:lnTo>
                    <a:pt x="220" y="242"/>
                  </a:lnTo>
                  <a:lnTo>
                    <a:pt x="228" y="250"/>
                  </a:lnTo>
                  <a:lnTo>
                    <a:pt x="242" y="254"/>
                  </a:lnTo>
                  <a:lnTo>
                    <a:pt x="250" y="262"/>
                  </a:lnTo>
                  <a:lnTo>
                    <a:pt x="254" y="264"/>
                  </a:lnTo>
                  <a:lnTo>
                    <a:pt x="264" y="256"/>
                  </a:lnTo>
                  <a:lnTo>
                    <a:pt x="264" y="254"/>
                  </a:lnTo>
                  <a:lnTo>
                    <a:pt x="276" y="244"/>
                  </a:lnTo>
                  <a:lnTo>
                    <a:pt x="284" y="230"/>
                  </a:lnTo>
                  <a:lnTo>
                    <a:pt x="296" y="238"/>
                  </a:lnTo>
                  <a:lnTo>
                    <a:pt x="296" y="240"/>
                  </a:lnTo>
                  <a:lnTo>
                    <a:pt x="300" y="250"/>
                  </a:lnTo>
                  <a:lnTo>
                    <a:pt x="300" y="252"/>
                  </a:lnTo>
                  <a:lnTo>
                    <a:pt x="298" y="258"/>
                  </a:lnTo>
                  <a:lnTo>
                    <a:pt x="300" y="260"/>
                  </a:lnTo>
                  <a:lnTo>
                    <a:pt x="308" y="256"/>
                  </a:lnTo>
                  <a:lnTo>
                    <a:pt x="318" y="246"/>
                  </a:lnTo>
                  <a:lnTo>
                    <a:pt x="328" y="246"/>
                  </a:lnTo>
                  <a:lnTo>
                    <a:pt x="330" y="246"/>
                  </a:lnTo>
                  <a:lnTo>
                    <a:pt x="336" y="250"/>
                  </a:lnTo>
                  <a:lnTo>
                    <a:pt x="342" y="258"/>
                  </a:lnTo>
                  <a:lnTo>
                    <a:pt x="342" y="260"/>
                  </a:lnTo>
                  <a:lnTo>
                    <a:pt x="342" y="264"/>
                  </a:lnTo>
                  <a:lnTo>
                    <a:pt x="340" y="282"/>
                  </a:lnTo>
                  <a:lnTo>
                    <a:pt x="346" y="290"/>
                  </a:lnTo>
                  <a:lnTo>
                    <a:pt x="348" y="290"/>
                  </a:lnTo>
                  <a:lnTo>
                    <a:pt x="360" y="278"/>
                  </a:lnTo>
                  <a:lnTo>
                    <a:pt x="372" y="268"/>
                  </a:lnTo>
                  <a:lnTo>
                    <a:pt x="380" y="262"/>
                  </a:lnTo>
                  <a:lnTo>
                    <a:pt x="388" y="260"/>
                  </a:lnTo>
                  <a:lnTo>
                    <a:pt x="408" y="260"/>
                  </a:lnTo>
                  <a:lnTo>
                    <a:pt x="414" y="250"/>
                  </a:lnTo>
                  <a:lnTo>
                    <a:pt x="430" y="242"/>
                  </a:lnTo>
                  <a:lnTo>
                    <a:pt x="432" y="242"/>
                  </a:lnTo>
                  <a:lnTo>
                    <a:pt x="452" y="240"/>
                  </a:lnTo>
                  <a:lnTo>
                    <a:pt x="474" y="228"/>
                  </a:lnTo>
                  <a:lnTo>
                    <a:pt x="488" y="228"/>
                  </a:lnTo>
                  <a:lnTo>
                    <a:pt x="484" y="222"/>
                  </a:lnTo>
                  <a:lnTo>
                    <a:pt x="486" y="220"/>
                  </a:lnTo>
                  <a:lnTo>
                    <a:pt x="488" y="216"/>
                  </a:lnTo>
                  <a:lnTo>
                    <a:pt x="460" y="154"/>
                  </a:lnTo>
                  <a:lnTo>
                    <a:pt x="460" y="152"/>
                  </a:lnTo>
                  <a:lnTo>
                    <a:pt x="458" y="150"/>
                  </a:lnTo>
                  <a:lnTo>
                    <a:pt x="472" y="134"/>
                  </a:lnTo>
                  <a:lnTo>
                    <a:pt x="468" y="130"/>
                  </a:lnTo>
                  <a:lnTo>
                    <a:pt x="446" y="126"/>
                  </a:lnTo>
                  <a:lnTo>
                    <a:pt x="444" y="126"/>
                  </a:lnTo>
                  <a:lnTo>
                    <a:pt x="444" y="124"/>
                  </a:lnTo>
                  <a:lnTo>
                    <a:pt x="430" y="110"/>
                  </a:lnTo>
                  <a:lnTo>
                    <a:pt x="430" y="106"/>
                  </a:lnTo>
                  <a:lnTo>
                    <a:pt x="428" y="108"/>
                  </a:lnTo>
                  <a:lnTo>
                    <a:pt x="416" y="100"/>
                  </a:lnTo>
                  <a:lnTo>
                    <a:pt x="408" y="108"/>
                  </a:lnTo>
                  <a:lnTo>
                    <a:pt x="400" y="114"/>
                  </a:lnTo>
                  <a:lnTo>
                    <a:pt x="394" y="114"/>
                  </a:lnTo>
                  <a:lnTo>
                    <a:pt x="388" y="110"/>
                  </a:lnTo>
                  <a:lnTo>
                    <a:pt x="382" y="104"/>
                  </a:lnTo>
                  <a:lnTo>
                    <a:pt x="372" y="94"/>
                  </a:lnTo>
                  <a:lnTo>
                    <a:pt x="366" y="86"/>
                  </a:lnTo>
                  <a:lnTo>
                    <a:pt x="362" y="86"/>
                  </a:lnTo>
                  <a:lnTo>
                    <a:pt x="352" y="90"/>
                  </a:lnTo>
                  <a:lnTo>
                    <a:pt x="334" y="94"/>
                  </a:lnTo>
                  <a:lnTo>
                    <a:pt x="328" y="94"/>
                  </a:lnTo>
                  <a:lnTo>
                    <a:pt x="324" y="94"/>
                  </a:lnTo>
                  <a:lnTo>
                    <a:pt x="322" y="90"/>
                  </a:lnTo>
                  <a:lnTo>
                    <a:pt x="320" y="84"/>
                  </a:lnTo>
                  <a:lnTo>
                    <a:pt x="320" y="70"/>
                  </a:lnTo>
                  <a:lnTo>
                    <a:pt x="322" y="60"/>
                  </a:lnTo>
                  <a:lnTo>
                    <a:pt x="320" y="54"/>
                  </a:lnTo>
                  <a:lnTo>
                    <a:pt x="216" y="50"/>
                  </a:lnTo>
                  <a:lnTo>
                    <a:pt x="202" y="44"/>
                  </a:lnTo>
                  <a:lnTo>
                    <a:pt x="194" y="38"/>
                  </a:lnTo>
                  <a:lnTo>
                    <a:pt x="178" y="34"/>
                  </a:lnTo>
                  <a:lnTo>
                    <a:pt x="172" y="30"/>
                  </a:lnTo>
                  <a:lnTo>
                    <a:pt x="164" y="24"/>
                  </a:lnTo>
                  <a:lnTo>
                    <a:pt x="144" y="0"/>
                  </a:lnTo>
                  <a:lnTo>
                    <a:pt x="132" y="10"/>
                  </a:lnTo>
                  <a:lnTo>
                    <a:pt x="116" y="4"/>
                  </a:lnTo>
                  <a:lnTo>
                    <a:pt x="74" y="6"/>
                  </a:lnTo>
                  <a:lnTo>
                    <a:pt x="62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noProof="1">
                <a:solidFill>
                  <a:srgbClr val="FFFFFF"/>
                </a:solidFill>
              </a:endParaRPr>
            </a:p>
          </p:txBody>
        </p:sp>
        <p:sp>
          <p:nvSpPr>
            <p:cNvPr id="27" name="广东"/>
            <p:cNvSpPr/>
            <p:nvPr/>
          </p:nvSpPr>
          <p:spPr bwMode="auto">
            <a:xfrm>
              <a:off x="5472113" y="4876800"/>
              <a:ext cx="928687" cy="735013"/>
            </a:xfrm>
            <a:custGeom>
              <a:avLst/>
              <a:gdLst>
                <a:gd name="T0" fmla="*/ 2147483646 w 508"/>
                <a:gd name="T1" fmla="*/ 2147483646 h 402"/>
                <a:gd name="T2" fmla="*/ 2147483646 w 508"/>
                <a:gd name="T3" fmla="*/ 2147483646 h 402"/>
                <a:gd name="T4" fmla="*/ 2147483646 w 508"/>
                <a:gd name="T5" fmla="*/ 2147483646 h 402"/>
                <a:gd name="T6" fmla="*/ 2147483646 w 508"/>
                <a:gd name="T7" fmla="*/ 2147483646 h 402"/>
                <a:gd name="T8" fmla="*/ 2147483646 w 508"/>
                <a:gd name="T9" fmla="*/ 2147483646 h 402"/>
                <a:gd name="T10" fmla="*/ 2147483646 w 508"/>
                <a:gd name="T11" fmla="*/ 2147483646 h 402"/>
                <a:gd name="T12" fmla="*/ 2147483646 w 508"/>
                <a:gd name="T13" fmla="*/ 2147483646 h 402"/>
                <a:gd name="T14" fmla="*/ 2147483646 w 508"/>
                <a:gd name="T15" fmla="*/ 2147483646 h 402"/>
                <a:gd name="T16" fmla="*/ 2147483646 w 508"/>
                <a:gd name="T17" fmla="*/ 2147483646 h 402"/>
                <a:gd name="T18" fmla="*/ 2147483646 w 508"/>
                <a:gd name="T19" fmla="*/ 2147483646 h 402"/>
                <a:gd name="T20" fmla="*/ 2147483646 w 508"/>
                <a:gd name="T21" fmla="*/ 2147483646 h 402"/>
                <a:gd name="T22" fmla="*/ 2147483646 w 508"/>
                <a:gd name="T23" fmla="*/ 2147483646 h 402"/>
                <a:gd name="T24" fmla="*/ 2147483646 w 508"/>
                <a:gd name="T25" fmla="*/ 2147483646 h 402"/>
                <a:gd name="T26" fmla="*/ 2147483646 w 508"/>
                <a:gd name="T27" fmla="*/ 2147483646 h 402"/>
                <a:gd name="T28" fmla="*/ 2147483646 w 508"/>
                <a:gd name="T29" fmla="*/ 2147483646 h 402"/>
                <a:gd name="T30" fmla="*/ 2147483646 w 508"/>
                <a:gd name="T31" fmla="*/ 2147483646 h 402"/>
                <a:gd name="T32" fmla="*/ 2147483646 w 508"/>
                <a:gd name="T33" fmla="*/ 2147483646 h 402"/>
                <a:gd name="T34" fmla="*/ 2147483646 w 508"/>
                <a:gd name="T35" fmla="*/ 2147483646 h 402"/>
                <a:gd name="T36" fmla="*/ 2147483646 w 508"/>
                <a:gd name="T37" fmla="*/ 2147483646 h 402"/>
                <a:gd name="T38" fmla="*/ 2147483646 w 508"/>
                <a:gd name="T39" fmla="*/ 2147483646 h 402"/>
                <a:gd name="T40" fmla="*/ 2147483646 w 508"/>
                <a:gd name="T41" fmla="*/ 2147483646 h 402"/>
                <a:gd name="T42" fmla="*/ 2147483646 w 508"/>
                <a:gd name="T43" fmla="*/ 2147483646 h 402"/>
                <a:gd name="T44" fmla="*/ 2147483646 w 508"/>
                <a:gd name="T45" fmla="*/ 2147483646 h 402"/>
                <a:gd name="T46" fmla="*/ 2147483646 w 508"/>
                <a:gd name="T47" fmla="*/ 2147483646 h 402"/>
                <a:gd name="T48" fmla="*/ 2147483646 w 508"/>
                <a:gd name="T49" fmla="*/ 2147483646 h 402"/>
                <a:gd name="T50" fmla="*/ 2147483646 w 508"/>
                <a:gd name="T51" fmla="*/ 2147483646 h 402"/>
                <a:gd name="T52" fmla="*/ 2147483646 w 508"/>
                <a:gd name="T53" fmla="*/ 2147483646 h 402"/>
                <a:gd name="T54" fmla="*/ 2147483646 w 508"/>
                <a:gd name="T55" fmla="*/ 2147483646 h 402"/>
                <a:gd name="T56" fmla="*/ 2147483646 w 508"/>
                <a:gd name="T57" fmla="*/ 2147483646 h 402"/>
                <a:gd name="T58" fmla="*/ 2147483646 w 508"/>
                <a:gd name="T59" fmla="*/ 2147483646 h 402"/>
                <a:gd name="T60" fmla="*/ 2147483646 w 508"/>
                <a:gd name="T61" fmla="*/ 2147483646 h 402"/>
                <a:gd name="T62" fmla="*/ 2147483646 w 508"/>
                <a:gd name="T63" fmla="*/ 2147483646 h 402"/>
                <a:gd name="T64" fmla="*/ 2147483646 w 508"/>
                <a:gd name="T65" fmla="*/ 2147483646 h 402"/>
                <a:gd name="T66" fmla="*/ 2147483646 w 508"/>
                <a:gd name="T67" fmla="*/ 2147483646 h 402"/>
                <a:gd name="T68" fmla="*/ 2147483646 w 508"/>
                <a:gd name="T69" fmla="*/ 2147483646 h 402"/>
                <a:gd name="T70" fmla="*/ 2147483646 w 508"/>
                <a:gd name="T71" fmla="*/ 2147483646 h 402"/>
                <a:gd name="T72" fmla="*/ 2147483646 w 508"/>
                <a:gd name="T73" fmla="*/ 2147483646 h 402"/>
                <a:gd name="T74" fmla="*/ 2147483646 w 508"/>
                <a:gd name="T75" fmla="*/ 2147483646 h 402"/>
                <a:gd name="T76" fmla="*/ 2147483646 w 508"/>
                <a:gd name="T77" fmla="*/ 2147483646 h 402"/>
                <a:gd name="T78" fmla="*/ 2147483646 w 508"/>
                <a:gd name="T79" fmla="*/ 2147483646 h 402"/>
                <a:gd name="T80" fmla="*/ 2147483646 w 508"/>
                <a:gd name="T81" fmla="*/ 2147483646 h 402"/>
                <a:gd name="T82" fmla="*/ 2147483646 w 508"/>
                <a:gd name="T83" fmla="*/ 2147483646 h 402"/>
                <a:gd name="T84" fmla="*/ 2147483646 w 508"/>
                <a:gd name="T85" fmla="*/ 2147483646 h 402"/>
                <a:gd name="T86" fmla="*/ 2147483646 w 508"/>
                <a:gd name="T87" fmla="*/ 2147483646 h 402"/>
                <a:gd name="T88" fmla="*/ 2147483646 w 508"/>
                <a:gd name="T89" fmla="*/ 2147483646 h 402"/>
                <a:gd name="T90" fmla="*/ 2147483646 w 508"/>
                <a:gd name="T91" fmla="*/ 2147483646 h 402"/>
                <a:gd name="T92" fmla="*/ 2147483646 w 508"/>
                <a:gd name="T93" fmla="*/ 2147483646 h 402"/>
                <a:gd name="T94" fmla="*/ 2147483646 w 508"/>
                <a:gd name="T95" fmla="*/ 2147483646 h 402"/>
                <a:gd name="T96" fmla="*/ 2147483646 w 508"/>
                <a:gd name="T97" fmla="*/ 2147483646 h 402"/>
                <a:gd name="T98" fmla="*/ 2147483646 w 508"/>
                <a:gd name="T99" fmla="*/ 2147483646 h 402"/>
                <a:gd name="T100" fmla="*/ 2147483646 w 508"/>
                <a:gd name="T101" fmla="*/ 2147483646 h 40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508" h="402">
                  <a:moveTo>
                    <a:pt x="476" y="138"/>
                  </a:moveTo>
                  <a:lnTo>
                    <a:pt x="476" y="138"/>
                  </a:lnTo>
                  <a:lnTo>
                    <a:pt x="484" y="134"/>
                  </a:lnTo>
                  <a:lnTo>
                    <a:pt x="488" y="130"/>
                  </a:lnTo>
                  <a:lnTo>
                    <a:pt x="488" y="128"/>
                  </a:lnTo>
                  <a:lnTo>
                    <a:pt x="490" y="126"/>
                  </a:lnTo>
                  <a:lnTo>
                    <a:pt x="492" y="126"/>
                  </a:lnTo>
                  <a:lnTo>
                    <a:pt x="508" y="126"/>
                  </a:lnTo>
                  <a:lnTo>
                    <a:pt x="508" y="116"/>
                  </a:lnTo>
                  <a:lnTo>
                    <a:pt x="502" y="114"/>
                  </a:lnTo>
                  <a:lnTo>
                    <a:pt x="496" y="110"/>
                  </a:lnTo>
                  <a:lnTo>
                    <a:pt x="472" y="88"/>
                  </a:lnTo>
                  <a:lnTo>
                    <a:pt x="460" y="58"/>
                  </a:lnTo>
                  <a:lnTo>
                    <a:pt x="446" y="44"/>
                  </a:lnTo>
                  <a:lnTo>
                    <a:pt x="424" y="42"/>
                  </a:lnTo>
                  <a:lnTo>
                    <a:pt x="406" y="44"/>
                  </a:lnTo>
                  <a:lnTo>
                    <a:pt x="402" y="44"/>
                  </a:lnTo>
                  <a:lnTo>
                    <a:pt x="404" y="54"/>
                  </a:lnTo>
                  <a:lnTo>
                    <a:pt x="404" y="56"/>
                  </a:lnTo>
                  <a:lnTo>
                    <a:pt x="404" y="58"/>
                  </a:lnTo>
                  <a:lnTo>
                    <a:pt x="400" y="58"/>
                  </a:lnTo>
                  <a:lnTo>
                    <a:pt x="388" y="64"/>
                  </a:lnTo>
                  <a:lnTo>
                    <a:pt x="386" y="62"/>
                  </a:lnTo>
                  <a:lnTo>
                    <a:pt x="372" y="50"/>
                  </a:lnTo>
                  <a:lnTo>
                    <a:pt x="368" y="50"/>
                  </a:lnTo>
                  <a:lnTo>
                    <a:pt x="364" y="50"/>
                  </a:lnTo>
                  <a:lnTo>
                    <a:pt x="332" y="64"/>
                  </a:lnTo>
                  <a:lnTo>
                    <a:pt x="322" y="68"/>
                  </a:lnTo>
                  <a:lnTo>
                    <a:pt x="316" y="66"/>
                  </a:lnTo>
                  <a:lnTo>
                    <a:pt x="310" y="70"/>
                  </a:lnTo>
                  <a:lnTo>
                    <a:pt x="304" y="76"/>
                  </a:lnTo>
                  <a:lnTo>
                    <a:pt x="300" y="80"/>
                  </a:lnTo>
                  <a:lnTo>
                    <a:pt x="298" y="76"/>
                  </a:lnTo>
                  <a:lnTo>
                    <a:pt x="288" y="66"/>
                  </a:lnTo>
                  <a:lnTo>
                    <a:pt x="286" y="62"/>
                  </a:lnTo>
                  <a:lnTo>
                    <a:pt x="286" y="58"/>
                  </a:lnTo>
                  <a:lnTo>
                    <a:pt x="290" y="50"/>
                  </a:lnTo>
                  <a:lnTo>
                    <a:pt x="300" y="38"/>
                  </a:lnTo>
                  <a:lnTo>
                    <a:pt x="314" y="22"/>
                  </a:lnTo>
                  <a:lnTo>
                    <a:pt x="318" y="16"/>
                  </a:lnTo>
                  <a:lnTo>
                    <a:pt x="316" y="12"/>
                  </a:lnTo>
                  <a:lnTo>
                    <a:pt x="312" y="12"/>
                  </a:lnTo>
                  <a:lnTo>
                    <a:pt x="308" y="14"/>
                  </a:lnTo>
                  <a:lnTo>
                    <a:pt x="298" y="20"/>
                  </a:lnTo>
                  <a:lnTo>
                    <a:pt x="288" y="26"/>
                  </a:lnTo>
                  <a:lnTo>
                    <a:pt x="282" y="28"/>
                  </a:lnTo>
                  <a:lnTo>
                    <a:pt x="280" y="26"/>
                  </a:lnTo>
                  <a:lnTo>
                    <a:pt x="278" y="20"/>
                  </a:lnTo>
                  <a:lnTo>
                    <a:pt x="276" y="20"/>
                  </a:lnTo>
                  <a:lnTo>
                    <a:pt x="270" y="6"/>
                  </a:lnTo>
                  <a:lnTo>
                    <a:pt x="254" y="16"/>
                  </a:lnTo>
                  <a:lnTo>
                    <a:pt x="252" y="18"/>
                  </a:lnTo>
                  <a:lnTo>
                    <a:pt x="252" y="16"/>
                  </a:lnTo>
                  <a:lnTo>
                    <a:pt x="236" y="8"/>
                  </a:lnTo>
                  <a:lnTo>
                    <a:pt x="220" y="2"/>
                  </a:lnTo>
                  <a:lnTo>
                    <a:pt x="214" y="0"/>
                  </a:lnTo>
                  <a:lnTo>
                    <a:pt x="208" y="2"/>
                  </a:lnTo>
                  <a:lnTo>
                    <a:pt x="204" y="6"/>
                  </a:lnTo>
                  <a:lnTo>
                    <a:pt x="198" y="12"/>
                  </a:lnTo>
                  <a:lnTo>
                    <a:pt x="204" y="24"/>
                  </a:lnTo>
                  <a:lnTo>
                    <a:pt x="210" y="38"/>
                  </a:lnTo>
                  <a:lnTo>
                    <a:pt x="210" y="44"/>
                  </a:lnTo>
                  <a:lnTo>
                    <a:pt x="210" y="48"/>
                  </a:lnTo>
                  <a:lnTo>
                    <a:pt x="208" y="52"/>
                  </a:lnTo>
                  <a:lnTo>
                    <a:pt x="204" y="54"/>
                  </a:lnTo>
                  <a:lnTo>
                    <a:pt x="200" y="54"/>
                  </a:lnTo>
                  <a:lnTo>
                    <a:pt x="194" y="54"/>
                  </a:lnTo>
                  <a:lnTo>
                    <a:pt x="188" y="50"/>
                  </a:lnTo>
                  <a:lnTo>
                    <a:pt x="182" y="46"/>
                  </a:lnTo>
                  <a:lnTo>
                    <a:pt x="164" y="36"/>
                  </a:lnTo>
                  <a:lnTo>
                    <a:pt x="156" y="32"/>
                  </a:lnTo>
                  <a:lnTo>
                    <a:pt x="156" y="34"/>
                  </a:lnTo>
                  <a:lnTo>
                    <a:pt x="156" y="52"/>
                  </a:lnTo>
                  <a:lnTo>
                    <a:pt x="144" y="66"/>
                  </a:lnTo>
                  <a:lnTo>
                    <a:pt x="144" y="80"/>
                  </a:lnTo>
                  <a:lnTo>
                    <a:pt x="148" y="94"/>
                  </a:lnTo>
                  <a:lnTo>
                    <a:pt x="150" y="94"/>
                  </a:lnTo>
                  <a:lnTo>
                    <a:pt x="140" y="108"/>
                  </a:lnTo>
                  <a:lnTo>
                    <a:pt x="136" y="120"/>
                  </a:lnTo>
                  <a:lnTo>
                    <a:pt x="136" y="122"/>
                  </a:lnTo>
                  <a:lnTo>
                    <a:pt x="124" y="134"/>
                  </a:lnTo>
                  <a:lnTo>
                    <a:pt x="104" y="180"/>
                  </a:lnTo>
                  <a:lnTo>
                    <a:pt x="104" y="204"/>
                  </a:lnTo>
                  <a:lnTo>
                    <a:pt x="60" y="230"/>
                  </a:lnTo>
                  <a:lnTo>
                    <a:pt x="58" y="234"/>
                  </a:lnTo>
                  <a:lnTo>
                    <a:pt x="64" y="248"/>
                  </a:lnTo>
                  <a:lnTo>
                    <a:pt x="60" y="266"/>
                  </a:lnTo>
                  <a:lnTo>
                    <a:pt x="42" y="264"/>
                  </a:lnTo>
                  <a:lnTo>
                    <a:pt x="38" y="284"/>
                  </a:lnTo>
                  <a:lnTo>
                    <a:pt x="16" y="284"/>
                  </a:lnTo>
                  <a:lnTo>
                    <a:pt x="10" y="292"/>
                  </a:lnTo>
                  <a:lnTo>
                    <a:pt x="4" y="306"/>
                  </a:lnTo>
                  <a:lnTo>
                    <a:pt x="0" y="356"/>
                  </a:lnTo>
                  <a:lnTo>
                    <a:pt x="4" y="368"/>
                  </a:lnTo>
                  <a:lnTo>
                    <a:pt x="6" y="368"/>
                  </a:lnTo>
                  <a:lnTo>
                    <a:pt x="6" y="380"/>
                  </a:lnTo>
                  <a:lnTo>
                    <a:pt x="16" y="392"/>
                  </a:lnTo>
                  <a:lnTo>
                    <a:pt x="16" y="402"/>
                  </a:lnTo>
                  <a:lnTo>
                    <a:pt x="42" y="400"/>
                  </a:lnTo>
                  <a:lnTo>
                    <a:pt x="44" y="398"/>
                  </a:lnTo>
                  <a:lnTo>
                    <a:pt x="44" y="396"/>
                  </a:lnTo>
                  <a:lnTo>
                    <a:pt x="52" y="388"/>
                  </a:lnTo>
                  <a:lnTo>
                    <a:pt x="36" y="372"/>
                  </a:lnTo>
                  <a:lnTo>
                    <a:pt x="34" y="372"/>
                  </a:lnTo>
                  <a:lnTo>
                    <a:pt x="24" y="364"/>
                  </a:lnTo>
                  <a:lnTo>
                    <a:pt x="24" y="362"/>
                  </a:lnTo>
                  <a:lnTo>
                    <a:pt x="24" y="346"/>
                  </a:lnTo>
                  <a:lnTo>
                    <a:pt x="36" y="346"/>
                  </a:lnTo>
                  <a:lnTo>
                    <a:pt x="38" y="340"/>
                  </a:lnTo>
                  <a:lnTo>
                    <a:pt x="32" y="324"/>
                  </a:lnTo>
                  <a:lnTo>
                    <a:pt x="64" y="324"/>
                  </a:lnTo>
                  <a:lnTo>
                    <a:pt x="120" y="298"/>
                  </a:lnTo>
                  <a:lnTo>
                    <a:pt x="126" y="286"/>
                  </a:lnTo>
                  <a:lnTo>
                    <a:pt x="128" y="282"/>
                  </a:lnTo>
                  <a:lnTo>
                    <a:pt x="140" y="288"/>
                  </a:lnTo>
                  <a:lnTo>
                    <a:pt x="140" y="290"/>
                  </a:lnTo>
                  <a:lnTo>
                    <a:pt x="146" y="296"/>
                  </a:lnTo>
                  <a:lnTo>
                    <a:pt x="152" y="294"/>
                  </a:lnTo>
                  <a:lnTo>
                    <a:pt x="150" y="282"/>
                  </a:lnTo>
                  <a:lnTo>
                    <a:pt x="168" y="282"/>
                  </a:lnTo>
                  <a:lnTo>
                    <a:pt x="186" y="286"/>
                  </a:lnTo>
                  <a:lnTo>
                    <a:pt x="192" y="274"/>
                  </a:lnTo>
                  <a:lnTo>
                    <a:pt x="194" y="272"/>
                  </a:lnTo>
                  <a:lnTo>
                    <a:pt x="196" y="272"/>
                  </a:lnTo>
                  <a:lnTo>
                    <a:pt x="214" y="266"/>
                  </a:lnTo>
                  <a:lnTo>
                    <a:pt x="218" y="238"/>
                  </a:lnTo>
                  <a:lnTo>
                    <a:pt x="238" y="256"/>
                  </a:lnTo>
                  <a:lnTo>
                    <a:pt x="246" y="256"/>
                  </a:lnTo>
                  <a:lnTo>
                    <a:pt x="250" y="252"/>
                  </a:lnTo>
                  <a:lnTo>
                    <a:pt x="248" y="192"/>
                  </a:lnTo>
                  <a:lnTo>
                    <a:pt x="248" y="190"/>
                  </a:lnTo>
                  <a:lnTo>
                    <a:pt x="248" y="186"/>
                  </a:lnTo>
                  <a:lnTo>
                    <a:pt x="260" y="188"/>
                  </a:lnTo>
                  <a:lnTo>
                    <a:pt x="262" y="188"/>
                  </a:lnTo>
                  <a:lnTo>
                    <a:pt x="264" y="190"/>
                  </a:lnTo>
                  <a:lnTo>
                    <a:pt x="286" y="230"/>
                  </a:lnTo>
                  <a:lnTo>
                    <a:pt x="312" y="226"/>
                  </a:lnTo>
                  <a:lnTo>
                    <a:pt x="318" y="224"/>
                  </a:lnTo>
                  <a:lnTo>
                    <a:pt x="322" y="216"/>
                  </a:lnTo>
                  <a:lnTo>
                    <a:pt x="314" y="208"/>
                  </a:lnTo>
                  <a:lnTo>
                    <a:pt x="312" y="206"/>
                  </a:lnTo>
                  <a:lnTo>
                    <a:pt x="330" y="200"/>
                  </a:lnTo>
                  <a:lnTo>
                    <a:pt x="332" y="198"/>
                  </a:lnTo>
                  <a:lnTo>
                    <a:pt x="340" y="206"/>
                  </a:lnTo>
                  <a:lnTo>
                    <a:pt x="346" y="202"/>
                  </a:lnTo>
                  <a:lnTo>
                    <a:pt x="346" y="190"/>
                  </a:lnTo>
                  <a:lnTo>
                    <a:pt x="350" y="190"/>
                  </a:lnTo>
                  <a:lnTo>
                    <a:pt x="364" y="190"/>
                  </a:lnTo>
                  <a:lnTo>
                    <a:pt x="370" y="192"/>
                  </a:lnTo>
                  <a:lnTo>
                    <a:pt x="376" y="194"/>
                  </a:lnTo>
                  <a:lnTo>
                    <a:pt x="382" y="198"/>
                  </a:lnTo>
                  <a:lnTo>
                    <a:pt x="386" y="202"/>
                  </a:lnTo>
                  <a:lnTo>
                    <a:pt x="388" y="206"/>
                  </a:lnTo>
                  <a:lnTo>
                    <a:pt x="392" y="186"/>
                  </a:lnTo>
                  <a:lnTo>
                    <a:pt x="396" y="184"/>
                  </a:lnTo>
                  <a:lnTo>
                    <a:pt x="400" y="182"/>
                  </a:lnTo>
                  <a:lnTo>
                    <a:pt x="406" y="182"/>
                  </a:lnTo>
                  <a:lnTo>
                    <a:pt x="412" y="184"/>
                  </a:lnTo>
                  <a:lnTo>
                    <a:pt x="414" y="186"/>
                  </a:lnTo>
                  <a:lnTo>
                    <a:pt x="414" y="188"/>
                  </a:lnTo>
                  <a:lnTo>
                    <a:pt x="418" y="188"/>
                  </a:lnTo>
                  <a:lnTo>
                    <a:pt x="432" y="180"/>
                  </a:lnTo>
                  <a:lnTo>
                    <a:pt x="460" y="160"/>
                  </a:lnTo>
                  <a:lnTo>
                    <a:pt x="460" y="152"/>
                  </a:lnTo>
                  <a:lnTo>
                    <a:pt x="464" y="146"/>
                  </a:lnTo>
                  <a:lnTo>
                    <a:pt x="470" y="140"/>
                  </a:lnTo>
                  <a:lnTo>
                    <a:pt x="476" y="1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noProof="1">
                <a:solidFill>
                  <a:srgbClr val="FFFFFF"/>
                </a:solidFill>
              </a:endParaRPr>
            </a:p>
          </p:txBody>
        </p:sp>
        <p:sp>
          <p:nvSpPr>
            <p:cNvPr id="28" name="江西"/>
            <p:cNvSpPr/>
            <p:nvPr/>
          </p:nvSpPr>
          <p:spPr bwMode="auto">
            <a:xfrm>
              <a:off x="5911850" y="4240213"/>
              <a:ext cx="555625" cy="757237"/>
            </a:xfrm>
            <a:custGeom>
              <a:avLst/>
              <a:gdLst>
                <a:gd name="T0" fmla="*/ 2147483646 w 304"/>
                <a:gd name="T1" fmla="*/ 0 h 414"/>
                <a:gd name="T2" fmla="*/ 2147483646 w 304"/>
                <a:gd name="T3" fmla="*/ 2147483646 h 414"/>
                <a:gd name="T4" fmla="*/ 2147483646 w 304"/>
                <a:gd name="T5" fmla="*/ 2147483646 h 414"/>
                <a:gd name="T6" fmla="*/ 2147483646 w 304"/>
                <a:gd name="T7" fmla="*/ 2147483646 h 414"/>
                <a:gd name="T8" fmla="*/ 2147483646 w 304"/>
                <a:gd name="T9" fmla="*/ 2147483646 h 414"/>
                <a:gd name="T10" fmla="*/ 2147483646 w 304"/>
                <a:gd name="T11" fmla="*/ 2147483646 h 414"/>
                <a:gd name="T12" fmla="*/ 2147483646 w 304"/>
                <a:gd name="T13" fmla="*/ 2147483646 h 414"/>
                <a:gd name="T14" fmla="*/ 2147483646 w 304"/>
                <a:gd name="T15" fmla="*/ 2147483646 h 414"/>
                <a:gd name="T16" fmla="*/ 2147483646 w 304"/>
                <a:gd name="T17" fmla="*/ 2147483646 h 414"/>
                <a:gd name="T18" fmla="*/ 2147483646 w 304"/>
                <a:gd name="T19" fmla="*/ 2147483646 h 414"/>
                <a:gd name="T20" fmla="*/ 2147483646 w 304"/>
                <a:gd name="T21" fmla="*/ 2147483646 h 414"/>
                <a:gd name="T22" fmla="*/ 2147483646 w 304"/>
                <a:gd name="T23" fmla="*/ 2147483646 h 414"/>
                <a:gd name="T24" fmla="*/ 2147483646 w 304"/>
                <a:gd name="T25" fmla="*/ 2147483646 h 414"/>
                <a:gd name="T26" fmla="*/ 2147483646 w 304"/>
                <a:gd name="T27" fmla="*/ 2147483646 h 414"/>
                <a:gd name="T28" fmla="*/ 0 w 304"/>
                <a:gd name="T29" fmla="*/ 2147483646 h 414"/>
                <a:gd name="T30" fmla="*/ 2147483646 w 304"/>
                <a:gd name="T31" fmla="*/ 2147483646 h 414"/>
                <a:gd name="T32" fmla="*/ 2147483646 w 304"/>
                <a:gd name="T33" fmla="*/ 2147483646 h 414"/>
                <a:gd name="T34" fmla="*/ 2147483646 w 304"/>
                <a:gd name="T35" fmla="*/ 2147483646 h 414"/>
                <a:gd name="T36" fmla="*/ 2147483646 w 304"/>
                <a:gd name="T37" fmla="*/ 2147483646 h 414"/>
                <a:gd name="T38" fmla="*/ 2147483646 w 304"/>
                <a:gd name="T39" fmla="*/ 2147483646 h 414"/>
                <a:gd name="T40" fmla="*/ 2147483646 w 304"/>
                <a:gd name="T41" fmla="*/ 2147483646 h 414"/>
                <a:gd name="T42" fmla="*/ 2147483646 w 304"/>
                <a:gd name="T43" fmla="*/ 2147483646 h 414"/>
                <a:gd name="T44" fmla="*/ 2147483646 w 304"/>
                <a:gd name="T45" fmla="*/ 2147483646 h 414"/>
                <a:gd name="T46" fmla="*/ 2147483646 w 304"/>
                <a:gd name="T47" fmla="*/ 2147483646 h 414"/>
                <a:gd name="T48" fmla="*/ 2147483646 w 304"/>
                <a:gd name="T49" fmla="*/ 2147483646 h 414"/>
                <a:gd name="T50" fmla="*/ 2147483646 w 304"/>
                <a:gd name="T51" fmla="*/ 2147483646 h 414"/>
                <a:gd name="T52" fmla="*/ 2147483646 w 304"/>
                <a:gd name="T53" fmla="*/ 2147483646 h 414"/>
                <a:gd name="T54" fmla="*/ 2147483646 w 304"/>
                <a:gd name="T55" fmla="*/ 2147483646 h 414"/>
                <a:gd name="T56" fmla="*/ 2147483646 w 304"/>
                <a:gd name="T57" fmla="*/ 2147483646 h 414"/>
                <a:gd name="T58" fmla="*/ 2147483646 w 304"/>
                <a:gd name="T59" fmla="*/ 2147483646 h 414"/>
                <a:gd name="T60" fmla="*/ 2147483646 w 304"/>
                <a:gd name="T61" fmla="*/ 2147483646 h 414"/>
                <a:gd name="T62" fmla="*/ 2147483646 w 304"/>
                <a:gd name="T63" fmla="*/ 2147483646 h 414"/>
                <a:gd name="T64" fmla="*/ 2147483646 w 304"/>
                <a:gd name="T65" fmla="*/ 2147483646 h 414"/>
                <a:gd name="T66" fmla="*/ 2147483646 w 304"/>
                <a:gd name="T67" fmla="*/ 2147483646 h 414"/>
                <a:gd name="T68" fmla="*/ 2147483646 w 304"/>
                <a:gd name="T69" fmla="*/ 2147483646 h 414"/>
                <a:gd name="T70" fmla="*/ 2147483646 w 304"/>
                <a:gd name="T71" fmla="*/ 2147483646 h 414"/>
                <a:gd name="T72" fmla="*/ 2147483646 w 304"/>
                <a:gd name="T73" fmla="*/ 2147483646 h 414"/>
                <a:gd name="T74" fmla="*/ 2147483646 w 304"/>
                <a:gd name="T75" fmla="*/ 2147483646 h 414"/>
                <a:gd name="T76" fmla="*/ 2147483646 w 304"/>
                <a:gd name="T77" fmla="*/ 2147483646 h 414"/>
                <a:gd name="T78" fmla="*/ 2147483646 w 304"/>
                <a:gd name="T79" fmla="*/ 2147483646 h 414"/>
                <a:gd name="T80" fmla="*/ 2147483646 w 304"/>
                <a:gd name="T81" fmla="*/ 2147483646 h 414"/>
                <a:gd name="T82" fmla="*/ 2147483646 w 304"/>
                <a:gd name="T83" fmla="*/ 2147483646 h 414"/>
                <a:gd name="T84" fmla="*/ 2147483646 w 304"/>
                <a:gd name="T85" fmla="*/ 2147483646 h 414"/>
                <a:gd name="T86" fmla="*/ 2147483646 w 304"/>
                <a:gd name="T87" fmla="*/ 2147483646 h 414"/>
                <a:gd name="T88" fmla="*/ 2147483646 w 304"/>
                <a:gd name="T89" fmla="*/ 2147483646 h 414"/>
                <a:gd name="T90" fmla="*/ 2147483646 w 304"/>
                <a:gd name="T91" fmla="*/ 2147483646 h 414"/>
                <a:gd name="T92" fmla="*/ 2147483646 w 304"/>
                <a:gd name="T93" fmla="*/ 2147483646 h 414"/>
                <a:gd name="T94" fmla="*/ 2147483646 w 304"/>
                <a:gd name="T95" fmla="*/ 2147483646 h 414"/>
                <a:gd name="T96" fmla="*/ 2147483646 w 304"/>
                <a:gd name="T97" fmla="*/ 2147483646 h 414"/>
                <a:gd name="T98" fmla="*/ 2147483646 w 304"/>
                <a:gd name="T99" fmla="*/ 2147483646 h 414"/>
                <a:gd name="T100" fmla="*/ 2147483646 w 304"/>
                <a:gd name="T101" fmla="*/ 2147483646 h 414"/>
                <a:gd name="T102" fmla="*/ 2147483646 w 304"/>
                <a:gd name="T103" fmla="*/ 2147483646 h 414"/>
                <a:gd name="T104" fmla="*/ 2147483646 w 304"/>
                <a:gd name="T105" fmla="*/ 2147483646 h 414"/>
                <a:gd name="T106" fmla="*/ 2147483646 w 304"/>
                <a:gd name="T107" fmla="*/ 2147483646 h 414"/>
                <a:gd name="T108" fmla="*/ 2147483646 w 304"/>
                <a:gd name="T109" fmla="*/ 2147483646 h 414"/>
                <a:gd name="T110" fmla="*/ 2147483646 w 304"/>
                <a:gd name="T111" fmla="*/ 2147483646 h 414"/>
                <a:gd name="T112" fmla="*/ 2147483646 w 304"/>
                <a:gd name="T113" fmla="*/ 2147483646 h 414"/>
                <a:gd name="T114" fmla="*/ 2147483646 w 304"/>
                <a:gd name="T115" fmla="*/ 2147483646 h 414"/>
                <a:gd name="T116" fmla="*/ 2147483646 w 304"/>
                <a:gd name="T117" fmla="*/ 2147483646 h 41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304" h="414">
                  <a:moveTo>
                    <a:pt x="240" y="16"/>
                  </a:moveTo>
                  <a:lnTo>
                    <a:pt x="238" y="16"/>
                  </a:lnTo>
                  <a:lnTo>
                    <a:pt x="220" y="0"/>
                  </a:lnTo>
                  <a:lnTo>
                    <a:pt x="212" y="6"/>
                  </a:lnTo>
                  <a:lnTo>
                    <a:pt x="206" y="16"/>
                  </a:lnTo>
                  <a:lnTo>
                    <a:pt x="200" y="24"/>
                  </a:lnTo>
                  <a:lnTo>
                    <a:pt x="192" y="28"/>
                  </a:lnTo>
                  <a:lnTo>
                    <a:pt x="184" y="32"/>
                  </a:lnTo>
                  <a:lnTo>
                    <a:pt x="180" y="34"/>
                  </a:lnTo>
                  <a:lnTo>
                    <a:pt x="176" y="32"/>
                  </a:lnTo>
                  <a:lnTo>
                    <a:pt x="174" y="28"/>
                  </a:lnTo>
                  <a:lnTo>
                    <a:pt x="174" y="22"/>
                  </a:lnTo>
                  <a:lnTo>
                    <a:pt x="180" y="4"/>
                  </a:lnTo>
                  <a:lnTo>
                    <a:pt x="152" y="22"/>
                  </a:lnTo>
                  <a:lnTo>
                    <a:pt x="152" y="24"/>
                  </a:lnTo>
                  <a:lnTo>
                    <a:pt x="128" y="24"/>
                  </a:lnTo>
                  <a:lnTo>
                    <a:pt x="108" y="34"/>
                  </a:lnTo>
                  <a:lnTo>
                    <a:pt x="108" y="36"/>
                  </a:lnTo>
                  <a:lnTo>
                    <a:pt x="84" y="36"/>
                  </a:lnTo>
                  <a:lnTo>
                    <a:pt x="72" y="42"/>
                  </a:lnTo>
                  <a:lnTo>
                    <a:pt x="68" y="54"/>
                  </a:lnTo>
                  <a:lnTo>
                    <a:pt x="66" y="56"/>
                  </a:lnTo>
                  <a:lnTo>
                    <a:pt x="40" y="56"/>
                  </a:lnTo>
                  <a:lnTo>
                    <a:pt x="34" y="56"/>
                  </a:lnTo>
                  <a:lnTo>
                    <a:pt x="28" y="62"/>
                  </a:lnTo>
                  <a:lnTo>
                    <a:pt x="8" y="80"/>
                  </a:lnTo>
                  <a:lnTo>
                    <a:pt x="16" y="84"/>
                  </a:lnTo>
                  <a:lnTo>
                    <a:pt x="20" y="88"/>
                  </a:lnTo>
                  <a:lnTo>
                    <a:pt x="22" y="94"/>
                  </a:lnTo>
                  <a:lnTo>
                    <a:pt x="22" y="92"/>
                  </a:lnTo>
                  <a:lnTo>
                    <a:pt x="34" y="138"/>
                  </a:lnTo>
                  <a:lnTo>
                    <a:pt x="34" y="140"/>
                  </a:lnTo>
                  <a:lnTo>
                    <a:pt x="34" y="144"/>
                  </a:lnTo>
                  <a:lnTo>
                    <a:pt x="32" y="144"/>
                  </a:lnTo>
                  <a:lnTo>
                    <a:pt x="0" y="188"/>
                  </a:lnTo>
                  <a:lnTo>
                    <a:pt x="0" y="200"/>
                  </a:lnTo>
                  <a:lnTo>
                    <a:pt x="8" y="196"/>
                  </a:lnTo>
                  <a:lnTo>
                    <a:pt x="12" y="196"/>
                  </a:lnTo>
                  <a:lnTo>
                    <a:pt x="16" y="198"/>
                  </a:lnTo>
                  <a:lnTo>
                    <a:pt x="18" y="202"/>
                  </a:lnTo>
                  <a:lnTo>
                    <a:pt x="16" y="214"/>
                  </a:lnTo>
                  <a:lnTo>
                    <a:pt x="16" y="226"/>
                  </a:lnTo>
                  <a:lnTo>
                    <a:pt x="18" y="238"/>
                  </a:lnTo>
                  <a:lnTo>
                    <a:pt x="20" y="250"/>
                  </a:lnTo>
                  <a:lnTo>
                    <a:pt x="24" y="262"/>
                  </a:lnTo>
                  <a:lnTo>
                    <a:pt x="36" y="274"/>
                  </a:lnTo>
                  <a:lnTo>
                    <a:pt x="40" y="280"/>
                  </a:lnTo>
                  <a:lnTo>
                    <a:pt x="40" y="286"/>
                  </a:lnTo>
                  <a:lnTo>
                    <a:pt x="36" y="294"/>
                  </a:lnTo>
                  <a:lnTo>
                    <a:pt x="42" y="304"/>
                  </a:lnTo>
                  <a:lnTo>
                    <a:pt x="44" y="310"/>
                  </a:lnTo>
                  <a:lnTo>
                    <a:pt x="44" y="320"/>
                  </a:lnTo>
                  <a:lnTo>
                    <a:pt x="40" y="330"/>
                  </a:lnTo>
                  <a:lnTo>
                    <a:pt x="34" y="344"/>
                  </a:lnTo>
                  <a:lnTo>
                    <a:pt x="44" y="362"/>
                  </a:lnTo>
                  <a:lnTo>
                    <a:pt x="46" y="366"/>
                  </a:lnTo>
                  <a:lnTo>
                    <a:pt x="52" y="362"/>
                  </a:lnTo>
                  <a:lnTo>
                    <a:pt x="60" y="356"/>
                  </a:lnTo>
                  <a:lnTo>
                    <a:pt x="66" y="352"/>
                  </a:lnTo>
                  <a:lnTo>
                    <a:pt x="72" y="352"/>
                  </a:lnTo>
                  <a:lnTo>
                    <a:pt x="78" y="352"/>
                  </a:lnTo>
                  <a:lnTo>
                    <a:pt x="84" y="356"/>
                  </a:lnTo>
                  <a:lnTo>
                    <a:pt x="86" y="362"/>
                  </a:lnTo>
                  <a:lnTo>
                    <a:pt x="86" y="366"/>
                  </a:lnTo>
                  <a:lnTo>
                    <a:pt x="82" y="374"/>
                  </a:lnTo>
                  <a:lnTo>
                    <a:pt x="66" y="392"/>
                  </a:lnTo>
                  <a:lnTo>
                    <a:pt x="56" y="406"/>
                  </a:lnTo>
                  <a:lnTo>
                    <a:pt x="60" y="414"/>
                  </a:lnTo>
                  <a:lnTo>
                    <a:pt x="72" y="408"/>
                  </a:lnTo>
                  <a:lnTo>
                    <a:pt x="76" y="406"/>
                  </a:lnTo>
                  <a:lnTo>
                    <a:pt x="80" y="406"/>
                  </a:lnTo>
                  <a:lnTo>
                    <a:pt x="94" y="402"/>
                  </a:lnTo>
                  <a:lnTo>
                    <a:pt x="120" y="390"/>
                  </a:lnTo>
                  <a:lnTo>
                    <a:pt x="126" y="388"/>
                  </a:lnTo>
                  <a:lnTo>
                    <a:pt x="134" y="390"/>
                  </a:lnTo>
                  <a:lnTo>
                    <a:pt x="142" y="394"/>
                  </a:lnTo>
                  <a:lnTo>
                    <a:pt x="150" y="402"/>
                  </a:lnTo>
                  <a:lnTo>
                    <a:pt x="154" y="400"/>
                  </a:lnTo>
                  <a:lnTo>
                    <a:pt x="154" y="390"/>
                  </a:lnTo>
                  <a:lnTo>
                    <a:pt x="152" y="388"/>
                  </a:lnTo>
                  <a:lnTo>
                    <a:pt x="152" y="384"/>
                  </a:lnTo>
                  <a:lnTo>
                    <a:pt x="154" y="380"/>
                  </a:lnTo>
                  <a:lnTo>
                    <a:pt x="150" y="366"/>
                  </a:lnTo>
                  <a:lnTo>
                    <a:pt x="150" y="362"/>
                  </a:lnTo>
                  <a:lnTo>
                    <a:pt x="150" y="358"/>
                  </a:lnTo>
                  <a:lnTo>
                    <a:pt x="158" y="352"/>
                  </a:lnTo>
                  <a:lnTo>
                    <a:pt x="166" y="346"/>
                  </a:lnTo>
                  <a:lnTo>
                    <a:pt x="162" y="336"/>
                  </a:lnTo>
                  <a:lnTo>
                    <a:pt x="162" y="334"/>
                  </a:lnTo>
                  <a:lnTo>
                    <a:pt x="166" y="328"/>
                  </a:lnTo>
                  <a:lnTo>
                    <a:pt x="164" y="324"/>
                  </a:lnTo>
                  <a:lnTo>
                    <a:pt x="164" y="320"/>
                  </a:lnTo>
                  <a:lnTo>
                    <a:pt x="164" y="316"/>
                  </a:lnTo>
                  <a:lnTo>
                    <a:pt x="170" y="308"/>
                  </a:lnTo>
                  <a:lnTo>
                    <a:pt x="180" y="300"/>
                  </a:lnTo>
                  <a:lnTo>
                    <a:pt x="178" y="298"/>
                  </a:lnTo>
                  <a:lnTo>
                    <a:pt x="176" y="296"/>
                  </a:lnTo>
                  <a:lnTo>
                    <a:pt x="186" y="292"/>
                  </a:lnTo>
                  <a:lnTo>
                    <a:pt x="186" y="278"/>
                  </a:lnTo>
                  <a:lnTo>
                    <a:pt x="186" y="274"/>
                  </a:lnTo>
                  <a:lnTo>
                    <a:pt x="190" y="270"/>
                  </a:lnTo>
                  <a:lnTo>
                    <a:pt x="194" y="266"/>
                  </a:lnTo>
                  <a:lnTo>
                    <a:pt x="200" y="260"/>
                  </a:lnTo>
                  <a:lnTo>
                    <a:pt x="206" y="256"/>
                  </a:lnTo>
                  <a:lnTo>
                    <a:pt x="194" y="242"/>
                  </a:lnTo>
                  <a:lnTo>
                    <a:pt x="192" y="238"/>
                  </a:lnTo>
                  <a:lnTo>
                    <a:pt x="192" y="232"/>
                  </a:lnTo>
                  <a:lnTo>
                    <a:pt x="194" y="228"/>
                  </a:lnTo>
                  <a:lnTo>
                    <a:pt x="198" y="222"/>
                  </a:lnTo>
                  <a:lnTo>
                    <a:pt x="198" y="220"/>
                  </a:lnTo>
                  <a:lnTo>
                    <a:pt x="224" y="200"/>
                  </a:lnTo>
                  <a:lnTo>
                    <a:pt x="224" y="194"/>
                  </a:lnTo>
                  <a:lnTo>
                    <a:pt x="222" y="192"/>
                  </a:lnTo>
                  <a:lnTo>
                    <a:pt x="220" y="186"/>
                  </a:lnTo>
                  <a:lnTo>
                    <a:pt x="220" y="178"/>
                  </a:lnTo>
                  <a:lnTo>
                    <a:pt x="220" y="170"/>
                  </a:lnTo>
                  <a:lnTo>
                    <a:pt x="224" y="156"/>
                  </a:lnTo>
                  <a:lnTo>
                    <a:pt x="230" y="146"/>
                  </a:lnTo>
                  <a:lnTo>
                    <a:pt x="238" y="138"/>
                  </a:lnTo>
                  <a:lnTo>
                    <a:pt x="250" y="136"/>
                  </a:lnTo>
                  <a:lnTo>
                    <a:pt x="252" y="136"/>
                  </a:lnTo>
                  <a:lnTo>
                    <a:pt x="262" y="140"/>
                  </a:lnTo>
                  <a:lnTo>
                    <a:pt x="272" y="140"/>
                  </a:lnTo>
                  <a:lnTo>
                    <a:pt x="284" y="128"/>
                  </a:lnTo>
                  <a:lnTo>
                    <a:pt x="296" y="120"/>
                  </a:lnTo>
                  <a:lnTo>
                    <a:pt x="296" y="108"/>
                  </a:lnTo>
                  <a:lnTo>
                    <a:pt x="296" y="106"/>
                  </a:lnTo>
                  <a:lnTo>
                    <a:pt x="296" y="104"/>
                  </a:lnTo>
                  <a:lnTo>
                    <a:pt x="300" y="102"/>
                  </a:lnTo>
                  <a:lnTo>
                    <a:pt x="304" y="98"/>
                  </a:lnTo>
                  <a:lnTo>
                    <a:pt x="304" y="96"/>
                  </a:lnTo>
                  <a:lnTo>
                    <a:pt x="296" y="84"/>
                  </a:lnTo>
                  <a:lnTo>
                    <a:pt x="286" y="68"/>
                  </a:lnTo>
                  <a:lnTo>
                    <a:pt x="276" y="52"/>
                  </a:lnTo>
                  <a:lnTo>
                    <a:pt x="274" y="46"/>
                  </a:lnTo>
                  <a:lnTo>
                    <a:pt x="274" y="40"/>
                  </a:lnTo>
                  <a:lnTo>
                    <a:pt x="276" y="34"/>
                  </a:lnTo>
                  <a:lnTo>
                    <a:pt x="280" y="28"/>
                  </a:lnTo>
                  <a:lnTo>
                    <a:pt x="264" y="20"/>
                  </a:lnTo>
                  <a:lnTo>
                    <a:pt x="24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noProof="1">
                <a:solidFill>
                  <a:srgbClr val="FFFFFF"/>
                </a:solidFill>
              </a:endParaRPr>
            </a:p>
          </p:txBody>
        </p:sp>
        <p:sp>
          <p:nvSpPr>
            <p:cNvPr id="29" name="福建"/>
            <p:cNvSpPr/>
            <p:nvPr/>
          </p:nvSpPr>
          <p:spPr bwMode="auto">
            <a:xfrm>
              <a:off x="6200775" y="4441825"/>
              <a:ext cx="514350" cy="628650"/>
            </a:xfrm>
            <a:custGeom>
              <a:avLst/>
              <a:gdLst>
                <a:gd name="T0" fmla="*/ 2147483646 w 282"/>
                <a:gd name="T1" fmla="*/ 2147483646 h 344"/>
                <a:gd name="T2" fmla="*/ 2147483646 w 282"/>
                <a:gd name="T3" fmla="*/ 2147483646 h 344"/>
                <a:gd name="T4" fmla="*/ 2147483646 w 282"/>
                <a:gd name="T5" fmla="*/ 2147483646 h 344"/>
                <a:gd name="T6" fmla="*/ 2147483646 w 282"/>
                <a:gd name="T7" fmla="*/ 2147483646 h 344"/>
                <a:gd name="T8" fmla="*/ 2147483646 w 282"/>
                <a:gd name="T9" fmla="*/ 2147483646 h 344"/>
                <a:gd name="T10" fmla="*/ 2147483646 w 282"/>
                <a:gd name="T11" fmla="*/ 2147483646 h 344"/>
                <a:gd name="T12" fmla="*/ 2147483646 w 282"/>
                <a:gd name="T13" fmla="*/ 2147483646 h 344"/>
                <a:gd name="T14" fmla="*/ 2147483646 w 282"/>
                <a:gd name="T15" fmla="*/ 2147483646 h 344"/>
                <a:gd name="T16" fmla="*/ 2147483646 w 282"/>
                <a:gd name="T17" fmla="*/ 2147483646 h 344"/>
                <a:gd name="T18" fmla="*/ 2147483646 w 282"/>
                <a:gd name="T19" fmla="*/ 2147483646 h 344"/>
                <a:gd name="T20" fmla="*/ 2147483646 w 282"/>
                <a:gd name="T21" fmla="*/ 2147483646 h 344"/>
                <a:gd name="T22" fmla="*/ 2147483646 w 282"/>
                <a:gd name="T23" fmla="*/ 2147483646 h 344"/>
                <a:gd name="T24" fmla="*/ 2147483646 w 282"/>
                <a:gd name="T25" fmla="*/ 2147483646 h 344"/>
                <a:gd name="T26" fmla="*/ 2147483646 w 282"/>
                <a:gd name="T27" fmla="*/ 2147483646 h 344"/>
                <a:gd name="T28" fmla="*/ 2147483646 w 282"/>
                <a:gd name="T29" fmla="*/ 2147483646 h 344"/>
                <a:gd name="T30" fmla="*/ 2147483646 w 282"/>
                <a:gd name="T31" fmla="*/ 2147483646 h 344"/>
                <a:gd name="T32" fmla="*/ 2147483646 w 282"/>
                <a:gd name="T33" fmla="*/ 2147483646 h 344"/>
                <a:gd name="T34" fmla="*/ 0 w 282"/>
                <a:gd name="T35" fmla="*/ 2147483646 h 344"/>
                <a:gd name="T36" fmla="*/ 2147483646 w 282"/>
                <a:gd name="T37" fmla="*/ 2147483646 h 344"/>
                <a:gd name="T38" fmla="*/ 2147483646 w 282"/>
                <a:gd name="T39" fmla="*/ 2147483646 h 344"/>
                <a:gd name="T40" fmla="*/ 2147483646 w 282"/>
                <a:gd name="T41" fmla="*/ 2147483646 h 344"/>
                <a:gd name="T42" fmla="*/ 2147483646 w 282"/>
                <a:gd name="T43" fmla="*/ 2147483646 h 344"/>
                <a:gd name="T44" fmla="*/ 2147483646 w 282"/>
                <a:gd name="T45" fmla="*/ 2147483646 h 344"/>
                <a:gd name="T46" fmla="*/ 2147483646 w 282"/>
                <a:gd name="T47" fmla="*/ 2147483646 h 344"/>
                <a:gd name="T48" fmla="*/ 2147483646 w 282"/>
                <a:gd name="T49" fmla="*/ 2147483646 h 344"/>
                <a:gd name="T50" fmla="*/ 2147483646 w 282"/>
                <a:gd name="T51" fmla="*/ 2147483646 h 344"/>
                <a:gd name="T52" fmla="*/ 2147483646 w 282"/>
                <a:gd name="T53" fmla="*/ 2147483646 h 344"/>
                <a:gd name="T54" fmla="*/ 2147483646 w 282"/>
                <a:gd name="T55" fmla="*/ 2147483646 h 344"/>
                <a:gd name="T56" fmla="*/ 2147483646 w 282"/>
                <a:gd name="T57" fmla="*/ 2147483646 h 344"/>
                <a:gd name="T58" fmla="*/ 2147483646 w 282"/>
                <a:gd name="T59" fmla="*/ 2147483646 h 344"/>
                <a:gd name="T60" fmla="*/ 2147483646 w 282"/>
                <a:gd name="T61" fmla="*/ 2147483646 h 344"/>
                <a:gd name="T62" fmla="*/ 2147483646 w 282"/>
                <a:gd name="T63" fmla="*/ 2147483646 h 344"/>
                <a:gd name="T64" fmla="*/ 2147483646 w 282"/>
                <a:gd name="T65" fmla="*/ 2147483646 h 344"/>
                <a:gd name="T66" fmla="*/ 2147483646 w 282"/>
                <a:gd name="T67" fmla="*/ 2147483646 h 344"/>
                <a:gd name="T68" fmla="*/ 2147483646 w 282"/>
                <a:gd name="T69" fmla="*/ 2147483646 h 344"/>
                <a:gd name="T70" fmla="*/ 2147483646 w 282"/>
                <a:gd name="T71" fmla="*/ 2147483646 h 344"/>
                <a:gd name="T72" fmla="*/ 2147483646 w 282"/>
                <a:gd name="T73" fmla="*/ 2147483646 h 344"/>
                <a:gd name="T74" fmla="*/ 2147483646 w 282"/>
                <a:gd name="T75" fmla="*/ 2147483646 h 344"/>
                <a:gd name="T76" fmla="*/ 2147483646 w 282"/>
                <a:gd name="T77" fmla="*/ 2147483646 h 344"/>
                <a:gd name="T78" fmla="*/ 2147483646 w 282"/>
                <a:gd name="T79" fmla="*/ 2147483646 h 344"/>
                <a:gd name="T80" fmla="*/ 2147483646 w 282"/>
                <a:gd name="T81" fmla="*/ 2147483646 h 344"/>
                <a:gd name="T82" fmla="*/ 2147483646 w 282"/>
                <a:gd name="T83" fmla="*/ 2147483646 h 344"/>
                <a:gd name="T84" fmla="*/ 2147483646 w 282"/>
                <a:gd name="T85" fmla="*/ 2147483646 h 344"/>
                <a:gd name="T86" fmla="*/ 2147483646 w 282"/>
                <a:gd name="T87" fmla="*/ 2147483646 h 344"/>
                <a:gd name="T88" fmla="*/ 2147483646 w 282"/>
                <a:gd name="T89" fmla="*/ 2147483646 h 344"/>
                <a:gd name="T90" fmla="*/ 2147483646 w 282"/>
                <a:gd name="T91" fmla="*/ 2147483646 h 344"/>
                <a:gd name="T92" fmla="*/ 2147483646 w 282"/>
                <a:gd name="T93" fmla="*/ 2147483646 h 344"/>
                <a:gd name="T94" fmla="*/ 2147483646 w 282"/>
                <a:gd name="T95" fmla="*/ 2147483646 h 344"/>
                <a:gd name="T96" fmla="*/ 2147483646 w 282"/>
                <a:gd name="T97" fmla="*/ 2147483646 h 344"/>
                <a:gd name="T98" fmla="*/ 2147483646 w 282"/>
                <a:gd name="T99" fmla="*/ 2147483646 h 344"/>
                <a:gd name="T100" fmla="*/ 2147483646 w 282"/>
                <a:gd name="T101" fmla="*/ 2147483646 h 344"/>
                <a:gd name="T102" fmla="*/ 2147483646 w 282"/>
                <a:gd name="T103" fmla="*/ 0 h 34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282" h="344">
                  <a:moveTo>
                    <a:pt x="146" y="14"/>
                  </a:moveTo>
                  <a:lnTo>
                    <a:pt x="146" y="14"/>
                  </a:lnTo>
                  <a:lnTo>
                    <a:pt x="132" y="24"/>
                  </a:lnTo>
                  <a:lnTo>
                    <a:pt x="120" y="38"/>
                  </a:lnTo>
                  <a:lnTo>
                    <a:pt x="118" y="38"/>
                  </a:lnTo>
                  <a:lnTo>
                    <a:pt x="118" y="40"/>
                  </a:lnTo>
                  <a:lnTo>
                    <a:pt x="102" y="40"/>
                  </a:lnTo>
                  <a:lnTo>
                    <a:pt x="92" y="34"/>
                  </a:lnTo>
                  <a:lnTo>
                    <a:pt x="84" y="38"/>
                  </a:lnTo>
                  <a:lnTo>
                    <a:pt x="78" y="42"/>
                  </a:lnTo>
                  <a:lnTo>
                    <a:pt x="74" y="50"/>
                  </a:lnTo>
                  <a:lnTo>
                    <a:pt x="70" y="60"/>
                  </a:lnTo>
                  <a:lnTo>
                    <a:pt x="70" y="74"/>
                  </a:lnTo>
                  <a:lnTo>
                    <a:pt x="80" y="66"/>
                  </a:lnTo>
                  <a:lnTo>
                    <a:pt x="74" y="92"/>
                  </a:lnTo>
                  <a:lnTo>
                    <a:pt x="74" y="94"/>
                  </a:lnTo>
                  <a:lnTo>
                    <a:pt x="46" y="116"/>
                  </a:lnTo>
                  <a:lnTo>
                    <a:pt x="42" y="124"/>
                  </a:lnTo>
                  <a:lnTo>
                    <a:pt x="42" y="128"/>
                  </a:lnTo>
                  <a:lnTo>
                    <a:pt x="48" y="134"/>
                  </a:lnTo>
                  <a:lnTo>
                    <a:pt x="54" y="140"/>
                  </a:lnTo>
                  <a:lnTo>
                    <a:pt x="56" y="142"/>
                  </a:lnTo>
                  <a:lnTo>
                    <a:pt x="56" y="146"/>
                  </a:lnTo>
                  <a:lnTo>
                    <a:pt x="56" y="148"/>
                  </a:lnTo>
                  <a:lnTo>
                    <a:pt x="54" y="152"/>
                  </a:lnTo>
                  <a:lnTo>
                    <a:pt x="36" y="166"/>
                  </a:lnTo>
                  <a:lnTo>
                    <a:pt x="38" y="174"/>
                  </a:lnTo>
                  <a:lnTo>
                    <a:pt x="36" y="184"/>
                  </a:lnTo>
                  <a:lnTo>
                    <a:pt x="36" y="186"/>
                  </a:lnTo>
                  <a:lnTo>
                    <a:pt x="30" y="190"/>
                  </a:lnTo>
                  <a:lnTo>
                    <a:pt x="28" y="194"/>
                  </a:lnTo>
                  <a:lnTo>
                    <a:pt x="24" y="200"/>
                  </a:lnTo>
                  <a:lnTo>
                    <a:pt x="14" y="208"/>
                  </a:lnTo>
                  <a:lnTo>
                    <a:pt x="14" y="210"/>
                  </a:lnTo>
                  <a:lnTo>
                    <a:pt x="16" y="216"/>
                  </a:lnTo>
                  <a:lnTo>
                    <a:pt x="14" y="226"/>
                  </a:lnTo>
                  <a:lnTo>
                    <a:pt x="16" y="236"/>
                  </a:lnTo>
                  <a:lnTo>
                    <a:pt x="16" y="238"/>
                  </a:lnTo>
                  <a:lnTo>
                    <a:pt x="14" y="242"/>
                  </a:lnTo>
                  <a:lnTo>
                    <a:pt x="6" y="250"/>
                  </a:lnTo>
                  <a:lnTo>
                    <a:pt x="4" y="250"/>
                  </a:lnTo>
                  <a:lnTo>
                    <a:pt x="0" y="252"/>
                  </a:lnTo>
                  <a:lnTo>
                    <a:pt x="0" y="254"/>
                  </a:lnTo>
                  <a:lnTo>
                    <a:pt x="6" y="272"/>
                  </a:lnTo>
                  <a:lnTo>
                    <a:pt x="28" y="272"/>
                  </a:lnTo>
                  <a:lnTo>
                    <a:pt x="50" y="272"/>
                  </a:lnTo>
                  <a:lnTo>
                    <a:pt x="52" y="272"/>
                  </a:lnTo>
                  <a:lnTo>
                    <a:pt x="52" y="274"/>
                  </a:lnTo>
                  <a:lnTo>
                    <a:pt x="70" y="290"/>
                  </a:lnTo>
                  <a:lnTo>
                    <a:pt x="70" y="292"/>
                  </a:lnTo>
                  <a:lnTo>
                    <a:pt x="82" y="322"/>
                  </a:lnTo>
                  <a:lnTo>
                    <a:pt x="102" y="342"/>
                  </a:lnTo>
                  <a:lnTo>
                    <a:pt x="112" y="344"/>
                  </a:lnTo>
                  <a:lnTo>
                    <a:pt x="112" y="320"/>
                  </a:lnTo>
                  <a:lnTo>
                    <a:pt x="132" y="340"/>
                  </a:lnTo>
                  <a:lnTo>
                    <a:pt x="136" y="336"/>
                  </a:lnTo>
                  <a:lnTo>
                    <a:pt x="150" y="306"/>
                  </a:lnTo>
                  <a:lnTo>
                    <a:pt x="152" y="290"/>
                  </a:lnTo>
                  <a:lnTo>
                    <a:pt x="154" y="290"/>
                  </a:lnTo>
                  <a:lnTo>
                    <a:pt x="156" y="290"/>
                  </a:lnTo>
                  <a:lnTo>
                    <a:pt x="172" y="292"/>
                  </a:lnTo>
                  <a:lnTo>
                    <a:pt x="170" y="280"/>
                  </a:lnTo>
                  <a:lnTo>
                    <a:pt x="170" y="278"/>
                  </a:lnTo>
                  <a:lnTo>
                    <a:pt x="170" y="276"/>
                  </a:lnTo>
                  <a:lnTo>
                    <a:pt x="174" y="276"/>
                  </a:lnTo>
                  <a:lnTo>
                    <a:pt x="194" y="276"/>
                  </a:lnTo>
                  <a:lnTo>
                    <a:pt x="200" y="270"/>
                  </a:lnTo>
                  <a:lnTo>
                    <a:pt x="204" y="262"/>
                  </a:lnTo>
                  <a:lnTo>
                    <a:pt x="208" y="256"/>
                  </a:lnTo>
                  <a:lnTo>
                    <a:pt x="208" y="250"/>
                  </a:lnTo>
                  <a:lnTo>
                    <a:pt x="206" y="222"/>
                  </a:lnTo>
                  <a:lnTo>
                    <a:pt x="222" y="226"/>
                  </a:lnTo>
                  <a:lnTo>
                    <a:pt x="228" y="218"/>
                  </a:lnTo>
                  <a:lnTo>
                    <a:pt x="220" y="210"/>
                  </a:lnTo>
                  <a:lnTo>
                    <a:pt x="218" y="208"/>
                  </a:lnTo>
                  <a:lnTo>
                    <a:pt x="234" y="192"/>
                  </a:lnTo>
                  <a:lnTo>
                    <a:pt x="234" y="194"/>
                  </a:lnTo>
                  <a:lnTo>
                    <a:pt x="236" y="194"/>
                  </a:lnTo>
                  <a:lnTo>
                    <a:pt x="246" y="198"/>
                  </a:lnTo>
                  <a:lnTo>
                    <a:pt x="246" y="196"/>
                  </a:lnTo>
                  <a:lnTo>
                    <a:pt x="238" y="182"/>
                  </a:lnTo>
                  <a:lnTo>
                    <a:pt x="242" y="180"/>
                  </a:lnTo>
                  <a:lnTo>
                    <a:pt x="246" y="178"/>
                  </a:lnTo>
                  <a:lnTo>
                    <a:pt x="244" y="172"/>
                  </a:lnTo>
                  <a:lnTo>
                    <a:pt x="236" y="156"/>
                  </a:lnTo>
                  <a:lnTo>
                    <a:pt x="238" y="156"/>
                  </a:lnTo>
                  <a:lnTo>
                    <a:pt x="238" y="154"/>
                  </a:lnTo>
                  <a:lnTo>
                    <a:pt x="260" y="142"/>
                  </a:lnTo>
                  <a:lnTo>
                    <a:pt x="262" y="134"/>
                  </a:lnTo>
                  <a:lnTo>
                    <a:pt x="240" y="120"/>
                  </a:lnTo>
                  <a:lnTo>
                    <a:pt x="236" y="116"/>
                  </a:lnTo>
                  <a:lnTo>
                    <a:pt x="234" y="112"/>
                  </a:lnTo>
                  <a:lnTo>
                    <a:pt x="236" y="108"/>
                  </a:lnTo>
                  <a:lnTo>
                    <a:pt x="242" y="108"/>
                  </a:lnTo>
                  <a:lnTo>
                    <a:pt x="266" y="112"/>
                  </a:lnTo>
                  <a:lnTo>
                    <a:pt x="266" y="98"/>
                  </a:lnTo>
                  <a:lnTo>
                    <a:pt x="266" y="96"/>
                  </a:lnTo>
                  <a:lnTo>
                    <a:pt x="278" y="84"/>
                  </a:lnTo>
                  <a:lnTo>
                    <a:pt x="282" y="74"/>
                  </a:lnTo>
                  <a:lnTo>
                    <a:pt x="276" y="72"/>
                  </a:lnTo>
                  <a:lnTo>
                    <a:pt x="270" y="66"/>
                  </a:lnTo>
                  <a:lnTo>
                    <a:pt x="270" y="64"/>
                  </a:lnTo>
                  <a:lnTo>
                    <a:pt x="270" y="60"/>
                  </a:lnTo>
                  <a:lnTo>
                    <a:pt x="270" y="58"/>
                  </a:lnTo>
                  <a:lnTo>
                    <a:pt x="268" y="58"/>
                  </a:lnTo>
                  <a:lnTo>
                    <a:pt x="266" y="58"/>
                  </a:lnTo>
                  <a:lnTo>
                    <a:pt x="262" y="62"/>
                  </a:lnTo>
                  <a:lnTo>
                    <a:pt x="256" y="64"/>
                  </a:lnTo>
                  <a:lnTo>
                    <a:pt x="250" y="62"/>
                  </a:lnTo>
                  <a:lnTo>
                    <a:pt x="244" y="62"/>
                  </a:lnTo>
                  <a:lnTo>
                    <a:pt x="234" y="54"/>
                  </a:lnTo>
                  <a:lnTo>
                    <a:pt x="226" y="42"/>
                  </a:lnTo>
                  <a:lnTo>
                    <a:pt x="226" y="44"/>
                  </a:lnTo>
                  <a:lnTo>
                    <a:pt x="222" y="50"/>
                  </a:lnTo>
                  <a:lnTo>
                    <a:pt x="216" y="58"/>
                  </a:lnTo>
                  <a:lnTo>
                    <a:pt x="208" y="60"/>
                  </a:lnTo>
                  <a:lnTo>
                    <a:pt x="200" y="62"/>
                  </a:lnTo>
                  <a:lnTo>
                    <a:pt x="194" y="62"/>
                  </a:lnTo>
                  <a:lnTo>
                    <a:pt x="186" y="60"/>
                  </a:lnTo>
                  <a:lnTo>
                    <a:pt x="182" y="58"/>
                  </a:lnTo>
                  <a:lnTo>
                    <a:pt x="178" y="54"/>
                  </a:lnTo>
                  <a:lnTo>
                    <a:pt x="174" y="46"/>
                  </a:lnTo>
                  <a:lnTo>
                    <a:pt x="170" y="30"/>
                  </a:lnTo>
                  <a:lnTo>
                    <a:pt x="166" y="12"/>
                  </a:lnTo>
                  <a:lnTo>
                    <a:pt x="164" y="6"/>
                  </a:lnTo>
                  <a:lnTo>
                    <a:pt x="160" y="2"/>
                  </a:lnTo>
                  <a:lnTo>
                    <a:pt x="154" y="0"/>
                  </a:lnTo>
                  <a:lnTo>
                    <a:pt x="146" y="0"/>
                  </a:lnTo>
                  <a:lnTo>
                    <a:pt x="148" y="14"/>
                  </a:lnTo>
                  <a:lnTo>
                    <a:pt x="146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noProof="1">
                <a:solidFill>
                  <a:srgbClr val="FFFFFF"/>
                </a:solidFill>
              </a:endParaRPr>
            </a:p>
          </p:txBody>
        </p:sp>
        <p:sp>
          <p:nvSpPr>
            <p:cNvPr id="30" name="浙江"/>
            <p:cNvSpPr/>
            <p:nvPr/>
          </p:nvSpPr>
          <p:spPr bwMode="auto">
            <a:xfrm>
              <a:off x="6430963" y="4043363"/>
              <a:ext cx="441325" cy="511175"/>
            </a:xfrm>
            <a:custGeom>
              <a:avLst/>
              <a:gdLst>
                <a:gd name="T0" fmla="*/ 2147483646 w 242"/>
                <a:gd name="T1" fmla="*/ 2147483646 h 280"/>
                <a:gd name="T2" fmla="*/ 2147483646 w 242"/>
                <a:gd name="T3" fmla="*/ 2147483646 h 280"/>
                <a:gd name="T4" fmla="*/ 2147483646 w 242"/>
                <a:gd name="T5" fmla="*/ 2147483646 h 280"/>
                <a:gd name="T6" fmla="*/ 2147483646 w 242"/>
                <a:gd name="T7" fmla="*/ 2147483646 h 280"/>
                <a:gd name="T8" fmla="*/ 2147483646 w 242"/>
                <a:gd name="T9" fmla="*/ 2147483646 h 280"/>
                <a:gd name="T10" fmla="*/ 2147483646 w 242"/>
                <a:gd name="T11" fmla="*/ 2147483646 h 280"/>
                <a:gd name="T12" fmla="*/ 2147483646 w 242"/>
                <a:gd name="T13" fmla="*/ 2147483646 h 280"/>
                <a:gd name="T14" fmla="*/ 2147483646 w 242"/>
                <a:gd name="T15" fmla="*/ 2147483646 h 280"/>
                <a:gd name="T16" fmla="*/ 2147483646 w 242"/>
                <a:gd name="T17" fmla="*/ 2147483646 h 280"/>
                <a:gd name="T18" fmla="*/ 0 w 242"/>
                <a:gd name="T19" fmla="*/ 2147483646 h 280"/>
                <a:gd name="T20" fmla="*/ 2147483646 w 242"/>
                <a:gd name="T21" fmla="*/ 2147483646 h 280"/>
                <a:gd name="T22" fmla="*/ 2147483646 w 242"/>
                <a:gd name="T23" fmla="*/ 2147483646 h 280"/>
                <a:gd name="T24" fmla="*/ 2147483646 w 242"/>
                <a:gd name="T25" fmla="*/ 2147483646 h 280"/>
                <a:gd name="T26" fmla="*/ 2147483646 w 242"/>
                <a:gd name="T27" fmla="*/ 2147483646 h 280"/>
                <a:gd name="T28" fmla="*/ 2147483646 w 242"/>
                <a:gd name="T29" fmla="*/ 2147483646 h 280"/>
                <a:gd name="T30" fmla="*/ 2147483646 w 242"/>
                <a:gd name="T31" fmla="*/ 2147483646 h 280"/>
                <a:gd name="T32" fmla="*/ 2147483646 w 242"/>
                <a:gd name="T33" fmla="*/ 2147483646 h 280"/>
                <a:gd name="T34" fmla="*/ 2147483646 w 242"/>
                <a:gd name="T35" fmla="*/ 2147483646 h 280"/>
                <a:gd name="T36" fmla="*/ 2147483646 w 242"/>
                <a:gd name="T37" fmla="*/ 2147483646 h 280"/>
                <a:gd name="T38" fmla="*/ 2147483646 w 242"/>
                <a:gd name="T39" fmla="*/ 2147483646 h 280"/>
                <a:gd name="T40" fmla="*/ 2147483646 w 242"/>
                <a:gd name="T41" fmla="*/ 2147483646 h 280"/>
                <a:gd name="T42" fmla="*/ 2147483646 w 242"/>
                <a:gd name="T43" fmla="*/ 2147483646 h 280"/>
                <a:gd name="T44" fmla="*/ 2147483646 w 242"/>
                <a:gd name="T45" fmla="*/ 2147483646 h 280"/>
                <a:gd name="T46" fmla="*/ 2147483646 w 242"/>
                <a:gd name="T47" fmla="*/ 2147483646 h 280"/>
                <a:gd name="T48" fmla="*/ 2147483646 w 242"/>
                <a:gd name="T49" fmla="*/ 2147483646 h 280"/>
                <a:gd name="T50" fmla="*/ 2147483646 w 242"/>
                <a:gd name="T51" fmla="*/ 2147483646 h 280"/>
                <a:gd name="T52" fmla="*/ 2147483646 w 242"/>
                <a:gd name="T53" fmla="*/ 2147483646 h 280"/>
                <a:gd name="T54" fmla="*/ 2147483646 w 242"/>
                <a:gd name="T55" fmla="*/ 2147483646 h 280"/>
                <a:gd name="T56" fmla="*/ 2147483646 w 242"/>
                <a:gd name="T57" fmla="*/ 2147483646 h 280"/>
                <a:gd name="T58" fmla="*/ 2147483646 w 242"/>
                <a:gd name="T59" fmla="*/ 2147483646 h 280"/>
                <a:gd name="T60" fmla="*/ 2147483646 w 242"/>
                <a:gd name="T61" fmla="*/ 2147483646 h 280"/>
                <a:gd name="T62" fmla="*/ 2147483646 w 242"/>
                <a:gd name="T63" fmla="*/ 2147483646 h 280"/>
                <a:gd name="T64" fmla="*/ 2147483646 w 242"/>
                <a:gd name="T65" fmla="*/ 2147483646 h 280"/>
                <a:gd name="T66" fmla="*/ 2147483646 w 242"/>
                <a:gd name="T67" fmla="*/ 2147483646 h 280"/>
                <a:gd name="T68" fmla="*/ 2147483646 w 242"/>
                <a:gd name="T69" fmla="*/ 2147483646 h 280"/>
                <a:gd name="T70" fmla="*/ 2147483646 w 242"/>
                <a:gd name="T71" fmla="*/ 2147483646 h 280"/>
                <a:gd name="T72" fmla="*/ 2147483646 w 242"/>
                <a:gd name="T73" fmla="*/ 2147483646 h 280"/>
                <a:gd name="T74" fmla="*/ 2147483646 w 242"/>
                <a:gd name="T75" fmla="*/ 2147483646 h 280"/>
                <a:gd name="T76" fmla="*/ 2147483646 w 242"/>
                <a:gd name="T77" fmla="*/ 2147483646 h 280"/>
                <a:gd name="T78" fmla="*/ 2147483646 w 242"/>
                <a:gd name="T79" fmla="*/ 2147483646 h 280"/>
                <a:gd name="T80" fmla="*/ 2147483646 w 242"/>
                <a:gd name="T81" fmla="*/ 2147483646 h 280"/>
                <a:gd name="T82" fmla="*/ 2147483646 w 242"/>
                <a:gd name="T83" fmla="*/ 2147483646 h 280"/>
                <a:gd name="T84" fmla="*/ 2147483646 w 242"/>
                <a:gd name="T85" fmla="*/ 2147483646 h 280"/>
                <a:gd name="T86" fmla="*/ 2147483646 w 242"/>
                <a:gd name="T87" fmla="*/ 2147483646 h 280"/>
                <a:gd name="T88" fmla="*/ 2147483646 w 242"/>
                <a:gd name="T89" fmla="*/ 2147483646 h 280"/>
                <a:gd name="T90" fmla="*/ 2147483646 w 242"/>
                <a:gd name="T91" fmla="*/ 2147483646 h 280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242" h="280">
                  <a:moveTo>
                    <a:pt x="148" y="4"/>
                  </a:moveTo>
                  <a:lnTo>
                    <a:pt x="148" y="4"/>
                  </a:lnTo>
                  <a:lnTo>
                    <a:pt x="136" y="8"/>
                  </a:lnTo>
                  <a:lnTo>
                    <a:pt x="126" y="12"/>
                  </a:lnTo>
                  <a:lnTo>
                    <a:pt x="116" y="10"/>
                  </a:lnTo>
                  <a:lnTo>
                    <a:pt x="102" y="6"/>
                  </a:lnTo>
                  <a:lnTo>
                    <a:pt x="84" y="4"/>
                  </a:lnTo>
                  <a:lnTo>
                    <a:pt x="78" y="6"/>
                  </a:lnTo>
                  <a:lnTo>
                    <a:pt x="74" y="12"/>
                  </a:lnTo>
                  <a:lnTo>
                    <a:pt x="62" y="28"/>
                  </a:lnTo>
                  <a:lnTo>
                    <a:pt x="74" y="52"/>
                  </a:lnTo>
                  <a:lnTo>
                    <a:pt x="54" y="64"/>
                  </a:lnTo>
                  <a:lnTo>
                    <a:pt x="38" y="60"/>
                  </a:lnTo>
                  <a:lnTo>
                    <a:pt x="44" y="74"/>
                  </a:lnTo>
                  <a:lnTo>
                    <a:pt x="44" y="78"/>
                  </a:lnTo>
                  <a:lnTo>
                    <a:pt x="44" y="82"/>
                  </a:lnTo>
                  <a:lnTo>
                    <a:pt x="42" y="88"/>
                  </a:lnTo>
                  <a:lnTo>
                    <a:pt x="36" y="100"/>
                  </a:lnTo>
                  <a:lnTo>
                    <a:pt x="32" y="106"/>
                  </a:lnTo>
                  <a:lnTo>
                    <a:pt x="4" y="132"/>
                  </a:lnTo>
                  <a:lnTo>
                    <a:pt x="10" y="136"/>
                  </a:lnTo>
                  <a:lnTo>
                    <a:pt x="6" y="140"/>
                  </a:lnTo>
                  <a:lnTo>
                    <a:pt x="2" y="144"/>
                  </a:lnTo>
                  <a:lnTo>
                    <a:pt x="0" y="148"/>
                  </a:lnTo>
                  <a:lnTo>
                    <a:pt x="0" y="152"/>
                  </a:lnTo>
                  <a:lnTo>
                    <a:pt x="0" y="156"/>
                  </a:lnTo>
                  <a:lnTo>
                    <a:pt x="20" y="186"/>
                  </a:lnTo>
                  <a:lnTo>
                    <a:pt x="30" y="202"/>
                  </a:lnTo>
                  <a:lnTo>
                    <a:pt x="30" y="204"/>
                  </a:lnTo>
                  <a:lnTo>
                    <a:pt x="30" y="206"/>
                  </a:lnTo>
                  <a:lnTo>
                    <a:pt x="30" y="208"/>
                  </a:lnTo>
                  <a:lnTo>
                    <a:pt x="28" y="210"/>
                  </a:lnTo>
                  <a:lnTo>
                    <a:pt x="34" y="210"/>
                  </a:lnTo>
                  <a:lnTo>
                    <a:pt x="40" y="214"/>
                  </a:lnTo>
                  <a:lnTo>
                    <a:pt x="44" y="218"/>
                  </a:lnTo>
                  <a:lnTo>
                    <a:pt x="48" y="224"/>
                  </a:lnTo>
                  <a:lnTo>
                    <a:pt x="50" y="234"/>
                  </a:lnTo>
                  <a:lnTo>
                    <a:pt x="52" y="246"/>
                  </a:lnTo>
                  <a:lnTo>
                    <a:pt x="56" y="262"/>
                  </a:lnTo>
                  <a:lnTo>
                    <a:pt x="58" y="266"/>
                  </a:lnTo>
                  <a:lnTo>
                    <a:pt x="64" y="270"/>
                  </a:lnTo>
                  <a:lnTo>
                    <a:pt x="68" y="272"/>
                  </a:lnTo>
                  <a:lnTo>
                    <a:pt x="74" y="272"/>
                  </a:lnTo>
                  <a:lnTo>
                    <a:pt x="80" y="270"/>
                  </a:lnTo>
                  <a:lnTo>
                    <a:pt x="84" y="268"/>
                  </a:lnTo>
                  <a:lnTo>
                    <a:pt x="90" y="264"/>
                  </a:lnTo>
                  <a:lnTo>
                    <a:pt x="90" y="260"/>
                  </a:lnTo>
                  <a:lnTo>
                    <a:pt x="90" y="258"/>
                  </a:lnTo>
                  <a:lnTo>
                    <a:pt x="104" y="248"/>
                  </a:lnTo>
                  <a:lnTo>
                    <a:pt x="104" y="250"/>
                  </a:lnTo>
                  <a:lnTo>
                    <a:pt x="116" y="268"/>
                  </a:lnTo>
                  <a:lnTo>
                    <a:pt x="122" y="270"/>
                  </a:lnTo>
                  <a:lnTo>
                    <a:pt x="130" y="272"/>
                  </a:lnTo>
                  <a:lnTo>
                    <a:pt x="134" y="272"/>
                  </a:lnTo>
                  <a:lnTo>
                    <a:pt x="130" y="262"/>
                  </a:lnTo>
                  <a:lnTo>
                    <a:pt x="146" y="268"/>
                  </a:lnTo>
                  <a:lnTo>
                    <a:pt x="150" y="268"/>
                  </a:lnTo>
                  <a:lnTo>
                    <a:pt x="152" y="270"/>
                  </a:lnTo>
                  <a:lnTo>
                    <a:pt x="166" y="280"/>
                  </a:lnTo>
                  <a:lnTo>
                    <a:pt x="170" y="274"/>
                  </a:lnTo>
                  <a:lnTo>
                    <a:pt x="168" y="248"/>
                  </a:lnTo>
                  <a:lnTo>
                    <a:pt x="170" y="246"/>
                  </a:lnTo>
                  <a:lnTo>
                    <a:pt x="180" y="234"/>
                  </a:lnTo>
                  <a:lnTo>
                    <a:pt x="180" y="232"/>
                  </a:lnTo>
                  <a:lnTo>
                    <a:pt x="176" y="226"/>
                  </a:lnTo>
                  <a:lnTo>
                    <a:pt x="172" y="224"/>
                  </a:lnTo>
                  <a:lnTo>
                    <a:pt x="174" y="222"/>
                  </a:lnTo>
                  <a:lnTo>
                    <a:pt x="176" y="220"/>
                  </a:lnTo>
                  <a:lnTo>
                    <a:pt x="178" y="220"/>
                  </a:lnTo>
                  <a:lnTo>
                    <a:pt x="198" y="186"/>
                  </a:lnTo>
                  <a:lnTo>
                    <a:pt x="200" y="188"/>
                  </a:lnTo>
                  <a:lnTo>
                    <a:pt x="204" y="188"/>
                  </a:lnTo>
                  <a:lnTo>
                    <a:pt x="204" y="190"/>
                  </a:lnTo>
                  <a:lnTo>
                    <a:pt x="204" y="204"/>
                  </a:lnTo>
                  <a:lnTo>
                    <a:pt x="228" y="184"/>
                  </a:lnTo>
                  <a:lnTo>
                    <a:pt x="226" y="172"/>
                  </a:lnTo>
                  <a:lnTo>
                    <a:pt x="222" y="172"/>
                  </a:lnTo>
                  <a:lnTo>
                    <a:pt x="214" y="174"/>
                  </a:lnTo>
                  <a:lnTo>
                    <a:pt x="228" y="136"/>
                  </a:lnTo>
                  <a:lnTo>
                    <a:pt x="216" y="136"/>
                  </a:lnTo>
                  <a:lnTo>
                    <a:pt x="214" y="136"/>
                  </a:lnTo>
                  <a:lnTo>
                    <a:pt x="214" y="134"/>
                  </a:lnTo>
                  <a:lnTo>
                    <a:pt x="210" y="128"/>
                  </a:lnTo>
                  <a:lnTo>
                    <a:pt x="208" y="122"/>
                  </a:lnTo>
                  <a:lnTo>
                    <a:pt x="210" y="116"/>
                  </a:lnTo>
                  <a:lnTo>
                    <a:pt x="230" y="116"/>
                  </a:lnTo>
                  <a:lnTo>
                    <a:pt x="242" y="116"/>
                  </a:lnTo>
                  <a:lnTo>
                    <a:pt x="240" y="106"/>
                  </a:lnTo>
                  <a:lnTo>
                    <a:pt x="232" y="92"/>
                  </a:lnTo>
                  <a:lnTo>
                    <a:pt x="216" y="86"/>
                  </a:lnTo>
                  <a:lnTo>
                    <a:pt x="232" y="70"/>
                  </a:lnTo>
                  <a:lnTo>
                    <a:pt x="232" y="66"/>
                  </a:lnTo>
                  <a:lnTo>
                    <a:pt x="224" y="68"/>
                  </a:lnTo>
                  <a:lnTo>
                    <a:pt x="220" y="68"/>
                  </a:lnTo>
                  <a:lnTo>
                    <a:pt x="220" y="66"/>
                  </a:lnTo>
                  <a:lnTo>
                    <a:pt x="220" y="64"/>
                  </a:lnTo>
                  <a:lnTo>
                    <a:pt x="218" y="58"/>
                  </a:lnTo>
                  <a:lnTo>
                    <a:pt x="214" y="54"/>
                  </a:lnTo>
                  <a:lnTo>
                    <a:pt x="210" y="50"/>
                  </a:lnTo>
                  <a:lnTo>
                    <a:pt x="204" y="48"/>
                  </a:lnTo>
                  <a:lnTo>
                    <a:pt x="172" y="48"/>
                  </a:lnTo>
                  <a:lnTo>
                    <a:pt x="160" y="64"/>
                  </a:lnTo>
                  <a:lnTo>
                    <a:pt x="156" y="64"/>
                  </a:lnTo>
                  <a:lnTo>
                    <a:pt x="104" y="48"/>
                  </a:lnTo>
                  <a:lnTo>
                    <a:pt x="154" y="36"/>
                  </a:lnTo>
                  <a:lnTo>
                    <a:pt x="158" y="34"/>
                  </a:lnTo>
                  <a:lnTo>
                    <a:pt x="162" y="30"/>
                  </a:lnTo>
                  <a:lnTo>
                    <a:pt x="178" y="12"/>
                  </a:lnTo>
                  <a:lnTo>
                    <a:pt x="162" y="0"/>
                  </a:lnTo>
                  <a:lnTo>
                    <a:pt x="148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noProof="1">
                <a:solidFill>
                  <a:srgbClr val="FFFFFF"/>
                </a:solidFill>
              </a:endParaRPr>
            </a:p>
          </p:txBody>
        </p:sp>
        <p:sp>
          <p:nvSpPr>
            <p:cNvPr id="31" name="安徽"/>
            <p:cNvSpPr/>
            <p:nvPr/>
          </p:nvSpPr>
          <p:spPr bwMode="auto">
            <a:xfrm>
              <a:off x="5999163" y="3600450"/>
              <a:ext cx="558800" cy="684213"/>
            </a:xfrm>
            <a:custGeom>
              <a:avLst/>
              <a:gdLst>
                <a:gd name="T0" fmla="*/ 2147483646 w 306"/>
                <a:gd name="T1" fmla="*/ 2147483646 h 374"/>
                <a:gd name="T2" fmla="*/ 2147483646 w 306"/>
                <a:gd name="T3" fmla="*/ 2147483646 h 374"/>
                <a:gd name="T4" fmla="*/ 2147483646 w 306"/>
                <a:gd name="T5" fmla="*/ 2147483646 h 374"/>
                <a:gd name="T6" fmla="*/ 2147483646 w 306"/>
                <a:gd name="T7" fmla="*/ 2147483646 h 374"/>
                <a:gd name="T8" fmla="*/ 2147483646 w 306"/>
                <a:gd name="T9" fmla="*/ 2147483646 h 374"/>
                <a:gd name="T10" fmla="*/ 2147483646 w 306"/>
                <a:gd name="T11" fmla="*/ 2147483646 h 374"/>
                <a:gd name="T12" fmla="*/ 2147483646 w 306"/>
                <a:gd name="T13" fmla="*/ 2147483646 h 374"/>
                <a:gd name="T14" fmla="*/ 2147483646 w 306"/>
                <a:gd name="T15" fmla="*/ 2147483646 h 374"/>
                <a:gd name="T16" fmla="*/ 2147483646 w 306"/>
                <a:gd name="T17" fmla="*/ 2147483646 h 374"/>
                <a:gd name="T18" fmla="*/ 2147483646 w 306"/>
                <a:gd name="T19" fmla="*/ 2147483646 h 374"/>
                <a:gd name="T20" fmla="*/ 2147483646 w 306"/>
                <a:gd name="T21" fmla="*/ 2147483646 h 374"/>
                <a:gd name="T22" fmla="*/ 2147483646 w 306"/>
                <a:gd name="T23" fmla="*/ 2147483646 h 374"/>
                <a:gd name="T24" fmla="*/ 2147483646 w 306"/>
                <a:gd name="T25" fmla="*/ 2147483646 h 374"/>
                <a:gd name="T26" fmla="*/ 2147483646 w 306"/>
                <a:gd name="T27" fmla="*/ 2147483646 h 374"/>
                <a:gd name="T28" fmla="*/ 2147483646 w 306"/>
                <a:gd name="T29" fmla="*/ 2147483646 h 374"/>
                <a:gd name="T30" fmla="*/ 2147483646 w 306"/>
                <a:gd name="T31" fmla="*/ 2147483646 h 374"/>
                <a:gd name="T32" fmla="*/ 2147483646 w 306"/>
                <a:gd name="T33" fmla="*/ 2147483646 h 374"/>
                <a:gd name="T34" fmla="*/ 2147483646 w 306"/>
                <a:gd name="T35" fmla="*/ 2147483646 h 374"/>
                <a:gd name="T36" fmla="*/ 2147483646 w 306"/>
                <a:gd name="T37" fmla="*/ 2147483646 h 374"/>
                <a:gd name="T38" fmla="*/ 2147483646 w 306"/>
                <a:gd name="T39" fmla="*/ 2147483646 h 374"/>
                <a:gd name="T40" fmla="*/ 2147483646 w 306"/>
                <a:gd name="T41" fmla="*/ 2147483646 h 374"/>
                <a:gd name="T42" fmla="*/ 2147483646 w 306"/>
                <a:gd name="T43" fmla="*/ 2147483646 h 374"/>
                <a:gd name="T44" fmla="*/ 2147483646 w 306"/>
                <a:gd name="T45" fmla="*/ 2147483646 h 374"/>
                <a:gd name="T46" fmla="*/ 2147483646 w 306"/>
                <a:gd name="T47" fmla="*/ 2147483646 h 374"/>
                <a:gd name="T48" fmla="*/ 2147483646 w 306"/>
                <a:gd name="T49" fmla="*/ 2147483646 h 374"/>
                <a:gd name="T50" fmla="*/ 2147483646 w 306"/>
                <a:gd name="T51" fmla="*/ 2147483646 h 374"/>
                <a:gd name="T52" fmla="*/ 2147483646 w 306"/>
                <a:gd name="T53" fmla="*/ 2147483646 h 374"/>
                <a:gd name="T54" fmla="*/ 2147483646 w 306"/>
                <a:gd name="T55" fmla="*/ 2147483646 h 374"/>
                <a:gd name="T56" fmla="*/ 2147483646 w 306"/>
                <a:gd name="T57" fmla="*/ 2147483646 h 374"/>
                <a:gd name="T58" fmla="*/ 2147483646 w 306"/>
                <a:gd name="T59" fmla="*/ 2147483646 h 374"/>
                <a:gd name="T60" fmla="*/ 2147483646 w 306"/>
                <a:gd name="T61" fmla="*/ 2147483646 h 374"/>
                <a:gd name="T62" fmla="*/ 2147483646 w 306"/>
                <a:gd name="T63" fmla="*/ 2147483646 h 374"/>
                <a:gd name="T64" fmla="*/ 2147483646 w 306"/>
                <a:gd name="T65" fmla="*/ 2147483646 h 374"/>
                <a:gd name="T66" fmla="*/ 2147483646 w 306"/>
                <a:gd name="T67" fmla="*/ 2147483646 h 374"/>
                <a:gd name="T68" fmla="*/ 2147483646 w 306"/>
                <a:gd name="T69" fmla="*/ 2147483646 h 374"/>
                <a:gd name="T70" fmla="*/ 2147483646 w 306"/>
                <a:gd name="T71" fmla="*/ 2147483646 h 374"/>
                <a:gd name="T72" fmla="*/ 2147483646 w 306"/>
                <a:gd name="T73" fmla="*/ 2147483646 h 374"/>
                <a:gd name="T74" fmla="*/ 2147483646 w 306"/>
                <a:gd name="T75" fmla="*/ 2147483646 h 374"/>
                <a:gd name="T76" fmla="*/ 2147483646 w 306"/>
                <a:gd name="T77" fmla="*/ 2147483646 h 374"/>
                <a:gd name="T78" fmla="*/ 2147483646 w 306"/>
                <a:gd name="T79" fmla="*/ 2147483646 h 374"/>
                <a:gd name="T80" fmla="*/ 2147483646 w 306"/>
                <a:gd name="T81" fmla="*/ 2147483646 h 374"/>
                <a:gd name="T82" fmla="*/ 2147483646 w 306"/>
                <a:gd name="T83" fmla="*/ 2147483646 h 374"/>
                <a:gd name="T84" fmla="*/ 2147483646 w 306"/>
                <a:gd name="T85" fmla="*/ 2147483646 h 374"/>
                <a:gd name="T86" fmla="*/ 2147483646 w 306"/>
                <a:gd name="T87" fmla="*/ 2147483646 h 374"/>
                <a:gd name="T88" fmla="*/ 2147483646 w 306"/>
                <a:gd name="T89" fmla="*/ 2147483646 h 374"/>
                <a:gd name="T90" fmla="*/ 2147483646 w 306"/>
                <a:gd name="T91" fmla="*/ 2147483646 h 374"/>
                <a:gd name="T92" fmla="*/ 2147483646 w 306"/>
                <a:gd name="T93" fmla="*/ 2147483646 h 374"/>
                <a:gd name="T94" fmla="*/ 2147483646 w 306"/>
                <a:gd name="T95" fmla="*/ 2147483646 h 374"/>
                <a:gd name="T96" fmla="*/ 2147483646 w 306"/>
                <a:gd name="T97" fmla="*/ 2147483646 h 374"/>
                <a:gd name="T98" fmla="*/ 2147483646 w 306"/>
                <a:gd name="T99" fmla="*/ 2147483646 h 374"/>
                <a:gd name="T100" fmla="*/ 2147483646 w 306"/>
                <a:gd name="T101" fmla="*/ 2147483646 h 374"/>
                <a:gd name="T102" fmla="*/ 2147483646 w 306"/>
                <a:gd name="T103" fmla="*/ 2147483646 h 374"/>
                <a:gd name="T104" fmla="*/ 2147483646 w 306"/>
                <a:gd name="T105" fmla="*/ 2147483646 h 374"/>
                <a:gd name="T106" fmla="*/ 2147483646 w 306"/>
                <a:gd name="T107" fmla="*/ 2147483646 h 374"/>
                <a:gd name="T108" fmla="*/ 2147483646 w 306"/>
                <a:gd name="T109" fmla="*/ 2147483646 h 374"/>
                <a:gd name="T110" fmla="*/ 2147483646 w 306"/>
                <a:gd name="T111" fmla="*/ 2147483646 h 374"/>
                <a:gd name="T112" fmla="*/ 2147483646 w 306"/>
                <a:gd name="T113" fmla="*/ 2147483646 h 374"/>
                <a:gd name="T114" fmla="*/ 2147483646 w 306"/>
                <a:gd name="T115" fmla="*/ 2147483646 h 37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306" h="374">
                  <a:moveTo>
                    <a:pt x="192" y="106"/>
                  </a:moveTo>
                  <a:lnTo>
                    <a:pt x="192" y="106"/>
                  </a:lnTo>
                  <a:lnTo>
                    <a:pt x="186" y="86"/>
                  </a:lnTo>
                  <a:lnTo>
                    <a:pt x="180" y="70"/>
                  </a:lnTo>
                  <a:lnTo>
                    <a:pt x="174" y="60"/>
                  </a:lnTo>
                  <a:lnTo>
                    <a:pt x="170" y="56"/>
                  </a:lnTo>
                  <a:lnTo>
                    <a:pt x="142" y="46"/>
                  </a:lnTo>
                  <a:lnTo>
                    <a:pt x="122" y="40"/>
                  </a:lnTo>
                  <a:lnTo>
                    <a:pt x="110" y="34"/>
                  </a:lnTo>
                  <a:lnTo>
                    <a:pt x="104" y="30"/>
                  </a:lnTo>
                  <a:lnTo>
                    <a:pt x="96" y="22"/>
                  </a:lnTo>
                  <a:lnTo>
                    <a:pt x="80" y="0"/>
                  </a:lnTo>
                  <a:lnTo>
                    <a:pt x="74" y="0"/>
                  </a:lnTo>
                  <a:lnTo>
                    <a:pt x="76" y="2"/>
                  </a:lnTo>
                  <a:lnTo>
                    <a:pt x="82" y="14"/>
                  </a:lnTo>
                  <a:lnTo>
                    <a:pt x="96" y="34"/>
                  </a:lnTo>
                  <a:lnTo>
                    <a:pt x="98" y="36"/>
                  </a:lnTo>
                  <a:lnTo>
                    <a:pt x="98" y="38"/>
                  </a:lnTo>
                  <a:lnTo>
                    <a:pt x="86" y="60"/>
                  </a:lnTo>
                  <a:lnTo>
                    <a:pt x="78" y="70"/>
                  </a:lnTo>
                  <a:lnTo>
                    <a:pt x="74" y="72"/>
                  </a:lnTo>
                  <a:lnTo>
                    <a:pt x="72" y="72"/>
                  </a:lnTo>
                  <a:lnTo>
                    <a:pt x="64" y="66"/>
                  </a:lnTo>
                  <a:lnTo>
                    <a:pt x="52" y="50"/>
                  </a:lnTo>
                  <a:lnTo>
                    <a:pt x="38" y="46"/>
                  </a:lnTo>
                  <a:lnTo>
                    <a:pt x="40" y="54"/>
                  </a:lnTo>
                  <a:lnTo>
                    <a:pt x="46" y="70"/>
                  </a:lnTo>
                  <a:lnTo>
                    <a:pt x="46" y="72"/>
                  </a:lnTo>
                  <a:lnTo>
                    <a:pt x="46" y="74"/>
                  </a:lnTo>
                  <a:lnTo>
                    <a:pt x="44" y="82"/>
                  </a:lnTo>
                  <a:lnTo>
                    <a:pt x="28" y="88"/>
                  </a:lnTo>
                  <a:lnTo>
                    <a:pt x="24" y="90"/>
                  </a:lnTo>
                  <a:lnTo>
                    <a:pt x="22" y="94"/>
                  </a:lnTo>
                  <a:lnTo>
                    <a:pt x="22" y="102"/>
                  </a:lnTo>
                  <a:lnTo>
                    <a:pt x="24" y="116"/>
                  </a:lnTo>
                  <a:lnTo>
                    <a:pt x="20" y="124"/>
                  </a:lnTo>
                  <a:lnTo>
                    <a:pt x="18" y="126"/>
                  </a:lnTo>
                  <a:lnTo>
                    <a:pt x="16" y="126"/>
                  </a:lnTo>
                  <a:lnTo>
                    <a:pt x="0" y="122"/>
                  </a:lnTo>
                  <a:lnTo>
                    <a:pt x="2" y="126"/>
                  </a:lnTo>
                  <a:lnTo>
                    <a:pt x="8" y="130"/>
                  </a:lnTo>
                  <a:lnTo>
                    <a:pt x="18" y="144"/>
                  </a:lnTo>
                  <a:lnTo>
                    <a:pt x="28" y="160"/>
                  </a:lnTo>
                  <a:lnTo>
                    <a:pt x="28" y="162"/>
                  </a:lnTo>
                  <a:lnTo>
                    <a:pt x="36" y="162"/>
                  </a:lnTo>
                  <a:lnTo>
                    <a:pt x="42" y="160"/>
                  </a:lnTo>
                  <a:lnTo>
                    <a:pt x="48" y="162"/>
                  </a:lnTo>
                  <a:lnTo>
                    <a:pt x="54" y="164"/>
                  </a:lnTo>
                  <a:lnTo>
                    <a:pt x="60" y="166"/>
                  </a:lnTo>
                  <a:lnTo>
                    <a:pt x="70" y="178"/>
                  </a:lnTo>
                  <a:lnTo>
                    <a:pt x="68" y="200"/>
                  </a:lnTo>
                  <a:lnTo>
                    <a:pt x="72" y="204"/>
                  </a:lnTo>
                  <a:lnTo>
                    <a:pt x="72" y="210"/>
                  </a:lnTo>
                  <a:lnTo>
                    <a:pt x="68" y="214"/>
                  </a:lnTo>
                  <a:lnTo>
                    <a:pt x="60" y="218"/>
                  </a:lnTo>
                  <a:lnTo>
                    <a:pt x="56" y="218"/>
                  </a:lnTo>
                  <a:lnTo>
                    <a:pt x="54" y="220"/>
                  </a:lnTo>
                  <a:lnTo>
                    <a:pt x="52" y="224"/>
                  </a:lnTo>
                  <a:lnTo>
                    <a:pt x="50" y="230"/>
                  </a:lnTo>
                  <a:lnTo>
                    <a:pt x="44" y="244"/>
                  </a:lnTo>
                  <a:lnTo>
                    <a:pt x="52" y="254"/>
                  </a:lnTo>
                  <a:lnTo>
                    <a:pt x="74" y="258"/>
                  </a:lnTo>
                  <a:lnTo>
                    <a:pt x="76" y="258"/>
                  </a:lnTo>
                  <a:lnTo>
                    <a:pt x="86" y="268"/>
                  </a:lnTo>
                  <a:lnTo>
                    <a:pt x="72" y="288"/>
                  </a:lnTo>
                  <a:lnTo>
                    <a:pt x="102" y="352"/>
                  </a:lnTo>
                  <a:lnTo>
                    <a:pt x="104" y="354"/>
                  </a:lnTo>
                  <a:lnTo>
                    <a:pt x="98" y="358"/>
                  </a:lnTo>
                  <a:lnTo>
                    <a:pt x="100" y="364"/>
                  </a:lnTo>
                  <a:lnTo>
                    <a:pt x="156" y="330"/>
                  </a:lnTo>
                  <a:lnTo>
                    <a:pt x="146" y="346"/>
                  </a:lnTo>
                  <a:lnTo>
                    <a:pt x="138" y="362"/>
                  </a:lnTo>
                  <a:lnTo>
                    <a:pt x="134" y="374"/>
                  </a:lnTo>
                  <a:lnTo>
                    <a:pt x="140" y="372"/>
                  </a:lnTo>
                  <a:lnTo>
                    <a:pt x="146" y="366"/>
                  </a:lnTo>
                  <a:lnTo>
                    <a:pt x="152" y="360"/>
                  </a:lnTo>
                  <a:lnTo>
                    <a:pt x="156" y="350"/>
                  </a:lnTo>
                  <a:lnTo>
                    <a:pt x="158" y="350"/>
                  </a:lnTo>
                  <a:lnTo>
                    <a:pt x="172" y="342"/>
                  </a:lnTo>
                  <a:lnTo>
                    <a:pt x="174" y="340"/>
                  </a:lnTo>
                  <a:lnTo>
                    <a:pt x="196" y="358"/>
                  </a:lnTo>
                  <a:lnTo>
                    <a:pt x="220" y="360"/>
                  </a:lnTo>
                  <a:lnTo>
                    <a:pt x="232" y="368"/>
                  </a:lnTo>
                  <a:lnTo>
                    <a:pt x="260" y="342"/>
                  </a:lnTo>
                  <a:lnTo>
                    <a:pt x="264" y="336"/>
                  </a:lnTo>
                  <a:lnTo>
                    <a:pt x="268" y="326"/>
                  </a:lnTo>
                  <a:lnTo>
                    <a:pt x="272" y="320"/>
                  </a:lnTo>
                  <a:lnTo>
                    <a:pt x="270" y="312"/>
                  </a:lnTo>
                  <a:lnTo>
                    <a:pt x="260" y="296"/>
                  </a:lnTo>
                  <a:lnTo>
                    <a:pt x="254" y="286"/>
                  </a:lnTo>
                  <a:lnTo>
                    <a:pt x="288" y="298"/>
                  </a:lnTo>
                  <a:lnTo>
                    <a:pt x="300" y="292"/>
                  </a:lnTo>
                  <a:lnTo>
                    <a:pt x="288" y="270"/>
                  </a:lnTo>
                  <a:lnTo>
                    <a:pt x="288" y="268"/>
                  </a:lnTo>
                  <a:lnTo>
                    <a:pt x="306" y="246"/>
                  </a:lnTo>
                  <a:lnTo>
                    <a:pt x="298" y="234"/>
                  </a:lnTo>
                  <a:lnTo>
                    <a:pt x="290" y="226"/>
                  </a:lnTo>
                  <a:lnTo>
                    <a:pt x="284" y="222"/>
                  </a:lnTo>
                  <a:lnTo>
                    <a:pt x="282" y="222"/>
                  </a:lnTo>
                  <a:lnTo>
                    <a:pt x="272" y="232"/>
                  </a:lnTo>
                  <a:lnTo>
                    <a:pt x="272" y="230"/>
                  </a:lnTo>
                  <a:lnTo>
                    <a:pt x="270" y="230"/>
                  </a:lnTo>
                  <a:lnTo>
                    <a:pt x="256" y="226"/>
                  </a:lnTo>
                  <a:lnTo>
                    <a:pt x="252" y="214"/>
                  </a:lnTo>
                  <a:lnTo>
                    <a:pt x="244" y="210"/>
                  </a:lnTo>
                  <a:lnTo>
                    <a:pt x="236" y="204"/>
                  </a:lnTo>
                  <a:lnTo>
                    <a:pt x="226" y="198"/>
                  </a:lnTo>
                  <a:lnTo>
                    <a:pt x="218" y="192"/>
                  </a:lnTo>
                  <a:lnTo>
                    <a:pt x="216" y="190"/>
                  </a:lnTo>
                  <a:lnTo>
                    <a:pt x="216" y="186"/>
                  </a:lnTo>
                  <a:lnTo>
                    <a:pt x="214" y="184"/>
                  </a:lnTo>
                  <a:lnTo>
                    <a:pt x="216" y="180"/>
                  </a:lnTo>
                  <a:lnTo>
                    <a:pt x="220" y="170"/>
                  </a:lnTo>
                  <a:lnTo>
                    <a:pt x="230" y="152"/>
                  </a:lnTo>
                  <a:lnTo>
                    <a:pt x="232" y="144"/>
                  </a:lnTo>
                  <a:lnTo>
                    <a:pt x="234" y="138"/>
                  </a:lnTo>
                  <a:lnTo>
                    <a:pt x="234" y="128"/>
                  </a:lnTo>
                  <a:lnTo>
                    <a:pt x="240" y="128"/>
                  </a:lnTo>
                  <a:lnTo>
                    <a:pt x="258" y="130"/>
                  </a:lnTo>
                  <a:lnTo>
                    <a:pt x="260" y="122"/>
                  </a:lnTo>
                  <a:lnTo>
                    <a:pt x="264" y="106"/>
                  </a:lnTo>
                  <a:lnTo>
                    <a:pt x="260" y="104"/>
                  </a:lnTo>
                  <a:lnTo>
                    <a:pt x="242" y="116"/>
                  </a:lnTo>
                  <a:lnTo>
                    <a:pt x="230" y="122"/>
                  </a:lnTo>
                  <a:lnTo>
                    <a:pt x="222" y="122"/>
                  </a:lnTo>
                  <a:lnTo>
                    <a:pt x="214" y="120"/>
                  </a:lnTo>
                  <a:lnTo>
                    <a:pt x="204" y="114"/>
                  </a:lnTo>
                  <a:lnTo>
                    <a:pt x="194" y="108"/>
                  </a:lnTo>
                  <a:lnTo>
                    <a:pt x="194" y="106"/>
                  </a:lnTo>
                  <a:lnTo>
                    <a:pt x="192" y="10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noProof="1">
                <a:solidFill>
                  <a:srgbClr val="FFFFFF"/>
                </a:solidFill>
              </a:endParaRPr>
            </a:p>
          </p:txBody>
        </p:sp>
        <p:sp>
          <p:nvSpPr>
            <p:cNvPr id="32" name="天津"/>
            <p:cNvSpPr/>
            <p:nvPr/>
          </p:nvSpPr>
          <p:spPr bwMode="auto">
            <a:xfrm>
              <a:off x="6108700" y="2811463"/>
              <a:ext cx="146050" cy="211137"/>
            </a:xfrm>
            <a:custGeom>
              <a:avLst/>
              <a:gdLst>
                <a:gd name="T0" fmla="*/ 2147483646 w 80"/>
                <a:gd name="T1" fmla="*/ 2147483646 h 116"/>
                <a:gd name="T2" fmla="*/ 2147483646 w 80"/>
                <a:gd name="T3" fmla="*/ 0 h 116"/>
                <a:gd name="T4" fmla="*/ 2147483646 w 80"/>
                <a:gd name="T5" fmla="*/ 0 h 116"/>
                <a:gd name="T6" fmla="*/ 2147483646 w 80"/>
                <a:gd name="T7" fmla="*/ 2147483646 h 116"/>
                <a:gd name="T8" fmla="*/ 2147483646 w 80"/>
                <a:gd name="T9" fmla="*/ 2147483646 h 116"/>
                <a:gd name="T10" fmla="*/ 2147483646 w 80"/>
                <a:gd name="T11" fmla="*/ 2147483646 h 116"/>
                <a:gd name="T12" fmla="*/ 2147483646 w 80"/>
                <a:gd name="T13" fmla="*/ 2147483646 h 116"/>
                <a:gd name="T14" fmla="*/ 2147483646 w 80"/>
                <a:gd name="T15" fmla="*/ 2147483646 h 116"/>
                <a:gd name="T16" fmla="*/ 2147483646 w 80"/>
                <a:gd name="T17" fmla="*/ 2147483646 h 116"/>
                <a:gd name="T18" fmla="*/ 2147483646 w 80"/>
                <a:gd name="T19" fmla="*/ 2147483646 h 116"/>
                <a:gd name="T20" fmla="*/ 2147483646 w 80"/>
                <a:gd name="T21" fmla="*/ 2147483646 h 116"/>
                <a:gd name="T22" fmla="*/ 2147483646 w 80"/>
                <a:gd name="T23" fmla="*/ 2147483646 h 116"/>
                <a:gd name="T24" fmla="*/ 2147483646 w 80"/>
                <a:gd name="T25" fmla="*/ 2147483646 h 116"/>
                <a:gd name="T26" fmla="*/ 2147483646 w 80"/>
                <a:gd name="T27" fmla="*/ 2147483646 h 116"/>
                <a:gd name="T28" fmla="*/ 2147483646 w 80"/>
                <a:gd name="T29" fmla="*/ 2147483646 h 116"/>
                <a:gd name="T30" fmla="*/ 2147483646 w 80"/>
                <a:gd name="T31" fmla="*/ 2147483646 h 116"/>
                <a:gd name="T32" fmla="*/ 2147483646 w 80"/>
                <a:gd name="T33" fmla="*/ 2147483646 h 116"/>
                <a:gd name="T34" fmla="*/ 0 w 80"/>
                <a:gd name="T35" fmla="*/ 2147483646 h 116"/>
                <a:gd name="T36" fmla="*/ 0 w 80"/>
                <a:gd name="T37" fmla="*/ 2147483646 h 116"/>
                <a:gd name="T38" fmla="*/ 0 w 80"/>
                <a:gd name="T39" fmla="*/ 2147483646 h 116"/>
                <a:gd name="T40" fmla="*/ 0 w 80"/>
                <a:gd name="T41" fmla="*/ 2147483646 h 116"/>
                <a:gd name="T42" fmla="*/ 2147483646 w 80"/>
                <a:gd name="T43" fmla="*/ 2147483646 h 116"/>
                <a:gd name="T44" fmla="*/ 2147483646 w 80"/>
                <a:gd name="T45" fmla="*/ 2147483646 h 116"/>
                <a:gd name="T46" fmla="*/ 2147483646 w 80"/>
                <a:gd name="T47" fmla="*/ 2147483646 h 116"/>
                <a:gd name="T48" fmla="*/ 2147483646 w 80"/>
                <a:gd name="T49" fmla="*/ 2147483646 h 116"/>
                <a:gd name="T50" fmla="*/ 2147483646 w 80"/>
                <a:gd name="T51" fmla="*/ 2147483646 h 116"/>
                <a:gd name="T52" fmla="*/ 2147483646 w 80"/>
                <a:gd name="T53" fmla="*/ 2147483646 h 116"/>
                <a:gd name="T54" fmla="*/ 2147483646 w 80"/>
                <a:gd name="T55" fmla="*/ 2147483646 h 116"/>
                <a:gd name="T56" fmla="*/ 2147483646 w 80"/>
                <a:gd name="T57" fmla="*/ 2147483646 h 116"/>
                <a:gd name="T58" fmla="*/ 2147483646 w 80"/>
                <a:gd name="T59" fmla="*/ 2147483646 h 116"/>
                <a:gd name="T60" fmla="*/ 2147483646 w 80"/>
                <a:gd name="T61" fmla="*/ 2147483646 h 116"/>
                <a:gd name="T62" fmla="*/ 2147483646 w 80"/>
                <a:gd name="T63" fmla="*/ 2147483646 h 116"/>
                <a:gd name="T64" fmla="*/ 2147483646 w 80"/>
                <a:gd name="T65" fmla="*/ 2147483646 h 116"/>
                <a:gd name="T66" fmla="*/ 2147483646 w 80"/>
                <a:gd name="T67" fmla="*/ 2147483646 h 116"/>
                <a:gd name="T68" fmla="*/ 2147483646 w 80"/>
                <a:gd name="T69" fmla="*/ 2147483646 h 116"/>
                <a:gd name="T70" fmla="*/ 2147483646 w 80"/>
                <a:gd name="T71" fmla="*/ 2147483646 h 116"/>
                <a:gd name="T72" fmla="*/ 2147483646 w 80"/>
                <a:gd name="T73" fmla="*/ 2147483646 h 116"/>
                <a:gd name="T74" fmla="*/ 2147483646 w 80"/>
                <a:gd name="T75" fmla="*/ 2147483646 h 116"/>
                <a:gd name="T76" fmla="*/ 2147483646 w 80"/>
                <a:gd name="T77" fmla="*/ 2147483646 h 116"/>
                <a:gd name="T78" fmla="*/ 2147483646 w 80"/>
                <a:gd name="T79" fmla="*/ 2147483646 h 116"/>
                <a:gd name="T80" fmla="*/ 2147483646 w 80"/>
                <a:gd name="T81" fmla="*/ 2147483646 h 116"/>
                <a:gd name="T82" fmla="*/ 2147483646 w 80"/>
                <a:gd name="T83" fmla="*/ 2147483646 h 116"/>
                <a:gd name="T84" fmla="*/ 2147483646 w 80"/>
                <a:gd name="T85" fmla="*/ 2147483646 h 116"/>
                <a:gd name="T86" fmla="*/ 2147483646 w 80"/>
                <a:gd name="T87" fmla="*/ 2147483646 h 116"/>
                <a:gd name="T88" fmla="*/ 2147483646 w 80"/>
                <a:gd name="T89" fmla="*/ 2147483646 h 116"/>
                <a:gd name="T90" fmla="*/ 2147483646 w 80"/>
                <a:gd name="T91" fmla="*/ 2147483646 h 116"/>
                <a:gd name="T92" fmla="*/ 2147483646 w 80"/>
                <a:gd name="T93" fmla="*/ 2147483646 h 116"/>
                <a:gd name="T94" fmla="*/ 2147483646 w 80"/>
                <a:gd name="T95" fmla="*/ 2147483646 h 11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80" h="116">
                  <a:moveTo>
                    <a:pt x="46" y="2"/>
                  </a:moveTo>
                  <a:lnTo>
                    <a:pt x="44" y="0"/>
                  </a:lnTo>
                  <a:lnTo>
                    <a:pt x="40" y="2"/>
                  </a:lnTo>
                  <a:lnTo>
                    <a:pt x="38" y="4"/>
                  </a:lnTo>
                  <a:lnTo>
                    <a:pt x="32" y="14"/>
                  </a:lnTo>
                  <a:lnTo>
                    <a:pt x="28" y="12"/>
                  </a:lnTo>
                  <a:lnTo>
                    <a:pt x="28" y="14"/>
                  </a:lnTo>
                  <a:lnTo>
                    <a:pt x="22" y="20"/>
                  </a:lnTo>
                  <a:lnTo>
                    <a:pt x="18" y="22"/>
                  </a:lnTo>
                  <a:lnTo>
                    <a:pt x="10" y="26"/>
                  </a:lnTo>
                  <a:lnTo>
                    <a:pt x="8" y="32"/>
                  </a:lnTo>
                  <a:lnTo>
                    <a:pt x="8" y="44"/>
                  </a:lnTo>
                  <a:lnTo>
                    <a:pt x="6" y="48"/>
                  </a:lnTo>
                  <a:lnTo>
                    <a:pt x="4" y="50"/>
                  </a:lnTo>
                  <a:lnTo>
                    <a:pt x="0" y="60"/>
                  </a:lnTo>
                  <a:lnTo>
                    <a:pt x="0" y="66"/>
                  </a:lnTo>
                  <a:lnTo>
                    <a:pt x="0" y="78"/>
                  </a:lnTo>
                  <a:lnTo>
                    <a:pt x="4" y="102"/>
                  </a:lnTo>
                  <a:lnTo>
                    <a:pt x="8" y="106"/>
                  </a:lnTo>
                  <a:lnTo>
                    <a:pt x="18" y="112"/>
                  </a:lnTo>
                  <a:lnTo>
                    <a:pt x="36" y="116"/>
                  </a:lnTo>
                  <a:lnTo>
                    <a:pt x="44" y="114"/>
                  </a:lnTo>
                  <a:lnTo>
                    <a:pt x="54" y="110"/>
                  </a:lnTo>
                  <a:lnTo>
                    <a:pt x="50" y="100"/>
                  </a:lnTo>
                  <a:lnTo>
                    <a:pt x="50" y="98"/>
                  </a:lnTo>
                  <a:lnTo>
                    <a:pt x="52" y="90"/>
                  </a:lnTo>
                  <a:lnTo>
                    <a:pt x="60" y="74"/>
                  </a:lnTo>
                  <a:lnTo>
                    <a:pt x="76" y="74"/>
                  </a:lnTo>
                  <a:lnTo>
                    <a:pt x="80" y="74"/>
                  </a:lnTo>
                  <a:lnTo>
                    <a:pt x="74" y="64"/>
                  </a:lnTo>
                  <a:lnTo>
                    <a:pt x="64" y="48"/>
                  </a:lnTo>
                  <a:lnTo>
                    <a:pt x="58" y="40"/>
                  </a:lnTo>
                  <a:lnTo>
                    <a:pt x="54" y="30"/>
                  </a:lnTo>
                  <a:lnTo>
                    <a:pt x="52" y="18"/>
                  </a:lnTo>
                  <a:lnTo>
                    <a:pt x="48" y="8"/>
                  </a:lnTo>
                  <a:lnTo>
                    <a:pt x="46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noProof="1">
                <a:solidFill>
                  <a:srgbClr val="FFFFFF"/>
                </a:solidFill>
              </a:endParaRPr>
            </a:p>
          </p:txBody>
        </p:sp>
        <p:sp>
          <p:nvSpPr>
            <p:cNvPr id="33" name="北京"/>
            <p:cNvSpPr/>
            <p:nvPr/>
          </p:nvSpPr>
          <p:spPr bwMode="auto">
            <a:xfrm>
              <a:off x="5962650" y="2716213"/>
              <a:ext cx="193675" cy="207962"/>
            </a:xfrm>
            <a:custGeom>
              <a:avLst/>
              <a:gdLst>
                <a:gd name="T0" fmla="*/ 2147483646 w 106"/>
                <a:gd name="T1" fmla="*/ 2147483646 h 114"/>
                <a:gd name="T2" fmla="*/ 2147483646 w 106"/>
                <a:gd name="T3" fmla="*/ 2147483646 h 114"/>
                <a:gd name="T4" fmla="*/ 2147483646 w 106"/>
                <a:gd name="T5" fmla="*/ 2147483646 h 114"/>
                <a:gd name="T6" fmla="*/ 2147483646 w 106"/>
                <a:gd name="T7" fmla="*/ 2147483646 h 114"/>
                <a:gd name="T8" fmla="*/ 2147483646 w 106"/>
                <a:gd name="T9" fmla="*/ 2147483646 h 114"/>
                <a:gd name="T10" fmla="*/ 2147483646 w 106"/>
                <a:gd name="T11" fmla="*/ 2147483646 h 114"/>
                <a:gd name="T12" fmla="*/ 2147483646 w 106"/>
                <a:gd name="T13" fmla="*/ 2147483646 h 114"/>
                <a:gd name="T14" fmla="*/ 2147483646 w 106"/>
                <a:gd name="T15" fmla="*/ 2147483646 h 114"/>
                <a:gd name="T16" fmla="*/ 2147483646 w 106"/>
                <a:gd name="T17" fmla="*/ 2147483646 h 114"/>
                <a:gd name="T18" fmla="*/ 0 w 106"/>
                <a:gd name="T19" fmla="*/ 2147483646 h 114"/>
                <a:gd name="T20" fmla="*/ 2147483646 w 106"/>
                <a:gd name="T21" fmla="*/ 2147483646 h 114"/>
                <a:gd name="T22" fmla="*/ 2147483646 w 106"/>
                <a:gd name="T23" fmla="*/ 2147483646 h 114"/>
                <a:gd name="T24" fmla="*/ 2147483646 w 106"/>
                <a:gd name="T25" fmla="*/ 2147483646 h 114"/>
                <a:gd name="T26" fmla="*/ 2147483646 w 106"/>
                <a:gd name="T27" fmla="*/ 2147483646 h 114"/>
                <a:gd name="T28" fmla="*/ 2147483646 w 106"/>
                <a:gd name="T29" fmla="*/ 2147483646 h 114"/>
                <a:gd name="T30" fmla="*/ 2147483646 w 106"/>
                <a:gd name="T31" fmla="*/ 2147483646 h 114"/>
                <a:gd name="T32" fmla="*/ 2147483646 w 106"/>
                <a:gd name="T33" fmla="*/ 2147483646 h 114"/>
                <a:gd name="T34" fmla="*/ 2147483646 w 106"/>
                <a:gd name="T35" fmla="*/ 2147483646 h 114"/>
                <a:gd name="T36" fmla="*/ 2147483646 w 106"/>
                <a:gd name="T37" fmla="*/ 2147483646 h 114"/>
                <a:gd name="T38" fmla="*/ 2147483646 w 106"/>
                <a:gd name="T39" fmla="*/ 2147483646 h 114"/>
                <a:gd name="T40" fmla="*/ 2147483646 w 106"/>
                <a:gd name="T41" fmla="*/ 2147483646 h 114"/>
                <a:gd name="T42" fmla="*/ 2147483646 w 106"/>
                <a:gd name="T43" fmla="*/ 2147483646 h 114"/>
                <a:gd name="T44" fmla="*/ 2147483646 w 106"/>
                <a:gd name="T45" fmla="*/ 2147483646 h 114"/>
                <a:gd name="T46" fmla="*/ 2147483646 w 106"/>
                <a:gd name="T47" fmla="*/ 2147483646 h 114"/>
                <a:gd name="T48" fmla="*/ 2147483646 w 106"/>
                <a:gd name="T49" fmla="*/ 2147483646 h 114"/>
                <a:gd name="T50" fmla="*/ 2147483646 w 106"/>
                <a:gd name="T51" fmla="*/ 2147483646 h 114"/>
                <a:gd name="T52" fmla="*/ 2147483646 w 106"/>
                <a:gd name="T53" fmla="*/ 2147483646 h 114"/>
                <a:gd name="T54" fmla="*/ 2147483646 w 106"/>
                <a:gd name="T55" fmla="*/ 2147483646 h 114"/>
                <a:gd name="T56" fmla="*/ 2147483646 w 106"/>
                <a:gd name="T57" fmla="*/ 2147483646 h 114"/>
                <a:gd name="T58" fmla="*/ 2147483646 w 106"/>
                <a:gd name="T59" fmla="*/ 2147483646 h 114"/>
                <a:gd name="T60" fmla="*/ 2147483646 w 106"/>
                <a:gd name="T61" fmla="*/ 2147483646 h 114"/>
                <a:gd name="T62" fmla="*/ 2147483646 w 106"/>
                <a:gd name="T63" fmla="*/ 2147483646 h 114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06" h="114">
                  <a:moveTo>
                    <a:pt x="52" y="24"/>
                  </a:moveTo>
                  <a:lnTo>
                    <a:pt x="52" y="26"/>
                  </a:lnTo>
                  <a:lnTo>
                    <a:pt x="48" y="26"/>
                  </a:lnTo>
                  <a:lnTo>
                    <a:pt x="38" y="24"/>
                  </a:lnTo>
                  <a:lnTo>
                    <a:pt x="38" y="28"/>
                  </a:lnTo>
                  <a:lnTo>
                    <a:pt x="38" y="30"/>
                  </a:lnTo>
                  <a:lnTo>
                    <a:pt x="36" y="30"/>
                  </a:lnTo>
                  <a:lnTo>
                    <a:pt x="18" y="38"/>
                  </a:lnTo>
                  <a:lnTo>
                    <a:pt x="18" y="40"/>
                  </a:lnTo>
                  <a:lnTo>
                    <a:pt x="16" y="44"/>
                  </a:lnTo>
                  <a:lnTo>
                    <a:pt x="18" y="48"/>
                  </a:lnTo>
                  <a:lnTo>
                    <a:pt x="24" y="56"/>
                  </a:lnTo>
                  <a:lnTo>
                    <a:pt x="24" y="58"/>
                  </a:lnTo>
                  <a:lnTo>
                    <a:pt x="24" y="60"/>
                  </a:lnTo>
                  <a:lnTo>
                    <a:pt x="14" y="72"/>
                  </a:lnTo>
                  <a:lnTo>
                    <a:pt x="4" y="82"/>
                  </a:lnTo>
                  <a:lnTo>
                    <a:pt x="0" y="86"/>
                  </a:lnTo>
                  <a:lnTo>
                    <a:pt x="0" y="90"/>
                  </a:lnTo>
                  <a:lnTo>
                    <a:pt x="4" y="96"/>
                  </a:lnTo>
                  <a:lnTo>
                    <a:pt x="14" y="100"/>
                  </a:lnTo>
                  <a:lnTo>
                    <a:pt x="20" y="100"/>
                  </a:lnTo>
                  <a:lnTo>
                    <a:pt x="32" y="102"/>
                  </a:lnTo>
                  <a:lnTo>
                    <a:pt x="36" y="102"/>
                  </a:lnTo>
                  <a:lnTo>
                    <a:pt x="40" y="106"/>
                  </a:lnTo>
                  <a:lnTo>
                    <a:pt x="48" y="110"/>
                  </a:lnTo>
                  <a:lnTo>
                    <a:pt x="56" y="114"/>
                  </a:lnTo>
                  <a:lnTo>
                    <a:pt x="62" y="114"/>
                  </a:lnTo>
                  <a:lnTo>
                    <a:pt x="66" y="112"/>
                  </a:lnTo>
                  <a:lnTo>
                    <a:pt x="72" y="106"/>
                  </a:lnTo>
                  <a:lnTo>
                    <a:pt x="78" y="98"/>
                  </a:lnTo>
                  <a:lnTo>
                    <a:pt x="84" y="84"/>
                  </a:lnTo>
                  <a:lnTo>
                    <a:pt x="80" y="66"/>
                  </a:lnTo>
                  <a:lnTo>
                    <a:pt x="86" y="68"/>
                  </a:lnTo>
                  <a:lnTo>
                    <a:pt x="96" y="68"/>
                  </a:lnTo>
                  <a:lnTo>
                    <a:pt x="100" y="66"/>
                  </a:lnTo>
                  <a:lnTo>
                    <a:pt x="102" y="62"/>
                  </a:lnTo>
                  <a:lnTo>
                    <a:pt x="94" y="38"/>
                  </a:lnTo>
                  <a:lnTo>
                    <a:pt x="96" y="30"/>
                  </a:lnTo>
                  <a:lnTo>
                    <a:pt x="102" y="26"/>
                  </a:lnTo>
                  <a:lnTo>
                    <a:pt x="106" y="22"/>
                  </a:lnTo>
                  <a:lnTo>
                    <a:pt x="104" y="18"/>
                  </a:lnTo>
                  <a:lnTo>
                    <a:pt x="86" y="18"/>
                  </a:lnTo>
                  <a:lnTo>
                    <a:pt x="68" y="6"/>
                  </a:lnTo>
                  <a:lnTo>
                    <a:pt x="62" y="2"/>
                  </a:lnTo>
                  <a:lnTo>
                    <a:pt x="58" y="0"/>
                  </a:lnTo>
                  <a:lnTo>
                    <a:pt x="48" y="2"/>
                  </a:lnTo>
                  <a:lnTo>
                    <a:pt x="44" y="2"/>
                  </a:lnTo>
                  <a:lnTo>
                    <a:pt x="44" y="8"/>
                  </a:lnTo>
                  <a:lnTo>
                    <a:pt x="50" y="10"/>
                  </a:lnTo>
                  <a:lnTo>
                    <a:pt x="54" y="16"/>
                  </a:lnTo>
                  <a:lnTo>
                    <a:pt x="54" y="20"/>
                  </a:lnTo>
                  <a:lnTo>
                    <a:pt x="52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noProof="1">
                <a:solidFill>
                  <a:srgbClr val="FFFFFF"/>
                </a:solidFill>
              </a:endParaRPr>
            </a:p>
          </p:txBody>
        </p:sp>
        <p:sp>
          <p:nvSpPr>
            <p:cNvPr id="34" name="辽宁"/>
            <p:cNvSpPr/>
            <p:nvPr/>
          </p:nvSpPr>
          <p:spPr bwMode="auto">
            <a:xfrm>
              <a:off x="6291263" y="2303463"/>
              <a:ext cx="687387" cy="654050"/>
            </a:xfrm>
            <a:custGeom>
              <a:avLst/>
              <a:gdLst>
                <a:gd name="T0" fmla="*/ 2147483646 w 376"/>
                <a:gd name="T1" fmla="*/ 2147483646 h 358"/>
                <a:gd name="T2" fmla="*/ 2147483646 w 376"/>
                <a:gd name="T3" fmla="*/ 2147483646 h 358"/>
                <a:gd name="T4" fmla="*/ 2147483646 w 376"/>
                <a:gd name="T5" fmla="*/ 2147483646 h 358"/>
                <a:gd name="T6" fmla="*/ 2147483646 w 376"/>
                <a:gd name="T7" fmla="*/ 2147483646 h 358"/>
                <a:gd name="T8" fmla="*/ 2147483646 w 376"/>
                <a:gd name="T9" fmla="*/ 2147483646 h 358"/>
                <a:gd name="T10" fmla="*/ 2147483646 w 376"/>
                <a:gd name="T11" fmla="*/ 2147483646 h 358"/>
                <a:gd name="T12" fmla="*/ 2147483646 w 376"/>
                <a:gd name="T13" fmla="*/ 2147483646 h 358"/>
                <a:gd name="T14" fmla="*/ 2147483646 w 376"/>
                <a:gd name="T15" fmla="*/ 2147483646 h 358"/>
                <a:gd name="T16" fmla="*/ 2147483646 w 376"/>
                <a:gd name="T17" fmla="*/ 2147483646 h 358"/>
                <a:gd name="T18" fmla="*/ 2147483646 w 376"/>
                <a:gd name="T19" fmla="*/ 2147483646 h 358"/>
                <a:gd name="T20" fmla="*/ 2147483646 w 376"/>
                <a:gd name="T21" fmla="*/ 2147483646 h 358"/>
                <a:gd name="T22" fmla="*/ 2147483646 w 376"/>
                <a:gd name="T23" fmla="*/ 2147483646 h 358"/>
                <a:gd name="T24" fmla="*/ 2147483646 w 376"/>
                <a:gd name="T25" fmla="*/ 2147483646 h 358"/>
                <a:gd name="T26" fmla="*/ 2147483646 w 376"/>
                <a:gd name="T27" fmla="*/ 2147483646 h 358"/>
                <a:gd name="T28" fmla="*/ 2147483646 w 376"/>
                <a:gd name="T29" fmla="*/ 2147483646 h 358"/>
                <a:gd name="T30" fmla="*/ 2147483646 w 376"/>
                <a:gd name="T31" fmla="*/ 2147483646 h 358"/>
                <a:gd name="T32" fmla="*/ 2147483646 w 376"/>
                <a:gd name="T33" fmla="*/ 2147483646 h 358"/>
                <a:gd name="T34" fmla="*/ 2147483646 w 376"/>
                <a:gd name="T35" fmla="*/ 2147483646 h 358"/>
                <a:gd name="T36" fmla="*/ 2147483646 w 376"/>
                <a:gd name="T37" fmla="*/ 2147483646 h 358"/>
                <a:gd name="T38" fmla="*/ 2147483646 w 376"/>
                <a:gd name="T39" fmla="*/ 2147483646 h 358"/>
                <a:gd name="T40" fmla="*/ 2147483646 w 376"/>
                <a:gd name="T41" fmla="*/ 2147483646 h 358"/>
                <a:gd name="T42" fmla="*/ 2147483646 w 376"/>
                <a:gd name="T43" fmla="*/ 2147483646 h 358"/>
                <a:gd name="T44" fmla="*/ 2147483646 w 376"/>
                <a:gd name="T45" fmla="*/ 2147483646 h 358"/>
                <a:gd name="T46" fmla="*/ 2147483646 w 376"/>
                <a:gd name="T47" fmla="*/ 2147483646 h 358"/>
                <a:gd name="T48" fmla="*/ 2147483646 w 376"/>
                <a:gd name="T49" fmla="*/ 2147483646 h 358"/>
                <a:gd name="T50" fmla="*/ 2147483646 w 376"/>
                <a:gd name="T51" fmla="*/ 2147483646 h 358"/>
                <a:gd name="T52" fmla="*/ 2147483646 w 376"/>
                <a:gd name="T53" fmla="*/ 2147483646 h 358"/>
                <a:gd name="T54" fmla="*/ 2147483646 w 376"/>
                <a:gd name="T55" fmla="*/ 2147483646 h 358"/>
                <a:gd name="T56" fmla="*/ 2147483646 w 376"/>
                <a:gd name="T57" fmla="*/ 2147483646 h 358"/>
                <a:gd name="T58" fmla="*/ 2147483646 w 376"/>
                <a:gd name="T59" fmla="*/ 2147483646 h 358"/>
                <a:gd name="T60" fmla="*/ 2147483646 w 376"/>
                <a:gd name="T61" fmla="*/ 2147483646 h 358"/>
                <a:gd name="T62" fmla="*/ 2147483646 w 376"/>
                <a:gd name="T63" fmla="*/ 2147483646 h 358"/>
                <a:gd name="T64" fmla="*/ 2147483646 w 376"/>
                <a:gd name="T65" fmla="*/ 2147483646 h 358"/>
                <a:gd name="T66" fmla="*/ 2147483646 w 376"/>
                <a:gd name="T67" fmla="*/ 2147483646 h 358"/>
                <a:gd name="T68" fmla="*/ 2147483646 w 376"/>
                <a:gd name="T69" fmla="*/ 2147483646 h 358"/>
                <a:gd name="T70" fmla="*/ 2147483646 w 376"/>
                <a:gd name="T71" fmla="*/ 2147483646 h 358"/>
                <a:gd name="T72" fmla="*/ 2147483646 w 376"/>
                <a:gd name="T73" fmla="*/ 2147483646 h 358"/>
                <a:gd name="T74" fmla="*/ 2147483646 w 376"/>
                <a:gd name="T75" fmla="*/ 2147483646 h 358"/>
                <a:gd name="T76" fmla="*/ 2147483646 w 376"/>
                <a:gd name="T77" fmla="*/ 2147483646 h 358"/>
                <a:gd name="T78" fmla="*/ 2147483646 w 376"/>
                <a:gd name="T79" fmla="*/ 2147483646 h 358"/>
                <a:gd name="T80" fmla="*/ 2147483646 w 376"/>
                <a:gd name="T81" fmla="*/ 2147483646 h 358"/>
                <a:gd name="T82" fmla="*/ 2147483646 w 376"/>
                <a:gd name="T83" fmla="*/ 2147483646 h 358"/>
                <a:gd name="T84" fmla="*/ 2147483646 w 376"/>
                <a:gd name="T85" fmla="*/ 2147483646 h 358"/>
                <a:gd name="T86" fmla="*/ 2147483646 w 376"/>
                <a:gd name="T87" fmla="*/ 2147483646 h 358"/>
                <a:gd name="T88" fmla="*/ 2147483646 w 376"/>
                <a:gd name="T89" fmla="*/ 2147483646 h 358"/>
                <a:gd name="T90" fmla="*/ 2147483646 w 376"/>
                <a:gd name="T91" fmla="*/ 2147483646 h 358"/>
                <a:gd name="T92" fmla="*/ 2147483646 w 376"/>
                <a:gd name="T93" fmla="*/ 2147483646 h 358"/>
                <a:gd name="T94" fmla="*/ 2147483646 w 376"/>
                <a:gd name="T95" fmla="*/ 2147483646 h 358"/>
                <a:gd name="T96" fmla="*/ 2147483646 w 376"/>
                <a:gd name="T97" fmla="*/ 2147483646 h 358"/>
                <a:gd name="T98" fmla="*/ 2147483646 w 376"/>
                <a:gd name="T99" fmla="*/ 2147483646 h 358"/>
                <a:gd name="T100" fmla="*/ 2147483646 w 376"/>
                <a:gd name="T101" fmla="*/ 2147483646 h 358"/>
                <a:gd name="T102" fmla="*/ 2147483646 w 376"/>
                <a:gd name="T103" fmla="*/ 2147483646 h 358"/>
                <a:gd name="T104" fmla="*/ 2147483646 w 376"/>
                <a:gd name="T105" fmla="*/ 0 h 358"/>
                <a:gd name="T106" fmla="*/ 2147483646 w 376"/>
                <a:gd name="T107" fmla="*/ 2147483646 h 358"/>
                <a:gd name="T108" fmla="*/ 2147483646 w 376"/>
                <a:gd name="T109" fmla="*/ 2147483646 h 358"/>
                <a:gd name="T110" fmla="*/ 2147483646 w 376"/>
                <a:gd name="T111" fmla="*/ 2147483646 h 358"/>
                <a:gd name="T112" fmla="*/ 2147483646 w 376"/>
                <a:gd name="T113" fmla="*/ 2147483646 h 358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376" h="358">
                  <a:moveTo>
                    <a:pt x="172" y="46"/>
                  </a:moveTo>
                  <a:lnTo>
                    <a:pt x="162" y="60"/>
                  </a:lnTo>
                  <a:lnTo>
                    <a:pt x="160" y="64"/>
                  </a:lnTo>
                  <a:lnTo>
                    <a:pt x="160" y="74"/>
                  </a:lnTo>
                  <a:lnTo>
                    <a:pt x="160" y="80"/>
                  </a:lnTo>
                  <a:lnTo>
                    <a:pt x="142" y="80"/>
                  </a:lnTo>
                  <a:lnTo>
                    <a:pt x="140" y="80"/>
                  </a:lnTo>
                  <a:lnTo>
                    <a:pt x="128" y="76"/>
                  </a:lnTo>
                  <a:lnTo>
                    <a:pt x="116" y="92"/>
                  </a:lnTo>
                  <a:lnTo>
                    <a:pt x="102" y="100"/>
                  </a:lnTo>
                  <a:lnTo>
                    <a:pt x="92" y="112"/>
                  </a:lnTo>
                  <a:lnTo>
                    <a:pt x="90" y="116"/>
                  </a:lnTo>
                  <a:lnTo>
                    <a:pt x="70" y="138"/>
                  </a:lnTo>
                  <a:lnTo>
                    <a:pt x="70" y="140"/>
                  </a:lnTo>
                  <a:lnTo>
                    <a:pt x="68" y="140"/>
                  </a:lnTo>
                  <a:lnTo>
                    <a:pt x="54" y="148"/>
                  </a:lnTo>
                  <a:lnTo>
                    <a:pt x="42" y="140"/>
                  </a:lnTo>
                  <a:lnTo>
                    <a:pt x="42" y="138"/>
                  </a:lnTo>
                  <a:lnTo>
                    <a:pt x="30" y="126"/>
                  </a:lnTo>
                  <a:lnTo>
                    <a:pt x="24" y="122"/>
                  </a:lnTo>
                  <a:lnTo>
                    <a:pt x="28" y="156"/>
                  </a:lnTo>
                  <a:lnTo>
                    <a:pt x="34" y="172"/>
                  </a:lnTo>
                  <a:lnTo>
                    <a:pt x="22" y="184"/>
                  </a:lnTo>
                  <a:lnTo>
                    <a:pt x="4" y="208"/>
                  </a:lnTo>
                  <a:lnTo>
                    <a:pt x="4" y="220"/>
                  </a:lnTo>
                  <a:lnTo>
                    <a:pt x="0" y="226"/>
                  </a:lnTo>
                  <a:lnTo>
                    <a:pt x="2" y="232"/>
                  </a:lnTo>
                  <a:lnTo>
                    <a:pt x="8" y="232"/>
                  </a:lnTo>
                  <a:lnTo>
                    <a:pt x="32" y="238"/>
                  </a:lnTo>
                  <a:lnTo>
                    <a:pt x="34" y="238"/>
                  </a:lnTo>
                  <a:lnTo>
                    <a:pt x="34" y="240"/>
                  </a:lnTo>
                  <a:lnTo>
                    <a:pt x="40" y="244"/>
                  </a:lnTo>
                  <a:lnTo>
                    <a:pt x="46" y="248"/>
                  </a:lnTo>
                  <a:lnTo>
                    <a:pt x="48" y="248"/>
                  </a:lnTo>
                  <a:lnTo>
                    <a:pt x="50" y="252"/>
                  </a:lnTo>
                  <a:lnTo>
                    <a:pt x="52" y="258"/>
                  </a:lnTo>
                  <a:lnTo>
                    <a:pt x="54" y="264"/>
                  </a:lnTo>
                  <a:lnTo>
                    <a:pt x="78" y="272"/>
                  </a:lnTo>
                  <a:lnTo>
                    <a:pt x="86" y="270"/>
                  </a:lnTo>
                  <a:lnTo>
                    <a:pt x="92" y="260"/>
                  </a:lnTo>
                  <a:lnTo>
                    <a:pt x="112" y="224"/>
                  </a:lnTo>
                  <a:lnTo>
                    <a:pt x="122" y="212"/>
                  </a:lnTo>
                  <a:lnTo>
                    <a:pt x="122" y="210"/>
                  </a:lnTo>
                  <a:lnTo>
                    <a:pt x="138" y="204"/>
                  </a:lnTo>
                  <a:lnTo>
                    <a:pt x="148" y="202"/>
                  </a:lnTo>
                  <a:lnTo>
                    <a:pt x="154" y="196"/>
                  </a:lnTo>
                  <a:lnTo>
                    <a:pt x="160" y="192"/>
                  </a:lnTo>
                  <a:lnTo>
                    <a:pt x="164" y="194"/>
                  </a:lnTo>
                  <a:lnTo>
                    <a:pt x="172" y="198"/>
                  </a:lnTo>
                  <a:lnTo>
                    <a:pt x="174" y="198"/>
                  </a:lnTo>
                  <a:lnTo>
                    <a:pt x="174" y="200"/>
                  </a:lnTo>
                  <a:lnTo>
                    <a:pt x="188" y="220"/>
                  </a:lnTo>
                  <a:lnTo>
                    <a:pt x="188" y="222"/>
                  </a:lnTo>
                  <a:lnTo>
                    <a:pt x="190" y="238"/>
                  </a:lnTo>
                  <a:lnTo>
                    <a:pt x="188" y="254"/>
                  </a:lnTo>
                  <a:lnTo>
                    <a:pt x="184" y="268"/>
                  </a:lnTo>
                  <a:lnTo>
                    <a:pt x="184" y="270"/>
                  </a:lnTo>
                  <a:lnTo>
                    <a:pt x="174" y="284"/>
                  </a:lnTo>
                  <a:lnTo>
                    <a:pt x="168" y="294"/>
                  </a:lnTo>
                  <a:lnTo>
                    <a:pt x="170" y="312"/>
                  </a:lnTo>
                  <a:lnTo>
                    <a:pt x="172" y="312"/>
                  </a:lnTo>
                  <a:lnTo>
                    <a:pt x="176" y="308"/>
                  </a:lnTo>
                  <a:lnTo>
                    <a:pt x="184" y="304"/>
                  </a:lnTo>
                  <a:lnTo>
                    <a:pt x="184" y="302"/>
                  </a:lnTo>
                  <a:lnTo>
                    <a:pt x="186" y="300"/>
                  </a:lnTo>
                  <a:lnTo>
                    <a:pt x="194" y="308"/>
                  </a:lnTo>
                  <a:lnTo>
                    <a:pt x="194" y="320"/>
                  </a:lnTo>
                  <a:lnTo>
                    <a:pt x="192" y="320"/>
                  </a:lnTo>
                  <a:lnTo>
                    <a:pt x="186" y="324"/>
                  </a:lnTo>
                  <a:lnTo>
                    <a:pt x="184" y="328"/>
                  </a:lnTo>
                  <a:lnTo>
                    <a:pt x="184" y="334"/>
                  </a:lnTo>
                  <a:lnTo>
                    <a:pt x="182" y="336"/>
                  </a:lnTo>
                  <a:lnTo>
                    <a:pt x="178" y="344"/>
                  </a:lnTo>
                  <a:lnTo>
                    <a:pt x="176" y="344"/>
                  </a:lnTo>
                  <a:lnTo>
                    <a:pt x="168" y="346"/>
                  </a:lnTo>
                  <a:lnTo>
                    <a:pt x="162" y="348"/>
                  </a:lnTo>
                  <a:lnTo>
                    <a:pt x="158" y="356"/>
                  </a:lnTo>
                  <a:lnTo>
                    <a:pt x="158" y="358"/>
                  </a:lnTo>
                  <a:lnTo>
                    <a:pt x="184" y="354"/>
                  </a:lnTo>
                  <a:lnTo>
                    <a:pt x="190" y="350"/>
                  </a:lnTo>
                  <a:lnTo>
                    <a:pt x="198" y="328"/>
                  </a:lnTo>
                  <a:lnTo>
                    <a:pt x="258" y="266"/>
                  </a:lnTo>
                  <a:lnTo>
                    <a:pt x="260" y="266"/>
                  </a:lnTo>
                  <a:lnTo>
                    <a:pt x="272" y="260"/>
                  </a:lnTo>
                  <a:lnTo>
                    <a:pt x="284" y="260"/>
                  </a:lnTo>
                  <a:lnTo>
                    <a:pt x="294" y="258"/>
                  </a:lnTo>
                  <a:lnTo>
                    <a:pt x="304" y="252"/>
                  </a:lnTo>
                  <a:lnTo>
                    <a:pt x="312" y="244"/>
                  </a:lnTo>
                  <a:lnTo>
                    <a:pt x="326" y="208"/>
                  </a:lnTo>
                  <a:lnTo>
                    <a:pt x="376" y="156"/>
                  </a:lnTo>
                  <a:lnTo>
                    <a:pt x="372" y="128"/>
                  </a:lnTo>
                  <a:lnTo>
                    <a:pt x="368" y="126"/>
                  </a:lnTo>
                  <a:lnTo>
                    <a:pt x="364" y="122"/>
                  </a:lnTo>
                  <a:lnTo>
                    <a:pt x="364" y="120"/>
                  </a:lnTo>
                  <a:lnTo>
                    <a:pt x="364" y="122"/>
                  </a:lnTo>
                  <a:lnTo>
                    <a:pt x="356" y="122"/>
                  </a:lnTo>
                  <a:lnTo>
                    <a:pt x="350" y="120"/>
                  </a:lnTo>
                  <a:lnTo>
                    <a:pt x="346" y="116"/>
                  </a:lnTo>
                  <a:lnTo>
                    <a:pt x="344" y="110"/>
                  </a:lnTo>
                  <a:lnTo>
                    <a:pt x="342" y="108"/>
                  </a:lnTo>
                  <a:lnTo>
                    <a:pt x="342" y="66"/>
                  </a:lnTo>
                  <a:lnTo>
                    <a:pt x="336" y="62"/>
                  </a:lnTo>
                  <a:lnTo>
                    <a:pt x="328" y="56"/>
                  </a:lnTo>
                  <a:lnTo>
                    <a:pt x="316" y="44"/>
                  </a:lnTo>
                  <a:lnTo>
                    <a:pt x="308" y="30"/>
                  </a:lnTo>
                  <a:lnTo>
                    <a:pt x="306" y="24"/>
                  </a:lnTo>
                  <a:lnTo>
                    <a:pt x="306" y="16"/>
                  </a:lnTo>
                  <a:lnTo>
                    <a:pt x="308" y="12"/>
                  </a:lnTo>
                  <a:lnTo>
                    <a:pt x="302" y="4"/>
                  </a:lnTo>
                  <a:lnTo>
                    <a:pt x="300" y="10"/>
                  </a:lnTo>
                  <a:lnTo>
                    <a:pt x="294" y="24"/>
                  </a:lnTo>
                  <a:lnTo>
                    <a:pt x="292" y="24"/>
                  </a:lnTo>
                  <a:lnTo>
                    <a:pt x="282" y="24"/>
                  </a:lnTo>
                  <a:lnTo>
                    <a:pt x="274" y="20"/>
                  </a:lnTo>
                  <a:lnTo>
                    <a:pt x="270" y="16"/>
                  </a:lnTo>
                  <a:lnTo>
                    <a:pt x="268" y="10"/>
                  </a:lnTo>
                  <a:lnTo>
                    <a:pt x="268" y="8"/>
                  </a:lnTo>
                  <a:lnTo>
                    <a:pt x="264" y="8"/>
                  </a:lnTo>
                  <a:lnTo>
                    <a:pt x="248" y="12"/>
                  </a:lnTo>
                  <a:lnTo>
                    <a:pt x="236" y="0"/>
                  </a:lnTo>
                  <a:lnTo>
                    <a:pt x="232" y="0"/>
                  </a:lnTo>
                  <a:lnTo>
                    <a:pt x="228" y="4"/>
                  </a:lnTo>
                  <a:lnTo>
                    <a:pt x="234" y="12"/>
                  </a:lnTo>
                  <a:lnTo>
                    <a:pt x="236" y="14"/>
                  </a:lnTo>
                  <a:lnTo>
                    <a:pt x="228" y="30"/>
                  </a:lnTo>
                  <a:lnTo>
                    <a:pt x="226" y="30"/>
                  </a:lnTo>
                  <a:lnTo>
                    <a:pt x="226" y="32"/>
                  </a:lnTo>
                  <a:lnTo>
                    <a:pt x="212" y="48"/>
                  </a:lnTo>
                  <a:lnTo>
                    <a:pt x="210" y="48"/>
                  </a:lnTo>
                  <a:lnTo>
                    <a:pt x="208" y="48"/>
                  </a:lnTo>
                  <a:lnTo>
                    <a:pt x="186" y="50"/>
                  </a:lnTo>
                  <a:lnTo>
                    <a:pt x="172" y="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noProof="1">
                <a:solidFill>
                  <a:srgbClr val="FFFFFF"/>
                </a:solidFill>
              </a:endParaRPr>
            </a:p>
          </p:txBody>
        </p:sp>
        <p:sp>
          <p:nvSpPr>
            <p:cNvPr id="35" name="吉林"/>
            <p:cNvSpPr/>
            <p:nvPr/>
          </p:nvSpPr>
          <p:spPr bwMode="auto">
            <a:xfrm>
              <a:off x="6445250" y="1908175"/>
              <a:ext cx="979488" cy="665163"/>
            </a:xfrm>
            <a:custGeom>
              <a:avLst/>
              <a:gdLst>
                <a:gd name="T0" fmla="*/ 2147483646 w 536"/>
                <a:gd name="T1" fmla="*/ 2147483646 h 364"/>
                <a:gd name="T2" fmla="*/ 2147483646 w 536"/>
                <a:gd name="T3" fmla="*/ 2147483646 h 364"/>
                <a:gd name="T4" fmla="*/ 2147483646 w 536"/>
                <a:gd name="T5" fmla="*/ 2147483646 h 364"/>
                <a:gd name="T6" fmla="*/ 2147483646 w 536"/>
                <a:gd name="T7" fmla="*/ 2147483646 h 364"/>
                <a:gd name="T8" fmla="*/ 2147483646 w 536"/>
                <a:gd name="T9" fmla="*/ 2147483646 h 364"/>
                <a:gd name="T10" fmla="*/ 2147483646 w 536"/>
                <a:gd name="T11" fmla="*/ 2147483646 h 364"/>
                <a:gd name="T12" fmla="*/ 2147483646 w 536"/>
                <a:gd name="T13" fmla="*/ 2147483646 h 364"/>
                <a:gd name="T14" fmla="*/ 2147483646 w 536"/>
                <a:gd name="T15" fmla="*/ 2147483646 h 364"/>
                <a:gd name="T16" fmla="*/ 2147483646 w 536"/>
                <a:gd name="T17" fmla="*/ 2147483646 h 364"/>
                <a:gd name="T18" fmla="*/ 2147483646 w 536"/>
                <a:gd name="T19" fmla="*/ 2147483646 h 364"/>
                <a:gd name="T20" fmla="*/ 2147483646 w 536"/>
                <a:gd name="T21" fmla="*/ 2147483646 h 364"/>
                <a:gd name="T22" fmla="*/ 2147483646 w 536"/>
                <a:gd name="T23" fmla="*/ 2147483646 h 364"/>
                <a:gd name="T24" fmla="*/ 2147483646 w 536"/>
                <a:gd name="T25" fmla="*/ 2147483646 h 364"/>
                <a:gd name="T26" fmla="*/ 2147483646 w 536"/>
                <a:gd name="T27" fmla="*/ 2147483646 h 364"/>
                <a:gd name="T28" fmla="*/ 2147483646 w 536"/>
                <a:gd name="T29" fmla="*/ 2147483646 h 364"/>
                <a:gd name="T30" fmla="*/ 2147483646 w 536"/>
                <a:gd name="T31" fmla="*/ 2147483646 h 364"/>
                <a:gd name="T32" fmla="*/ 2147483646 w 536"/>
                <a:gd name="T33" fmla="*/ 2147483646 h 364"/>
                <a:gd name="T34" fmla="*/ 2147483646 w 536"/>
                <a:gd name="T35" fmla="*/ 2147483646 h 364"/>
                <a:gd name="T36" fmla="*/ 2147483646 w 536"/>
                <a:gd name="T37" fmla="*/ 2147483646 h 364"/>
                <a:gd name="T38" fmla="*/ 2147483646 w 536"/>
                <a:gd name="T39" fmla="*/ 2147483646 h 364"/>
                <a:gd name="T40" fmla="*/ 2147483646 w 536"/>
                <a:gd name="T41" fmla="*/ 2147483646 h 364"/>
                <a:gd name="T42" fmla="*/ 2147483646 w 536"/>
                <a:gd name="T43" fmla="*/ 2147483646 h 364"/>
                <a:gd name="T44" fmla="*/ 2147483646 w 536"/>
                <a:gd name="T45" fmla="*/ 2147483646 h 364"/>
                <a:gd name="T46" fmla="*/ 2147483646 w 536"/>
                <a:gd name="T47" fmla="*/ 2147483646 h 364"/>
                <a:gd name="T48" fmla="*/ 2147483646 w 536"/>
                <a:gd name="T49" fmla="*/ 2147483646 h 364"/>
                <a:gd name="T50" fmla="*/ 2147483646 w 536"/>
                <a:gd name="T51" fmla="*/ 2147483646 h 364"/>
                <a:gd name="T52" fmla="*/ 2147483646 w 536"/>
                <a:gd name="T53" fmla="*/ 2147483646 h 364"/>
                <a:gd name="T54" fmla="*/ 2147483646 w 536"/>
                <a:gd name="T55" fmla="*/ 2147483646 h 364"/>
                <a:gd name="T56" fmla="*/ 2147483646 w 536"/>
                <a:gd name="T57" fmla="*/ 2147483646 h 364"/>
                <a:gd name="T58" fmla="*/ 2147483646 w 536"/>
                <a:gd name="T59" fmla="*/ 2147483646 h 364"/>
                <a:gd name="T60" fmla="*/ 2147483646 w 536"/>
                <a:gd name="T61" fmla="*/ 2147483646 h 364"/>
                <a:gd name="T62" fmla="*/ 2147483646 w 536"/>
                <a:gd name="T63" fmla="*/ 2147483646 h 364"/>
                <a:gd name="T64" fmla="*/ 2147483646 w 536"/>
                <a:gd name="T65" fmla="*/ 2147483646 h 364"/>
                <a:gd name="T66" fmla="*/ 2147483646 w 536"/>
                <a:gd name="T67" fmla="*/ 2147483646 h 364"/>
                <a:gd name="T68" fmla="*/ 2147483646 w 536"/>
                <a:gd name="T69" fmla="*/ 2147483646 h 364"/>
                <a:gd name="T70" fmla="*/ 2147483646 w 536"/>
                <a:gd name="T71" fmla="*/ 2147483646 h 364"/>
                <a:gd name="T72" fmla="*/ 2147483646 w 536"/>
                <a:gd name="T73" fmla="*/ 2147483646 h 364"/>
                <a:gd name="T74" fmla="*/ 2147483646 w 536"/>
                <a:gd name="T75" fmla="*/ 2147483646 h 364"/>
                <a:gd name="T76" fmla="*/ 2147483646 w 536"/>
                <a:gd name="T77" fmla="*/ 2147483646 h 364"/>
                <a:gd name="T78" fmla="*/ 2147483646 w 536"/>
                <a:gd name="T79" fmla="*/ 2147483646 h 364"/>
                <a:gd name="T80" fmla="*/ 2147483646 w 536"/>
                <a:gd name="T81" fmla="*/ 2147483646 h 364"/>
                <a:gd name="T82" fmla="*/ 2147483646 w 536"/>
                <a:gd name="T83" fmla="*/ 2147483646 h 364"/>
                <a:gd name="T84" fmla="*/ 2147483646 w 536"/>
                <a:gd name="T85" fmla="*/ 2147483646 h 364"/>
                <a:gd name="T86" fmla="*/ 2147483646 w 536"/>
                <a:gd name="T87" fmla="*/ 2147483646 h 364"/>
                <a:gd name="T88" fmla="*/ 2147483646 w 536"/>
                <a:gd name="T89" fmla="*/ 2147483646 h 364"/>
                <a:gd name="T90" fmla="*/ 2147483646 w 536"/>
                <a:gd name="T91" fmla="*/ 2147483646 h 364"/>
                <a:gd name="T92" fmla="*/ 2147483646 w 536"/>
                <a:gd name="T93" fmla="*/ 2147483646 h 364"/>
                <a:gd name="T94" fmla="*/ 2147483646 w 536"/>
                <a:gd name="T95" fmla="*/ 2147483646 h 364"/>
                <a:gd name="T96" fmla="*/ 2147483646 w 536"/>
                <a:gd name="T97" fmla="*/ 2147483646 h 364"/>
                <a:gd name="T98" fmla="*/ 2147483646 w 536"/>
                <a:gd name="T99" fmla="*/ 2147483646 h 364"/>
                <a:gd name="T100" fmla="*/ 2147483646 w 536"/>
                <a:gd name="T101" fmla="*/ 2147483646 h 364"/>
                <a:gd name="T102" fmla="*/ 2147483646 w 536"/>
                <a:gd name="T103" fmla="*/ 2147483646 h 36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536" h="364">
                  <a:moveTo>
                    <a:pt x="104" y="18"/>
                  </a:moveTo>
                  <a:lnTo>
                    <a:pt x="102" y="0"/>
                  </a:lnTo>
                  <a:lnTo>
                    <a:pt x="94" y="6"/>
                  </a:lnTo>
                  <a:lnTo>
                    <a:pt x="92" y="6"/>
                  </a:lnTo>
                  <a:lnTo>
                    <a:pt x="74" y="12"/>
                  </a:lnTo>
                  <a:lnTo>
                    <a:pt x="72" y="12"/>
                  </a:lnTo>
                  <a:lnTo>
                    <a:pt x="70" y="10"/>
                  </a:lnTo>
                  <a:lnTo>
                    <a:pt x="70" y="20"/>
                  </a:lnTo>
                  <a:lnTo>
                    <a:pt x="68" y="20"/>
                  </a:lnTo>
                  <a:lnTo>
                    <a:pt x="60" y="34"/>
                  </a:lnTo>
                  <a:lnTo>
                    <a:pt x="58" y="34"/>
                  </a:lnTo>
                  <a:lnTo>
                    <a:pt x="58" y="36"/>
                  </a:lnTo>
                  <a:lnTo>
                    <a:pt x="44" y="48"/>
                  </a:lnTo>
                  <a:lnTo>
                    <a:pt x="42" y="48"/>
                  </a:lnTo>
                  <a:lnTo>
                    <a:pt x="40" y="48"/>
                  </a:lnTo>
                  <a:lnTo>
                    <a:pt x="28" y="40"/>
                  </a:lnTo>
                  <a:lnTo>
                    <a:pt x="22" y="34"/>
                  </a:lnTo>
                  <a:lnTo>
                    <a:pt x="18" y="32"/>
                  </a:lnTo>
                  <a:lnTo>
                    <a:pt x="8" y="34"/>
                  </a:lnTo>
                  <a:lnTo>
                    <a:pt x="0" y="40"/>
                  </a:lnTo>
                  <a:lnTo>
                    <a:pt x="18" y="54"/>
                  </a:lnTo>
                  <a:lnTo>
                    <a:pt x="32" y="60"/>
                  </a:lnTo>
                  <a:lnTo>
                    <a:pt x="34" y="62"/>
                  </a:lnTo>
                  <a:lnTo>
                    <a:pt x="34" y="64"/>
                  </a:lnTo>
                  <a:lnTo>
                    <a:pt x="36" y="80"/>
                  </a:lnTo>
                  <a:lnTo>
                    <a:pt x="36" y="104"/>
                  </a:lnTo>
                  <a:lnTo>
                    <a:pt x="40" y="118"/>
                  </a:lnTo>
                  <a:lnTo>
                    <a:pt x="50" y="140"/>
                  </a:lnTo>
                  <a:lnTo>
                    <a:pt x="60" y="152"/>
                  </a:lnTo>
                  <a:lnTo>
                    <a:pt x="70" y="144"/>
                  </a:lnTo>
                  <a:lnTo>
                    <a:pt x="76" y="136"/>
                  </a:lnTo>
                  <a:lnTo>
                    <a:pt x="88" y="122"/>
                  </a:lnTo>
                  <a:lnTo>
                    <a:pt x="98" y="132"/>
                  </a:lnTo>
                  <a:lnTo>
                    <a:pt x="108" y="152"/>
                  </a:lnTo>
                  <a:lnTo>
                    <a:pt x="120" y="156"/>
                  </a:lnTo>
                  <a:lnTo>
                    <a:pt x="126" y="176"/>
                  </a:lnTo>
                  <a:lnTo>
                    <a:pt x="124" y="194"/>
                  </a:lnTo>
                  <a:lnTo>
                    <a:pt x="124" y="196"/>
                  </a:lnTo>
                  <a:lnTo>
                    <a:pt x="120" y="212"/>
                  </a:lnTo>
                  <a:lnTo>
                    <a:pt x="128" y="220"/>
                  </a:lnTo>
                  <a:lnTo>
                    <a:pt x="138" y="214"/>
                  </a:lnTo>
                  <a:lnTo>
                    <a:pt x="148" y="204"/>
                  </a:lnTo>
                  <a:lnTo>
                    <a:pt x="150" y="206"/>
                  </a:lnTo>
                  <a:lnTo>
                    <a:pt x="158" y="208"/>
                  </a:lnTo>
                  <a:lnTo>
                    <a:pt x="168" y="218"/>
                  </a:lnTo>
                  <a:lnTo>
                    <a:pt x="178" y="216"/>
                  </a:lnTo>
                  <a:lnTo>
                    <a:pt x="184" y="214"/>
                  </a:lnTo>
                  <a:lnTo>
                    <a:pt x="188" y="216"/>
                  </a:lnTo>
                  <a:lnTo>
                    <a:pt x="190" y="218"/>
                  </a:lnTo>
                  <a:lnTo>
                    <a:pt x="192" y="220"/>
                  </a:lnTo>
                  <a:lnTo>
                    <a:pt x="192" y="228"/>
                  </a:lnTo>
                  <a:lnTo>
                    <a:pt x="194" y="228"/>
                  </a:lnTo>
                  <a:lnTo>
                    <a:pt x="204" y="232"/>
                  </a:lnTo>
                  <a:lnTo>
                    <a:pt x="210" y="222"/>
                  </a:lnTo>
                  <a:lnTo>
                    <a:pt x="210" y="218"/>
                  </a:lnTo>
                  <a:lnTo>
                    <a:pt x="210" y="214"/>
                  </a:lnTo>
                  <a:lnTo>
                    <a:pt x="212" y="210"/>
                  </a:lnTo>
                  <a:lnTo>
                    <a:pt x="220" y="212"/>
                  </a:lnTo>
                  <a:lnTo>
                    <a:pt x="226" y="214"/>
                  </a:lnTo>
                  <a:lnTo>
                    <a:pt x="230" y="218"/>
                  </a:lnTo>
                  <a:lnTo>
                    <a:pt x="232" y="222"/>
                  </a:lnTo>
                  <a:lnTo>
                    <a:pt x="232" y="228"/>
                  </a:lnTo>
                  <a:lnTo>
                    <a:pt x="232" y="232"/>
                  </a:lnTo>
                  <a:lnTo>
                    <a:pt x="232" y="242"/>
                  </a:lnTo>
                  <a:lnTo>
                    <a:pt x="240" y="256"/>
                  </a:lnTo>
                  <a:lnTo>
                    <a:pt x="250" y="266"/>
                  </a:lnTo>
                  <a:lnTo>
                    <a:pt x="256" y="272"/>
                  </a:lnTo>
                  <a:lnTo>
                    <a:pt x="262" y="274"/>
                  </a:lnTo>
                  <a:lnTo>
                    <a:pt x="264" y="274"/>
                  </a:lnTo>
                  <a:lnTo>
                    <a:pt x="266" y="278"/>
                  </a:lnTo>
                  <a:lnTo>
                    <a:pt x="268" y="288"/>
                  </a:lnTo>
                  <a:lnTo>
                    <a:pt x="268" y="324"/>
                  </a:lnTo>
                  <a:lnTo>
                    <a:pt x="270" y="328"/>
                  </a:lnTo>
                  <a:lnTo>
                    <a:pt x="274" y="330"/>
                  </a:lnTo>
                  <a:lnTo>
                    <a:pt x="276" y="330"/>
                  </a:lnTo>
                  <a:lnTo>
                    <a:pt x="282" y="330"/>
                  </a:lnTo>
                  <a:lnTo>
                    <a:pt x="288" y="332"/>
                  </a:lnTo>
                  <a:lnTo>
                    <a:pt x="290" y="334"/>
                  </a:lnTo>
                  <a:lnTo>
                    <a:pt x="294" y="338"/>
                  </a:lnTo>
                  <a:lnTo>
                    <a:pt x="298" y="344"/>
                  </a:lnTo>
                  <a:lnTo>
                    <a:pt x="300" y="364"/>
                  </a:lnTo>
                  <a:lnTo>
                    <a:pt x="318" y="328"/>
                  </a:lnTo>
                  <a:lnTo>
                    <a:pt x="322" y="314"/>
                  </a:lnTo>
                  <a:lnTo>
                    <a:pt x="326" y="304"/>
                  </a:lnTo>
                  <a:lnTo>
                    <a:pt x="332" y="296"/>
                  </a:lnTo>
                  <a:lnTo>
                    <a:pt x="338" y="294"/>
                  </a:lnTo>
                  <a:lnTo>
                    <a:pt x="344" y="294"/>
                  </a:lnTo>
                  <a:lnTo>
                    <a:pt x="352" y="294"/>
                  </a:lnTo>
                  <a:lnTo>
                    <a:pt x="372" y="304"/>
                  </a:lnTo>
                  <a:lnTo>
                    <a:pt x="424" y="308"/>
                  </a:lnTo>
                  <a:lnTo>
                    <a:pt x="424" y="296"/>
                  </a:lnTo>
                  <a:lnTo>
                    <a:pt x="400" y="272"/>
                  </a:lnTo>
                  <a:lnTo>
                    <a:pt x="388" y="264"/>
                  </a:lnTo>
                  <a:lnTo>
                    <a:pt x="386" y="262"/>
                  </a:lnTo>
                  <a:lnTo>
                    <a:pt x="386" y="258"/>
                  </a:lnTo>
                  <a:lnTo>
                    <a:pt x="404" y="260"/>
                  </a:lnTo>
                  <a:lnTo>
                    <a:pt x="412" y="260"/>
                  </a:lnTo>
                  <a:lnTo>
                    <a:pt x="418" y="260"/>
                  </a:lnTo>
                  <a:lnTo>
                    <a:pt x="424" y="260"/>
                  </a:lnTo>
                  <a:lnTo>
                    <a:pt x="430" y="256"/>
                  </a:lnTo>
                  <a:lnTo>
                    <a:pt x="436" y="252"/>
                  </a:lnTo>
                  <a:lnTo>
                    <a:pt x="442" y="246"/>
                  </a:lnTo>
                  <a:lnTo>
                    <a:pt x="452" y="228"/>
                  </a:lnTo>
                  <a:lnTo>
                    <a:pt x="454" y="228"/>
                  </a:lnTo>
                  <a:lnTo>
                    <a:pt x="472" y="212"/>
                  </a:lnTo>
                  <a:lnTo>
                    <a:pt x="474" y="174"/>
                  </a:lnTo>
                  <a:lnTo>
                    <a:pt x="474" y="170"/>
                  </a:lnTo>
                  <a:lnTo>
                    <a:pt x="476" y="170"/>
                  </a:lnTo>
                  <a:lnTo>
                    <a:pt x="478" y="170"/>
                  </a:lnTo>
                  <a:lnTo>
                    <a:pt x="492" y="168"/>
                  </a:lnTo>
                  <a:lnTo>
                    <a:pt x="494" y="168"/>
                  </a:lnTo>
                  <a:lnTo>
                    <a:pt x="496" y="168"/>
                  </a:lnTo>
                  <a:lnTo>
                    <a:pt x="524" y="198"/>
                  </a:lnTo>
                  <a:lnTo>
                    <a:pt x="532" y="196"/>
                  </a:lnTo>
                  <a:lnTo>
                    <a:pt x="532" y="190"/>
                  </a:lnTo>
                  <a:lnTo>
                    <a:pt x="518" y="176"/>
                  </a:lnTo>
                  <a:lnTo>
                    <a:pt x="516" y="174"/>
                  </a:lnTo>
                  <a:lnTo>
                    <a:pt x="514" y="172"/>
                  </a:lnTo>
                  <a:lnTo>
                    <a:pt x="536" y="158"/>
                  </a:lnTo>
                  <a:lnTo>
                    <a:pt x="536" y="124"/>
                  </a:lnTo>
                  <a:lnTo>
                    <a:pt x="526" y="126"/>
                  </a:lnTo>
                  <a:lnTo>
                    <a:pt x="524" y="126"/>
                  </a:lnTo>
                  <a:lnTo>
                    <a:pt x="512" y="120"/>
                  </a:lnTo>
                  <a:lnTo>
                    <a:pt x="504" y="118"/>
                  </a:lnTo>
                  <a:lnTo>
                    <a:pt x="492" y="110"/>
                  </a:lnTo>
                  <a:lnTo>
                    <a:pt x="486" y="106"/>
                  </a:lnTo>
                  <a:lnTo>
                    <a:pt x="484" y="102"/>
                  </a:lnTo>
                  <a:lnTo>
                    <a:pt x="484" y="104"/>
                  </a:lnTo>
                  <a:lnTo>
                    <a:pt x="482" y="108"/>
                  </a:lnTo>
                  <a:lnTo>
                    <a:pt x="480" y="108"/>
                  </a:lnTo>
                  <a:lnTo>
                    <a:pt x="476" y="110"/>
                  </a:lnTo>
                  <a:lnTo>
                    <a:pt x="470" y="112"/>
                  </a:lnTo>
                  <a:lnTo>
                    <a:pt x="468" y="112"/>
                  </a:lnTo>
                  <a:lnTo>
                    <a:pt x="468" y="110"/>
                  </a:lnTo>
                  <a:lnTo>
                    <a:pt x="456" y="102"/>
                  </a:lnTo>
                  <a:lnTo>
                    <a:pt x="446" y="110"/>
                  </a:lnTo>
                  <a:lnTo>
                    <a:pt x="440" y="116"/>
                  </a:lnTo>
                  <a:lnTo>
                    <a:pt x="438" y="120"/>
                  </a:lnTo>
                  <a:lnTo>
                    <a:pt x="444" y="132"/>
                  </a:lnTo>
                  <a:lnTo>
                    <a:pt x="446" y="136"/>
                  </a:lnTo>
                  <a:lnTo>
                    <a:pt x="444" y="138"/>
                  </a:lnTo>
                  <a:lnTo>
                    <a:pt x="440" y="142"/>
                  </a:lnTo>
                  <a:lnTo>
                    <a:pt x="434" y="144"/>
                  </a:lnTo>
                  <a:lnTo>
                    <a:pt x="428" y="146"/>
                  </a:lnTo>
                  <a:lnTo>
                    <a:pt x="422" y="148"/>
                  </a:lnTo>
                  <a:lnTo>
                    <a:pt x="418" y="146"/>
                  </a:lnTo>
                  <a:lnTo>
                    <a:pt x="416" y="144"/>
                  </a:lnTo>
                  <a:lnTo>
                    <a:pt x="414" y="140"/>
                  </a:lnTo>
                  <a:lnTo>
                    <a:pt x="392" y="120"/>
                  </a:lnTo>
                  <a:lnTo>
                    <a:pt x="382" y="114"/>
                  </a:lnTo>
                  <a:lnTo>
                    <a:pt x="376" y="108"/>
                  </a:lnTo>
                  <a:lnTo>
                    <a:pt x="374" y="104"/>
                  </a:lnTo>
                  <a:lnTo>
                    <a:pt x="374" y="100"/>
                  </a:lnTo>
                  <a:lnTo>
                    <a:pt x="372" y="92"/>
                  </a:lnTo>
                  <a:lnTo>
                    <a:pt x="370" y="86"/>
                  </a:lnTo>
                  <a:lnTo>
                    <a:pt x="366" y="88"/>
                  </a:lnTo>
                  <a:lnTo>
                    <a:pt x="364" y="90"/>
                  </a:lnTo>
                  <a:lnTo>
                    <a:pt x="366" y="94"/>
                  </a:lnTo>
                  <a:lnTo>
                    <a:pt x="368" y="98"/>
                  </a:lnTo>
                  <a:lnTo>
                    <a:pt x="368" y="100"/>
                  </a:lnTo>
                  <a:lnTo>
                    <a:pt x="370" y="100"/>
                  </a:lnTo>
                  <a:lnTo>
                    <a:pt x="368" y="102"/>
                  </a:lnTo>
                  <a:lnTo>
                    <a:pt x="358" y="120"/>
                  </a:lnTo>
                  <a:lnTo>
                    <a:pt x="340" y="116"/>
                  </a:lnTo>
                  <a:lnTo>
                    <a:pt x="336" y="114"/>
                  </a:lnTo>
                  <a:lnTo>
                    <a:pt x="336" y="112"/>
                  </a:lnTo>
                  <a:lnTo>
                    <a:pt x="336" y="106"/>
                  </a:lnTo>
                  <a:lnTo>
                    <a:pt x="336" y="100"/>
                  </a:lnTo>
                  <a:lnTo>
                    <a:pt x="332" y="94"/>
                  </a:lnTo>
                  <a:lnTo>
                    <a:pt x="318" y="84"/>
                  </a:lnTo>
                  <a:lnTo>
                    <a:pt x="316" y="82"/>
                  </a:lnTo>
                  <a:lnTo>
                    <a:pt x="314" y="84"/>
                  </a:lnTo>
                  <a:lnTo>
                    <a:pt x="312" y="86"/>
                  </a:lnTo>
                  <a:lnTo>
                    <a:pt x="298" y="84"/>
                  </a:lnTo>
                  <a:lnTo>
                    <a:pt x="292" y="82"/>
                  </a:lnTo>
                  <a:lnTo>
                    <a:pt x="288" y="80"/>
                  </a:lnTo>
                  <a:lnTo>
                    <a:pt x="288" y="76"/>
                  </a:lnTo>
                  <a:lnTo>
                    <a:pt x="288" y="70"/>
                  </a:lnTo>
                  <a:lnTo>
                    <a:pt x="290" y="68"/>
                  </a:lnTo>
                  <a:lnTo>
                    <a:pt x="284" y="56"/>
                  </a:lnTo>
                  <a:lnTo>
                    <a:pt x="256" y="58"/>
                  </a:lnTo>
                  <a:lnTo>
                    <a:pt x="256" y="64"/>
                  </a:lnTo>
                  <a:lnTo>
                    <a:pt x="254" y="68"/>
                  </a:lnTo>
                  <a:lnTo>
                    <a:pt x="252" y="70"/>
                  </a:lnTo>
                  <a:lnTo>
                    <a:pt x="248" y="72"/>
                  </a:lnTo>
                  <a:lnTo>
                    <a:pt x="240" y="72"/>
                  </a:lnTo>
                  <a:lnTo>
                    <a:pt x="234" y="68"/>
                  </a:lnTo>
                  <a:lnTo>
                    <a:pt x="234" y="66"/>
                  </a:lnTo>
                  <a:lnTo>
                    <a:pt x="226" y="56"/>
                  </a:lnTo>
                  <a:lnTo>
                    <a:pt x="224" y="48"/>
                  </a:lnTo>
                  <a:lnTo>
                    <a:pt x="220" y="40"/>
                  </a:lnTo>
                  <a:lnTo>
                    <a:pt x="212" y="46"/>
                  </a:lnTo>
                  <a:lnTo>
                    <a:pt x="202" y="50"/>
                  </a:lnTo>
                  <a:lnTo>
                    <a:pt x="200" y="50"/>
                  </a:lnTo>
                  <a:lnTo>
                    <a:pt x="196" y="48"/>
                  </a:lnTo>
                  <a:lnTo>
                    <a:pt x="194" y="46"/>
                  </a:lnTo>
                  <a:lnTo>
                    <a:pt x="186" y="48"/>
                  </a:lnTo>
                  <a:lnTo>
                    <a:pt x="164" y="54"/>
                  </a:lnTo>
                  <a:lnTo>
                    <a:pt x="158" y="58"/>
                  </a:lnTo>
                  <a:lnTo>
                    <a:pt x="152" y="58"/>
                  </a:lnTo>
                  <a:lnTo>
                    <a:pt x="150" y="58"/>
                  </a:lnTo>
                  <a:lnTo>
                    <a:pt x="140" y="56"/>
                  </a:lnTo>
                  <a:lnTo>
                    <a:pt x="134" y="52"/>
                  </a:lnTo>
                  <a:lnTo>
                    <a:pt x="120" y="42"/>
                  </a:lnTo>
                  <a:lnTo>
                    <a:pt x="104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noProof="1">
                <a:solidFill>
                  <a:srgbClr val="FFFFFF"/>
                </a:solidFill>
              </a:endParaRPr>
            </a:p>
          </p:txBody>
        </p:sp>
        <p:sp>
          <p:nvSpPr>
            <p:cNvPr id="36" name="黑龙江"/>
            <p:cNvSpPr/>
            <p:nvPr/>
          </p:nvSpPr>
          <p:spPr bwMode="auto">
            <a:xfrm>
              <a:off x="6237288" y="968375"/>
              <a:ext cx="1311275" cy="1192213"/>
            </a:xfrm>
            <a:custGeom>
              <a:avLst/>
              <a:gdLst>
                <a:gd name="T0" fmla="*/ 2147483646 w 718"/>
                <a:gd name="T1" fmla="*/ 2147483646 h 652"/>
                <a:gd name="T2" fmla="*/ 2147483646 w 718"/>
                <a:gd name="T3" fmla="*/ 2147483646 h 652"/>
                <a:gd name="T4" fmla="*/ 2147483646 w 718"/>
                <a:gd name="T5" fmla="*/ 2147483646 h 652"/>
                <a:gd name="T6" fmla="*/ 2147483646 w 718"/>
                <a:gd name="T7" fmla="*/ 2147483646 h 652"/>
                <a:gd name="T8" fmla="*/ 2147483646 w 718"/>
                <a:gd name="T9" fmla="*/ 2147483646 h 652"/>
                <a:gd name="T10" fmla="*/ 2147483646 w 718"/>
                <a:gd name="T11" fmla="*/ 2147483646 h 652"/>
                <a:gd name="T12" fmla="*/ 2147483646 w 718"/>
                <a:gd name="T13" fmla="*/ 2147483646 h 652"/>
                <a:gd name="T14" fmla="*/ 2147483646 w 718"/>
                <a:gd name="T15" fmla="*/ 2147483646 h 652"/>
                <a:gd name="T16" fmla="*/ 2147483646 w 718"/>
                <a:gd name="T17" fmla="*/ 2147483646 h 652"/>
                <a:gd name="T18" fmla="*/ 2147483646 w 718"/>
                <a:gd name="T19" fmla="*/ 2147483646 h 652"/>
                <a:gd name="T20" fmla="*/ 2147483646 w 718"/>
                <a:gd name="T21" fmla="*/ 2147483646 h 652"/>
                <a:gd name="T22" fmla="*/ 2147483646 w 718"/>
                <a:gd name="T23" fmla="*/ 2147483646 h 652"/>
                <a:gd name="T24" fmla="*/ 2147483646 w 718"/>
                <a:gd name="T25" fmla="*/ 2147483646 h 652"/>
                <a:gd name="T26" fmla="*/ 2147483646 w 718"/>
                <a:gd name="T27" fmla="*/ 0 h 652"/>
                <a:gd name="T28" fmla="*/ 2147483646 w 718"/>
                <a:gd name="T29" fmla="*/ 2147483646 h 652"/>
                <a:gd name="T30" fmla="*/ 2147483646 w 718"/>
                <a:gd name="T31" fmla="*/ 2147483646 h 652"/>
                <a:gd name="T32" fmla="*/ 0 w 718"/>
                <a:gd name="T33" fmla="*/ 2147483646 h 652"/>
                <a:gd name="T34" fmla="*/ 2147483646 w 718"/>
                <a:gd name="T35" fmla="*/ 2147483646 h 652"/>
                <a:gd name="T36" fmla="*/ 2147483646 w 718"/>
                <a:gd name="T37" fmla="*/ 2147483646 h 652"/>
                <a:gd name="T38" fmla="*/ 2147483646 w 718"/>
                <a:gd name="T39" fmla="*/ 2147483646 h 652"/>
                <a:gd name="T40" fmla="*/ 2147483646 w 718"/>
                <a:gd name="T41" fmla="*/ 2147483646 h 652"/>
                <a:gd name="T42" fmla="*/ 2147483646 w 718"/>
                <a:gd name="T43" fmla="*/ 2147483646 h 652"/>
                <a:gd name="T44" fmla="*/ 2147483646 w 718"/>
                <a:gd name="T45" fmla="*/ 2147483646 h 652"/>
                <a:gd name="T46" fmla="*/ 2147483646 w 718"/>
                <a:gd name="T47" fmla="*/ 2147483646 h 652"/>
                <a:gd name="T48" fmla="*/ 2147483646 w 718"/>
                <a:gd name="T49" fmla="*/ 2147483646 h 652"/>
                <a:gd name="T50" fmla="*/ 2147483646 w 718"/>
                <a:gd name="T51" fmla="*/ 2147483646 h 652"/>
                <a:gd name="T52" fmla="*/ 2147483646 w 718"/>
                <a:gd name="T53" fmla="*/ 2147483646 h 652"/>
                <a:gd name="T54" fmla="*/ 2147483646 w 718"/>
                <a:gd name="T55" fmla="*/ 2147483646 h 652"/>
                <a:gd name="T56" fmla="*/ 2147483646 w 718"/>
                <a:gd name="T57" fmla="*/ 2147483646 h 652"/>
                <a:gd name="T58" fmla="*/ 2147483646 w 718"/>
                <a:gd name="T59" fmla="*/ 2147483646 h 652"/>
                <a:gd name="T60" fmla="*/ 2147483646 w 718"/>
                <a:gd name="T61" fmla="*/ 2147483646 h 652"/>
                <a:gd name="T62" fmla="*/ 2147483646 w 718"/>
                <a:gd name="T63" fmla="*/ 2147483646 h 652"/>
                <a:gd name="T64" fmla="*/ 2147483646 w 718"/>
                <a:gd name="T65" fmla="*/ 2147483646 h 652"/>
                <a:gd name="T66" fmla="*/ 2147483646 w 718"/>
                <a:gd name="T67" fmla="*/ 2147483646 h 652"/>
                <a:gd name="T68" fmla="*/ 2147483646 w 718"/>
                <a:gd name="T69" fmla="*/ 2147483646 h 652"/>
                <a:gd name="T70" fmla="*/ 2147483646 w 718"/>
                <a:gd name="T71" fmla="*/ 2147483646 h 652"/>
                <a:gd name="T72" fmla="*/ 2147483646 w 718"/>
                <a:gd name="T73" fmla="*/ 2147483646 h 652"/>
                <a:gd name="T74" fmla="*/ 2147483646 w 718"/>
                <a:gd name="T75" fmla="*/ 2147483646 h 652"/>
                <a:gd name="T76" fmla="*/ 2147483646 w 718"/>
                <a:gd name="T77" fmla="*/ 2147483646 h 652"/>
                <a:gd name="T78" fmla="*/ 2147483646 w 718"/>
                <a:gd name="T79" fmla="*/ 2147483646 h 652"/>
                <a:gd name="T80" fmla="*/ 2147483646 w 718"/>
                <a:gd name="T81" fmla="*/ 2147483646 h 652"/>
                <a:gd name="T82" fmla="*/ 2147483646 w 718"/>
                <a:gd name="T83" fmla="*/ 2147483646 h 652"/>
                <a:gd name="T84" fmla="*/ 2147483646 w 718"/>
                <a:gd name="T85" fmla="*/ 2147483646 h 652"/>
                <a:gd name="T86" fmla="*/ 2147483646 w 718"/>
                <a:gd name="T87" fmla="*/ 2147483646 h 652"/>
                <a:gd name="T88" fmla="*/ 2147483646 w 718"/>
                <a:gd name="T89" fmla="*/ 2147483646 h 652"/>
                <a:gd name="T90" fmla="*/ 2147483646 w 718"/>
                <a:gd name="T91" fmla="*/ 2147483646 h 652"/>
                <a:gd name="T92" fmla="*/ 2147483646 w 718"/>
                <a:gd name="T93" fmla="*/ 2147483646 h 652"/>
                <a:gd name="T94" fmla="*/ 2147483646 w 718"/>
                <a:gd name="T95" fmla="*/ 2147483646 h 652"/>
                <a:gd name="T96" fmla="*/ 2147483646 w 718"/>
                <a:gd name="T97" fmla="*/ 2147483646 h 652"/>
                <a:gd name="T98" fmla="*/ 2147483646 w 718"/>
                <a:gd name="T99" fmla="*/ 2147483646 h 652"/>
                <a:gd name="T100" fmla="*/ 2147483646 w 718"/>
                <a:gd name="T101" fmla="*/ 2147483646 h 652"/>
                <a:gd name="T102" fmla="*/ 2147483646 w 718"/>
                <a:gd name="T103" fmla="*/ 2147483646 h 652"/>
                <a:gd name="T104" fmla="*/ 2147483646 w 718"/>
                <a:gd name="T105" fmla="*/ 2147483646 h 652"/>
                <a:gd name="T106" fmla="*/ 2147483646 w 718"/>
                <a:gd name="T107" fmla="*/ 2147483646 h 652"/>
                <a:gd name="T108" fmla="*/ 2147483646 w 718"/>
                <a:gd name="T109" fmla="*/ 2147483646 h 652"/>
                <a:gd name="T110" fmla="*/ 2147483646 w 718"/>
                <a:gd name="T111" fmla="*/ 2147483646 h 652"/>
                <a:gd name="T112" fmla="*/ 2147483646 w 718"/>
                <a:gd name="T113" fmla="*/ 2147483646 h 652"/>
                <a:gd name="T114" fmla="*/ 2147483646 w 718"/>
                <a:gd name="T115" fmla="*/ 2147483646 h 652"/>
                <a:gd name="T116" fmla="*/ 2147483646 w 718"/>
                <a:gd name="T117" fmla="*/ 2147483646 h 652"/>
                <a:gd name="T118" fmla="*/ 2147483646 w 718"/>
                <a:gd name="T119" fmla="*/ 2147483646 h 652"/>
                <a:gd name="T120" fmla="*/ 2147483646 w 718"/>
                <a:gd name="T121" fmla="*/ 2147483646 h 652"/>
                <a:gd name="T122" fmla="*/ 2147483646 w 718"/>
                <a:gd name="T123" fmla="*/ 2147483646 h 65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718" h="652">
                  <a:moveTo>
                    <a:pt x="716" y="382"/>
                  </a:moveTo>
                  <a:lnTo>
                    <a:pt x="704" y="302"/>
                  </a:lnTo>
                  <a:lnTo>
                    <a:pt x="706" y="302"/>
                  </a:lnTo>
                  <a:lnTo>
                    <a:pt x="712" y="290"/>
                  </a:lnTo>
                  <a:lnTo>
                    <a:pt x="714" y="284"/>
                  </a:lnTo>
                  <a:lnTo>
                    <a:pt x="714" y="280"/>
                  </a:lnTo>
                  <a:lnTo>
                    <a:pt x="710" y="274"/>
                  </a:lnTo>
                  <a:lnTo>
                    <a:pt x="704" y="270"/>
                  </a:lnTo>
                  <a:lnTo>
                    <a:pt x="700" y="260"/>
                  </a:lnTo>
                  <a:lnTo>
                    <a:pt x="700" y="250"/>
                  </a:lnTo>
                  <a:lnTo>
                    <a:pt x="700" y="234"/>
                  </a:lnTo>
                  <a:lnTo>
                    <a:pt x="692" y="234"/>
                  </a:lnTo>
                  <a:lnTo>
                    <a:pt x="684" y="236"/>
                  </a:lnTo>
                  <a:lnTo>
                    <a:pt x="674" y="240"/>
                  </a:lnTo>
                  <a:lnTo>
                    <a:pt x="666" y="248"/>
                  </a:lnTo>
                  <a:lnTo>
                    <a:pt x="662" y="254"/>
                  </a:lnTo>
                  <a:lnTo>
                    <a:pt x="660" y="262"/>
                  </a:lnTo>
                  <a:lnTo>
                    <a:pt x="652" y="268"/>
                  </a:lnTo>
                  <a:lnTo>
                    <a:pt x="644" y="272"/>
                  </a:lnTo>
                  <a:lnTo>
                    <a:pt x="632" y="276"/>
                  </a:lnTo>
                  <a:lnTo>
                    <a:pt x="628" y="302"/>
                  </a:lnTo>
                  <a:lnTo>
                    <a:pt x="626" y="302"/>
                  </a:lnTo>
                  <a:lnTo>
                    <a:pt x="618" y="318"/>
                  </a:lnTo>
                  <a:lnTo>
                    <a:pt x="618" y="320"/>
                  </a:lnTo>
                  <a:lnTo>
                    <a:pt x="616" y="320"/>
                  </a:lnTo>
                  <a:lnTo>
                    <a:pt x="536" y="334"/>
                  </a:lnTo>
                  <a:lnTo>
                    <a:pt x="534" y="334"/>
                  </a:lnTo>
                  <a:lnTo>
                    <a:pt x="510" y="308"/>
                  </a:lnTo>
                  <a:lnTo>
                    <a:pt x="518" y="302"/>
                  </a:lnTo>
                  <a:lnTo>
                    <a:pt x="508" y="290"/>
                  </a:lnTo>
                  <a:lnTo>
                    <a:pt x="498" y="282"/>
                  </a:lnTo>
                  <a:lnTo>
                    <a:pt x="496" y="280"/>
                  </a:lnTo>
                  <a:lnTo>
                    <a:pt x="496" y="278"/>
                  </a:lnTo>
                  <a:lnTo>
                    <a:pt x="492" y="258"/>
                  </a:lnTo>
                  <a:lnTo>
                    <a:pt x="470" y="258"/>
                  </a:lnTo>
                  <a:lnTo>
                    <a:pt x="452" y="246"/>
                  </a:lnTo>
                  <a:lnTo>
                    <a:pt x="388" y="236"/>
                  </a:lnTo>
                  <a:lnTo>
                    <a:pt x="336" y="234"/>
                  </a:lnTo>
                  <a:lnTo>
                    <a:pt x="334" y="234"/>
                  </a:lnTo>
                  <a:lnTo>
                    <a:pt x="332" y="234"/>
                  </a:lnTo>
                  <a:lnTo>
                    <a:pt x="330" y="232"/>
                  </a:lnTo>
                  <a:lnTo>
                    <a:pt x="298" y="164"/>
                  </a:lnTo>
                  <a:lnTo>
                    <a:pt x="286" y="146"/>
                  </a:lnTo>
                  <a:lnTo>
                    <a:pt x="258" y="110"/>
                  </a:lnTo>
                  <a:lnTo>
                    <a:pt x="230" y="76"/>
                  </a:lnTo>
                  <a:lnTo>
                    <a:pt x="216" y="62"/>
                  </a:lnTo>
                  <a:lnTo>
                    <a:pt x="170" y="18"/>
                  </a:lnTo>
                  <a:lnTo>
                    <a:pt x="164" y="14"/>
                  </a:lnTo>
                  <a:lnTo>
                    <a:pt x="108" y="12"/>
                  </a:lnTo>
                  <a:lnTo>
                    <a:pt x="106" y="12"/>
                  </a:lnTo>
                  <a:lnTo>
                    <a:pt x="106" y="10"/>
                  </a:lnTo>
                  <a:lnTo>
                    <a:pt x="94" y="6"/>
                  </a:lnTo>
                  <a:lnTo>
                    <a:pt x="80" y="0"/>
                  </a:lnTo>
                  <a:lnTo>
                    <a:pt x="76" y="0"/>
                  </a:lnTo>
                  <a:lnTo>
                    <a:pt x="70" y="0"/>
                  </a:lnTo>
                  <a:lnTo>
                    <a:pt x="54" y="4"/>
                  </a:lnTo>
                  <a:lnTo>
                    <a:pt x="34" y="12"/>
                  </a:lnTo>
                  <a:lnTo>
                    <a:pt x="8" y="24"/>
                  </a:lnTo>
                  <a:lnTo>
                    <a:pt x="6" y="26"/>
                  </a:lnTo>
                  <a:lnTo>
                    <a:pt x="8" y="36"/>
                  </a:lnTo>
                  <a:lnTo>
                    <a:pt x="8" y="38"/>
                  </a:lnTo>
                  <a:lnTo>
                    <a:pt x="2" y="52"/>
                  </a:lnTo>
                  <a:lnTo>
                    <a:pt x="0" y="52"/>
                  </a:lnTo>
                  <a:lnTo>
                    <a:pt x="0" y="62"/>
                  </a:lnTo>
                  <a:lnTo>
                    <a:pt x="0" y="72"/>
                  </a:lnTo>
                  <a:lnTo>
                    <a:pt x="4" y="82"/>
                  </a:lnTo>
                  <a:lnTo>
                    <a:pt x="10" y="86"/>
                  </a:lnTo>
                  <a:lnTo>
                    <a:pt x="22" y="86"/>
                  </a:lnTo>
                  <a:lnTo>
                    <a:pt x="32" y="88"/>
                  </a:lnTo>
                  <a:lnTo>
                    <a:pt x="36" y="86"/>
                  </a:lnTo>
                  <a:lnTo>
                    <a:pt x="38" y="76"/>
                  </a:lnTo>
                  <a:lnTo>
                    <a:pt x="42" y="70"/>
                  </a:lnTo>
                  <a:lnTo>
                    <a:pt x="50" y="70"/>
                  </a:lnTo>
                  <a:lnTo>
                    <a:pt x="78" y="78"/>
                  </a:lnTo>
                  <a:lnTo>
                    <a:pt x="84" y="80"/>
                  </a:lnTo>
                  <a:lnTo>
                    <a:pt x="74" y="94"/>
                  </a:lnTo>
                  <a:lnTo>
                    <a:pt x="74" y="114"/>
                  </a:lnTo>
                  <a:lnTo>
                    <a:pt x="76" y="118"/>
                  </a:lnTo>
                  <a:lnTo>
                    <a:pt x="80" y="124"/>
                  </a:lnTo>
                  <a:lnTo>
                    <a:pt x="96" y="140"/>
                  </a:lnTo>
                  <a:lnTo>
                    <a:pt x="108" y="148"/>
                  </a:lnTo>
                  <a:lnTo>
                    <a:pt x="116" y="150"/>
                  </a:lnTo>
                  <a:lnTo>
                    <a:pt x="120" y="150"/>
                  </a:lnTo>
                  <a:lnTo>
                    <a:pt x="124" y="148"/>
                  </a:lnTo>
                  <a:lnTo>
                    <a:pt x="138" y="134"/>
                  </a:lnTo>
                  <a:lnTo>
                    <a:pt x="148" y="128"/>
                  </a:lnTo>
                  <a:lnTo>
                    <a:pt x="170" y="124"/>
                  </a:lnTo>
                  <a:lnTo>
                    <a:pt x="176" y="110"/>
                  </a:lnTo>
                  <a:lnTo>
                    <a:pt x="194" y="100"/>
                  </a:lnTo>
                  <a:lnTo>
                    <a:pt x="212" y="110"/>
                  </a:lnTo>
                  <a:lnTo>
                    <a:pt x="214" y="110"/>
                  </a:lnTo>
                  <a:lnTo>
                    <a:pt x="230" y="138"/>
                  </a:lnTo>
                  <a:lnTo>
                    <a:pt x="236" y="156"/>
                  </a:lnTo>
                  <a:lnTo>
                    <a:pt x="236" y="158"/>
                  </a:lnTo>
                  <a:lnTo>
                    <a:pt x="232" y="182"/>
                  </a:lnTo>
                  <a:lnTo>
                    <a:pt x="238" y="196"/>
                  </a:lnTo>
                  <a:lnTo>
                    <a:pt x="238" y="198"/>
                  </a:lnTo>
                  <a:lnTo>
                    <a:pt x="234" y="216"/>
                  </a:lnTo>
                  <a:lnTo>
                    <a:pt x="234" y="232"/>
                  </a:lnTo>
                  <a:lnTo>
                    <a:pt x="240" y="250"/>
                  </a:lnTo>
                  <a:lnTo>
                    <a:pt x="242" y="258"/>
                  </a:lnTo>
                  <a:lnTo>
                    <a:pt x="240" y="272"/>
                  </a:lnTo>
                  <a:lnTo>
                    <a:pt x="240" y="274"/>
                  </a:lnTo>
                  <a:lnTo>
                    <a:pt x="232" y="284"/>
                  </a:lnTo>
                  <a:lnTo>
                    <a:pt x="232" y="286"/>
                  </a:lnTo>
                  <a:lnTo>
                    <a:pt x="224" y="294"/>
                  </a:lnTo>
                  <a:lnTo>
                    <a:pt x="222" y="312"/>
                  </a:lnTo>
                  <a:lnTo>
                    <a:pt x="228" y="330"/>
                  </a:lnTo>
                  <a:lnTo>
                    <a:pt x="228" y="332"/>
                  </a:lnTo>
                  <a:lnTo>
                    <a:pt x="222" y="360"/>
                  </a:lnTo>
                  <a:lnTo>
                    <a:pt x="218" y="364"/>
                  </a:lnTo>
                  <a:lnTo>
                    <a:pt x="214" y="366"/>
                  </a:lnTo>
                  <a:lnTo>
                    <a:pt x="206" y="364"/>
                  </a:lnTo>
                  <a:lnTo>
                    <a:pt x="198" y="356"/>
                  </a:lnTo>
                  <a:lnTo>
                    <a:pt x="190" y="358"/>
                  </a:lnTo>
                  <a:lnTo>
                    <a:pt x="180" y="370"/>
                  </a:lnTo>
                  <a:lnTo>
                    <a:pt x="168" y="402"/>
                  </a:lnTo>
                  <a:lnTo>
                    <a:pt x="168" y="404"/>
                  </a:lnTo>
                  <a:lnTo>
                    <a:pt x="156" y="414"/>
                  </a:lnTo>
                  <a:lnTo>
                    <a:pt x="154" y="414"/>
                  </a:lnTo>
                  <a:lnTo>
                    <a:pt x="148" y="414"/>
                  </a:lnTo>
                  <a:lnTo>
                    <a:pt x="136" y="434"/>
                  </a:lnTo>
                  <a:lnTo>
                    <a:pt x="142" y="446"/>
                  </a:lnTo>
                  <a:lnTo>
                    <a:pt x="144" y="446"/>
                  </a:lnTo>
                  <a:lnTo>
                    <a:pt x="160" y="466"/>
                  </a:lnTo>
                  <a:lnTo>
                    <a:pt x="160" y="468"/>
                  </a:lnTo>
                  <a:lnTo>
                    <a:pt x="160" y="474"/>
                  </a:lnTo>
                  <a:lnTo>
                    <a:pt x="178" y="476"/>
                  </a:lnTo>
                  <a:lnTo>
                    <a:pt x="180" y="492"/>
                  </a:lnTo>
                  <a:lnTo>
                    <a:pt x="180" y="494"/>
                  </a:lnTo>
                  <a:lnTo>
                    <a:pt x="182" y="512"/>
                  </a:lnTo>
                  <a:lnTo>
                    <a:pt x="188" y="516"/>
                  </a:lnTo>
                  <a:lnTo>
                    <a:pt x="204" y="512"/>
                  </a:lnTo>
                  <a:lnTo>
                    <a:pt x="218" y="502"/>
                  </a:lnTo>
                  <a:lnTo>
                    <a:pt x="222" y="502"/>
                  </a:lnTo>
                  <a:lnTo>
                    <a:pt x="226" y="528"/>
                  </a:lnTo>
                  <a:lnTo>
                    <a:pt x="234" y="538"/>
                  </a:lnTo>
                  <a:lnTo>
                    <a:pt x="236" y="540"/>
                  </a:lnTo>
                  <a:lnTo>
                    <a:pt x="242" y="550"/>
                  </a:lnTo>
                  <a:lnTo>
                    <a:pt x="254" y="560"/>
                  </a:lnTo>
                  <a:lnTo>
                    <a:pt x="258" y="562"/>
                  </a:lnTo>
                  <a:lnTo>
                    <a:pt x="262" y="562"/>
                  </a:lnTo>
                  <a:lnTo>
                    <a:pt x="266" y="564"/>
                  </a:lnTo>
                  <a:lnTo>
                    <a:pt x="274" y="560"/>
                  </a:lnTo>
                  <a:lnTo>
                    <a:pt x="282" y="558"/>
                  </a:lnTo>
                  <a:lnTo>
                    <a:pt x="292" y="554"/>
                  </a:lnTo>
                  <a:lnTo>
                    <a:pt x="296" y="552"/>
                  </a:lnTo>
                  <a:lnTo>
                    <a:pt x="308" y="552"/>
                  </a:lnTo>
                  <a:lnTo>
                    <a:pt x="312" y="552"/>
                  </a:lnTo>
                  <a:lnTo>
                    <a:pt x="316" y="554"/>
                  </a:lnTo>
                  <a:lnTo>
                    <a:pt x="332" y="544"/>
                  </a:lnTo>
                  <a:lnTo>
                    <a:pt x="334" y="544"/>
                  </a:lnTo>
                  <a:lnTo>
                    <a:pt x="334" y="546"/>
                  </a:lnTo>
                  <a:lnTo>
                    <a:pt x="336" y="544"/>
                  </a:lnTo>
                  <a:lnTo>
                    <a:pt x="338" y="546"/>
                  </a:lnTo>
                  <a:lnTo>
                    <a:pt x="344" y="556"/>
                  </a:lnTo>
                  <a:lnTo>
                    <a:pt x="346" y="562"/>
                  </a:lnTo>
                  <a:lnTo>
                    <a:pt x="354" y="574"/>
                  </a:lnTo>
                  <a:lnTo>
                    <a:pt x="360" y="576"/>
                  </a:lnTo>
                  <a:lnTo>
                    <a:pt x="362" y="576"/>
                  </a:lnTo>
                  <a:lnTo>
                    <a:pt x="360" y="574"/>
                  </a:lnTo>
                  <a:lnTo>
                    <a:pt x="360" y="570"/>
                  </a:lnTo>
                  <a:lnTo>
                    <a:pt x="360" y="566"/>
                  </a:lnTo>
                  <a:lnTo>
                    <a:pt x="364" y="564"/>
                  </a:lnTo>
                  <a:lnTo>
                    <a:pt x="370" y="562"/>
                  </a:lnTo>
                  <a:lnTo>
                    <a:pt x="398" y="562"/>
                  </a:lnTo>
                  <a:lnTo>
                    <a:pt x="400" y="562"/>
                  </a:lnTo>
                  <a:lnTo>
                    <a:pt x="402" y="562"/>
                  </a:lnTo>
                  <a:lnTo>
                    <a:pt x="412" y="580"/>
                  </a:lnTo>
                  <a:lnTo>
                    <a:pt x="410" y="588"/>
                  </a:lnTo>
                  <a:lnTo>
                    <a:pt x="422" y="590"/>
                  </a:lnTo>
                  <a:lnTo>
                    <a:pt x="422" y="588"/>
                  </a:lnTo>
                  <a:lnTo>
                    <a:pt x="422" y="586"/>
                  </a:lnTo>
                  <a:lnTo>
                    <a:pt x="426" y="584"/>
                  </a:lnTo>
                  <a:lnTo>
                    <a:pt x="454" y="602"/>
                  </a:lnTo>
                  <a:lnTo>
                    <a:pt x="456" y="608"/>
                  </a:lnTo>
                  <a:lnTo>
                    <a:pt x="458" y="612"/>
                  </a:lnTo>
                  <a:lnTo>
                    <a:pt x="458" y="624"/>
                  </a:lnTo>
                  <a:lnTo>
                    <a:pt x="468" y="626"/>
                  </a:lnTo>
                  <a:lnTo>
                    <a:pt x="474" y="616"/>
                  </a:lnTo>
                  <a:lnTo>
                    <a:pt x="470" y="608"/>
                  </a:lnTo>
                  <a:lnTo>
                    <a:pt x="470" y="602"/>
                  </a:lnTo>
                  <a:lnTo>
                    <a:pt x="472" y="598"/>
                  </a:lnTo>
                  <a:lnTo>
                    <a:pt x="474" y="596"/>
                  </a:lnTo>
                  <a:lnTo>
                    <a:pt x="478" y="594"/>
                  </a:lnTo>
                  <a:lnTo>
                    <a:pt x="478" y="592"/>
                  </a:lnTo>
                  <a:lnTo>
                    <a:pt x="480" y="590"/>
                  </a:lnTo>
                  <a:lnTo>
                    <a:pt x="486" y="590"/>
                  </a:lnTo>
                  <a:lnTo>
                    <a:pt x="490" y="594"/>
                  </a:lnTo>
                  <a:lnTo>
                    <a:pt x="492" y="598"/>
                  </a:lnTo>
                  <a:lnTo>
                    <a:pt x="496" y="614"/>
                  </a:lnTo>
                  <a:lnTo>
                    <a:pt x="496" y="616"/>
                  </a:lnTo>
                  <a:lnTo>
                    <a:pt x="498" y="618"/>
                  </a:lnTo>
                  <a:lnTo>
                    <a:pt x="502" y="622"/>
                  </a:lnTo>
                  <a:lnTo>
                    <a:pt x="510" y="626"/>
                  </a:lnTo>
                  <a:lnTo>
                    <a:pt x="512" y="626"/>
                  </a:lnTo>
                  <a:lnTo>
                    <a:pt x="538" y="652"/>
                  </a:lnTo>
                  <a:lnTo>
                    <a:pt x="550" y="648"/>
                  </a:lnTo>
                  <a:lnTo>
                    <a:pt x="548" y="644"/>
                  </a:lnTo>
                  <a:lnTo>
                    <a:pt x="544" y="638"/>
                  </a:lnTo>
                  <a:lnTo>
                    <a:pt x="544" y="634"/>
                  </a:lnTo>
                  <a:lnTo>
                    <a:pt x="544" y="630"/>
                  </a:lnTo>
                  <a:lnTo>
                    <a:pt x="546" y="626"/>
                  </a:lnTo>
                  <a:lnTo>
                    <a:pt x="556" y="618"/>
                  </a:lnTo>
                  <a:lnTo>
                    <a:pt x="570" y="606"/>
                  </a:lnTo>
                  <a:lnTo>
                    <a:pt x="586" y="616"/>
                  </a:lnTo>
                  <a:lnTo>
                    <a:pt x="588" y="616"/>
                  </a:lnTo>
                  <a:lnTo>
                    <a:pt x="592" y="598"/>
                  </a:lnTo>
                  <a:lnTo>
                    <a:pt x="592" y="596"/>
                  </a:lnTo>
                  <a:lnTo>
                    <a:pt x="594" y="594"/>
                  </a:lnTo>
                  <a:lnTo>
                    <a:pt x="608" y="596"/>
                  </a:lnTo>
                  <a:lnTo>
                    <a:pt x="610" y="600"/>
                  </a:lnTo>
                  <a:lnTo>
                    <a:pt x="612" y="606"/>
                  </a:lnTo>
                  <a:lnTo>
                    <a:pt x="610" y="610"/>
                  </a:lnTo>
                  <a:lnTo>
                    <a:pt x="606" y="616"/>
                  </a:lnTo>
                  <a:lnTo>
                    <a:pt x="610" y="618"/>
                  </a:lnTo>
                  <a:lnTo>
                    <a:pt x="620" y="622"/>
                  </a:lnTo>
                  <a:lnTo>
                    <a:pt x="628" y="626"/>
                  </a:lnTo>
                  <a:lnTo>
                    <a:pt x="630" y="626"/>
                  </a:lnTo>
                  <a:lnTo>
                    <a:pt x="640" y="630"/>
                  </a:lnTo>
                  <a:lnTo>
                    <a:pt x="648" y="630"/>
                  </a:lnTo>
                  <a:lnTo>
                    <a:pt x="636" y="572"/>
                  </a:lnTo>
                  <a:lnTo>
                    <a:pt x="630" y="568"/>
                  </a:lnTo>
                  <a:lnTo>
                    <a:pt x="624" y="562"/>
                  </a:lnTo>
                  <a:lnTo>
                    <a:pt x="614" y="546"/>
                  </a:lnTo>
                  <a:lnTo>
                    <a:pt x="610" y="538"/>
                  </a:lnTo>
                  <a:lnTo>
                    <a:pt x="612" y="528"/>
                  </a:lnTo>
                  <a:lnTo>
                    <a:pt x="616" y="518"/>
                  </a:lnTo>
                  <a:lnTo>
                    <a:pt x="624" y="506"/>
                  </a:lnTo>
                  <a:lnTo>
                    <a:pt x="636" y="494"/>
                  </a:lnTo>
                  <a:lnTo>
                    <a:pt x="650" y="482"/>
                  </a:lnTo>
                  <a:lnTo>
                    <a:pt x="662" y="482"/>
                  </a:lnTo>
                  <a:lnTo>
                    <a:pt x="672" y="486"/>
                  </a:lnTo>
                  <a:lnTo>
                    <a:pt x="692" y="486"/>
                  </a:lnTo>
                  <a:lnTo>
                    <a:pt x="698" y="482"/>
                  </a:lnTo>
                  <a:lnTo>
                    <a:pt x="704" y="476"/>
                  </a:lnTo>
                  <a:lnTo>
                    <a:pt x="714" y="452"/>
                  </a:lnTo>
                  <a:lnTo>
                    <a:pt x="718" y="442"/>
                  </a:lnTo>
                  <a:lnTo>
                    <a:pt x="718" y="426"/>
                  </a:lnTo>
                  <a:lnTo>
                    <a:pt x="716" y="3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noProof="1">
                <a:solidFill>
                  <a:srgbClr val="FFFFFF"/>
                </a:solidFill>
              </a:endParaRPr>
            </a:p>
          </p:txBody>
        </p:sp>
        <p:sp>
          <p:nvSpPr>
            <p:cNvPr id="37" name="山东"/>
            <p:cNvSpPr/>
            <p:nvPr/>
          </p:nvSpPr>
          <p:spPr bwMode="auto">
            <a:xfrm>
              <a:off x="5976938" y="3106738"/>
              <a:ext cx="793750" cy="498475"/>
            </a:xfrm>
            <a:custGeom>
              <a:avLst/>
              <a:gdLst>
                <a:gd name="T0" fmla="*/ 2147483646 w 434"/>
                <a:gd name="T1" fmla="*/ 2147483646 h 272"/>
                <a:gd name="T2" fmla="*/ 2147483646 w 434"/>
                <a:gd name="T3" fmla="*/ 2147483646 h 272"/>
                <a:gd name="T4" fmla="*/ 2147483646 w 434"/>
                <a:gd name="T5" fmla="*/ 0 h 272"/>
                <a:gd name="T6" fmla="*/ 2147483646 w 434"/>
                <a:gd name="T7" fmla="*/ 2147483646 h 272"/>
                <a:gd name="T8" fmla="*/ 2147483646 w 434"/>
                <a:gd name="T9" fmla="*/ 2147483646 h 272"/>
                <a:gd name="T10" fmla="*/ 2147483646 w 434"/>
                <a:gd name="T11" fmla="*/ 2147483646 h 272"/>
                <a:gd name="T12" fmla="*/ 2147483646 w 434"/>
                <a:gd name="T13" fmla="*/ 2147483646 h 272"/>
                <a:gd name="T14" fmla="*/ 2147483646 w 434"/>
                <a:gd name="T15" fmla="*/ 2147483646 h 272"/>
                <a:gd name="T16" fmla="*/ 2147483646 w 434"/>
                <a:gd name="T17" fmla="*/ 0 h 272"/>
                <a:gd name="T18" fmla="*/ 2147483646 w 434"/>
                <a:gd name="T19" fmla="*/ 2147483646 h 272"/>
                <a:gd name="T20" fmla="*/ 2147483646 w 434"/>
                <a:gd name="T21" fmla="*/ 2147483646 h 272"/>
                <a:gd name="T22" fmla="*/ 2147483646 w 434"/>
                <a:gd name="T23" fmla="*/ 2147483646 h 272"/>
                <a:gd name="T24" fmla="*/ 2147483646 w 434"/>
                <a:gd name="T25" fmla="*/ 2147483646 h 272"/>
                <a:gd name="T26" fmla="*/ 2147483646 w 434"/>
                <a:gd name="T27" fmla="*/ 2147483646 h 272"/>
                <a:gd name="T28" fmla="*/ 2147483646 w 434"/>
                <a:gd name="T29" fmla="*/ 2147483646 h 272"/>
                <a:gd name="T30" fmla="*/ 2147483646 w 434"/>
                <a:gd name="T31" fmla="*/ 2147483646 h 272"/>
                <a:gd name="T32" fmla="*/ 0 w 434"/>
                <a:gd name="T33" fmla="*/ 2147483646 h 272"/>
                <a:gd name="T34" fmla="*/ 2147483646 w 434"/>
                <a:gd name="T35" fmla="*/ 2147483646 h 272"/>
                <a:gd name="T36" fmla="*/ 2147483646 w 434"/>
                <a:gd name="T37" fmla="*/ 2147483646 h 272"/>
                <a:gd name="T38" fmla="*/ 2147483646 w 434"/>
                <a:gd name="T39" fmla="*/ 2147483646 h 272"/>
                <a:gd name="T40" fmla="*/ 2147483646 w 434"/>
                <a:gd name="T41" fmla="*/ 2147483646 h 272"/>
                <a:gd name="T42" fmla="*/ 2147483646 w 434"/>
                <a:gd name="T43" fmla="*/ 2147483646 h 272"/>
                <a:gd name="T44" fmla="*/ 2147483646 w 434"/>
                <a:gd name="T45" fmla="*/ 2147483646 h 272"/>
                <a:gd name="T46" fmla="*/ 2147483646 w 434"/>
                <a:gd name="T47" fmla="*/ 2147483646 h 272"/>
                <a:gd name="T48" fmla="*/ 2147483646 w 434"/>
                <a:gd name="T49" fmla="*/ 2147483646 h 272"/>
                <a:gd name="T50" fmla="*/ 2147483646 w 434"/>
                <a:gd name="T51" fmla="*/ 2147483646 h 272"/>
                <a:gd name="T52" fmla="*/ 2147483646 w 434"/>
                <a:gd name="T53" fmla="*/ 2147483646 h 272"/>
                <a:gd name="T54" fmla="*/ 2147483646 w 434"/>
                <a:gd name="T55" fmla="*/ 2147483646 h 272"/>
                <a:gd name="T56" fmla="*/ 2147483646 w 434"/>
                <a:gd name="T57" fmla="*/ 2147483646 h 272"/>
                <a:gd name="T58" fmla="*/ 2147483646 w 434"/>
                <a:gd name="T59" fmla="*/ 2147483646 h 272"/>
                <a:gd name="T60" fmla="*/ 2147483646 w 434"/>
                <a:gd name="T61" fmla="*/ 2147483646 h 272"/>
                <a:gd name="T62" fmla="*/ 2147483646 w 434"/>
                <a:gd name="T63" fmla="*/ 2147483646 h 272"/>
                <a:gd name="T64" fmla="*/ 2147483646 w 434"/>
                <a:gd name="T65" fmla="*/ 2147483646 h 272"/>
                <a:gd name="T66" fmla="*/ 2147483646 w 434"/>
                <a:gd name="T67" fmla="*/ 2147483646 h 272"/>
                <a:gd name="T68" fmla="*/ 2147483646 w 434"/>
                <a:gd name="T69" fmla="*/ 2147483646 h 272"/>
                <a:gd name="T70" fmla="*/ 2147483646 w 434"/>
                <a:gd name="T71" fmla="*/ 2147483646 h 272"/>
                <a:gd name="T72" fmla="*/ 2147483646 w 434"/>
                <a:gd name="T73" fmla="*/ 2147483646 h 272"/>
                <a:gd name="T74" fmla="*/ 2147483646 w 434"/>
                <a:gd name="T75" fmla="*/ 2147483646 h 272"/>
                <a:gd name="T76" fmla="*/ 2147483646 w 434"/>
                <a:gd name="T77" fmla="*/ 2147483646 h 272"/>
                <a:gd name="T78" fmla="*/ 2147483646 w 434"/>
                <a:gd name="T79" fmla="*/ 2147483646 h 272"/>
                <a:gd name="T80" fmla="*/ 2147483646 w 434"/>
                <a:gd name="T81" fmla="*/ 2147483646 h 272"/>
                <a:gd name="T82" fmla="*/ 2147483646 w 434"/>
                <a:gd name="T83" fmla="*/ 2147483646 h 272"/>
                <a:gd name="T84" fmla="*/ 2147483646 w 434"/>
                <a:gd name="T85" fmla="*/ 2147483646 h 272"/>
                <a:gd name="T86" fmla="*/ 2147483646 w 434"/>
                <a:gd name="T87" fmla="*/ 2147483646 h 272"/>
                <a:gd name="T88" fmla="*/ 2147483646 w 434"/>
                <a:gd name="T89" fmla="*/ 2147483646 h 272"/>
                <a:gd name="T90" fmla="*/ 2147483646 w 434"/>
                <a:gd name="T91" fmla="*/ 2147483646 h 272"/>
                <a:gd name="T92" fmla="*/ 2147483646 w 434"/>
                <a:gd name="T93" fmla="*/ 2147483646 h 272"/>
                <a:gd name="T94" fmla="*/ 2147483646 w 434"/>
                <a:gd name="T95" fmla="*/ 2147483646 h 272"/>
                <a:gd name="T96" fmla="*/ 2147483646 w 434"/>
                <a:gd name="T97" fmla="*/ 2147483646 h 272"/>
                <a:gd name="T98" fmla="*/ 2147483646 w 434"/>
                <a:gd name="T99" fmla="*/ 2147483646 h 272"/>
                <a:gd name="T100" fmla="*/ 2147483646 w 434"/>
                <a:gd name="T101" fmla="*/ 2147483646 h 27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434" h="272">
                  <a:moveTo>
                    <a:pt x="396" y="8"/>
                  </a:moveTo>
                  <a:lnTo>
                    <a:pt x="396" y="8"/>
                  </a:lnTo>
                  <a:lnTo>
                    <a:pt x="394" y="12"/>
                  </a:lnTo>
                  <a:lnTo>
                    <a:pt x="388" y="14"/>
                  </a:lnTo>
                  <a:lnTo>
                    <a:pt x="358" y="12"/>
                  </a:lnTo>
                  <a:lnTo>
                    <a:pt x="330" y="6"/>
                  </a:lnTo>
                  <a:lnTo>
                    <a:pt x="314" y="0"/>
                  </a:lnTo>
                  <a:lnTo>
                    <a:pt x="270" y="42"/>
                  </a:lnTo>
                  <a:lnTo>
                    <a:pt x="272" y="60"/>
                  </a:lnTo>
                  <a:lnTo>
                    <a:pt x="268" y="62"/>
                  </a:lnTo>
                  <a:lnTo>
                    <a:pt x="246" y="64"/>
                  </a:lnTo>
                  <a:lnTo>
                    <a:pt x="228" y="62"/>
                  </a:lnTo>
                  <a:lnTo>
                    <a:pt x="222" y="62"/>
                  </a:lnTo>
                  <a:lnTo>
                    <a:pt x="218" y="60"/>
                  </a:lnTo>
                  <a:lnTo>
                    <a:pt x="214" y="56"/>
                  </a:lnTo>
                  <a:lnTo>
                    <a:pt x="212" y="52"/>
                  </a:lnTo>
                  <a:lnTo>
                    <a:pt x="208" y="2"/>
                  </a:lnTo>
                  <a:lnTo>
                    <a:pt x="168" y="0"/>
                  </a:lnTo>
                  <a:lnTo>
                    <a:pt x="152" y="36"/>
                  </a:lnTo>
                  <a:lnTo>
                    <a:pt x="150" y="20"/>
                  </a:lnTo>
                  <a:lnTo>
                    <a:pt x="148" y="6"/>
                  </a:lnTo>
                  <a:lnTo>
                    <a:pt x="144" y="0"/>
                  </a:lnTo>
                  <a:lnTo>
                    <a:pt x="128" y="8"/>
                  </a:lnTo>
                  <a:lnTo>
                    <a:pt x="120" y="18"/>
                  </a:lnTo>
                  <a:lnTo>
                    <a:pt x="118" y="20"/>
                  </a:lnTo>
                  <a:lnTo>
                    <a:pt x="102" y="24"/>
                  </a:lnTo>
                  <a:lnTo>
                    <a:pt x="78" y="48"/>
                  </a:lnTo>
                  <a:lnTo>
                    <a:pt x="56" y="70"/>
                  </a:lnTo>
                  <a:lnTo>
                    <a:pt x="12" y="128"/>
                  </a:lnTo>
                  <a:lnTo>
                    <a:pt x="22" y="148"/>
                  </a:lnTo>
                  <a:lnTo>
                    <a:pt x="22" y="152"/>
                  </a:lnTo>
                  <a:lnTo>
                    <a:pt x="20" y="152"/>
                  </a:lnTo>
                  <a:lnTo>
                    <a:pt x="20" y="156"/>
                  </a:lnTo>
                  <a:lnTo>
                    <a:pt x="20" y="160"/>
                  </a:lnTo>
                  <a:lnTo>
                    <a:pt x="24" y="172"/>
                  </a:lnTo>
                  <a:lnTo>
                    <a:pt x="32" y="188"/>
                  </a:lnTo>
                  <a:lnTo>
                    <a:pt x="34" y="198"/>
                  </a:lnTo>
                  <a:lnTo>
                    <a:pt x="34" y="206"/>
                  </a:lnTo>
                  <a:lnTo>
                    <a:pt x="34" y="208"/>
                  </a:lnTo>
                  <a:lnTo>
                    <a:pt x="0" y="228"/>
                  </a:lnTo>
                  <a:lnTo>
                    <a:pt x="0" y="236"/>
                  </a:lnTo>
                  <a:lnTo>
                    <a:pt x="16" y="244"/>
                  </a:lnTo>
                  <a:lnTo>
                    <a:pt x="18" y="248"/>
                  </a:lnTo>
                  <a:lnTo>
                    <a:pt x="18" y="252"/>
                  </a:lnTo>
                  <a:lnTo>
                    <a:pt x="22" y="256"/>
                  </a:lnTo>
                  <a:lnTo>
                    <a:pt x="36" y="264"/>
                  </a:lnTo>
                  <a:lnTo>
                    <a:pt x="64" y="272"/>
                  </a:lnTo>
                  <a:lnTo>
                    <a:pt x="74" y="266"/>
                  </a:lnTo>
                  <a:lnTo>
                    <a:pt x="84" y="252"/>
                  </a:lnTo>
                  <a:lnTo>
                    <a:pt x="92" y="230"/>
                  </a:lnTo>
                  <a:lnTo>
                    <a:pt x="114" y="238"/>
                  </a:lnTo>
                  <a:lnTo>
                    <a:pt x="118" y="240"/>
                  </a:lnTo>
                  <a:lnTo>
                    <a:pt x="118" y="242"/>
                  </a:lnTo>
                  <a:lnTo>
                    <a:pt x="118" y="244"/>
                  </a:lnTo>
                  <a:lnTo>
                    <a:pt x="116" y="250"/>
                  </a:lnTo>
                  <a:lnTo>
                    <a:pt x="116" y="256"/>
                  </a:lnTo>
                  <a:lnTo>
                    <a:pt x="118" y="260"/>
                  </a:lnTo>
                  <a:lnTo>
                    <a:pt x="124" y="264"/>
                  </a:lnTo>
                  <a:lnTo>
                    <a:pt x="148" y="264"/>
                  </a:lnTo>
                  <a:lnTo>
                    <a:pt x="160" y="260"/>
                  </a:lnTo>
                  <a:lnTo>
                    <a:pt x="170" y="256"/>
                  </a:lnTo>
                  <a:lnTo>
                    <a:pt x="172" y="252"/>
                  </a:lnTo>
                  <a:lnTo>
                    <a:pt x="176" y="252"/>
                  </a:lnTo>
                  <a:lnTo>
                    <a:pt x="184" y="252"/>
                  </a:lnTo>
                  <a:lnTo>
                    <a:pt x="198" y="256"/>
                  </a:lnTo>
                  <a:lnTo>
                    <a:pt x="202" y="258"/>
                  </a:lnTo>
                  <a:lnTo>
                    <a:pt x="208" y="264"/>
                  </a:lnTo>
                  <a:lnTo>
                    <a:pt x="212" y="250"/>
                  </a:lnTo>
                  <a:lnTo>
                    <a:pt x="214" y="248"/>
                  </a:lnTo>
                  <a:lnTo>
                    <a:pt x="216" y="248"/>
                  </a:lnTo>
                  <a:lnTo>
                    <a:pt x="220" y="242"/>
                  </a:lnTo>
                  <a:lnTo>
                    <a:pt x="224" y="236"/>
                  </a:lnTo>
                  <a:lnTo>
                    <a:pt x="230" y="228"/>
                  </a:lnTo>
                  <a:lnTo>
                    <a:pt x="238" y="220"/>
                  </a:lnTo>
                  <a:lnTo>
                    <a:pt x="248" y="214"/>
                  </a:lnTo>
                  <a:lnTo>
                    <a:pt x="250" y="212"/>
                  </a:lnTo>
                  <a:lnTo>
                    <a:pt x="250" y="214"/>
                  </a:lnTo>
                  <a:lnTo>
                    <a:pt x="252" y="214"/>
                  </a:lnTo>
                  <a:lnTo>
                    <a:pt x="258" y="216"/>
                  </a:lnTo>
                  <a:lnTo>
                    <a:pt x="260" y="216"/>
                  </a:lnTo>
                  <a:lnTo>
                    <a:pt x="268" y="176"/>
                  </a:lnTo>
                  <a:lnTo>
                    <a:pt x="280" y="172"/>
                  </a:lnTo>
                  <a:lnTo>
                    <a:pt x="290" y="166"/>
                  </a:lnTo>
                  <a:lnTo>
                    <a:pt x="296" y="160"/>
                  </a:lnTo>
                  <a:lnTo>
                    <a:pt x="298" y="156"/>
                  </a:lnTo>
                  <a:lnTo>
                    <a:pt x="300" y="150"/>
                  </a:lnTo>
                  <a:lnTo>
                    <a:pt x="296" y="138"/>
                  </a:lnTo>
                  <a:lnTo>
                    <a:pt x="294" y="128"/>
                  </a:lnTo>
                  <a:lnTo>
                    <a:pt x="296" y="122"/>
                  </a:lnTo>
                  <a:lnTo>
                    <a:pt x="298" y="120"/>
                  </a:lnTo>
                  <a:lnTo>
                    <a:pt x="302" y="120"/>
                  </a:lnTo>
                  <a:lnTo>
                    <a:pt x="310" y="120"/>
                  </a:lnTo>
                  <a:lnTo>
                    <a:pt x="320" y="124"/>
                  </a:lnTo>
                  <a:lnTo>
                    <a:pt x="322" y="112"/>
                  </a:lnTo>
                  <a:lnTo>
                    <a:pt x="322" y="110"/>
                  </a:lnTo>
                  <a:lnTo>
                    <a:pt x="322" y="108"/>
                  </a:lnTo>
                  <a:lnTo>
                    <a:pt x="336" y="102"/>
                  </a:lnTo>
                  <a:lnTo>
                    <a:pt x="338" y="96"/>
                  </a:lnTo>
                  <a:lnTo>
                    <a:pt x="330" y="96"/>
                  </a:lnTo>
                  <a:lnTo>
                    <a:pt x="328" y="94"/>
                  </a:lnTo>
                  <a:lnTo>
                    <a:pt x="328" y="90"/>
                  </a:lnTo>
                  <a:lnTo>
                    <a:pt x="328" y="88"/>
                  </a:lnTo>
                  <a:lnTo>
                    <a:pt x="330" y="86"/>
                  </a:lnTo>
                  <a:lnTo>
                    <a:pt x="332" y="86"/>
                  </a:lnTo>
                  <a:lnTo>
                    <a:pt x="334" y="86"/>
                  </a:lnTo>
                  <a:lnTo>
                    <a:pt x="342" y="84"/>
                  </a:lnTo>
                  <a:lnTo>
                    <a:pt x="352" y="76"/>
                  </a:lnTo>
                  <a:lnTo>
                    <a:pt x="404" y="40"/>
                  </a:lnTo>
                  <a:lnTo>
                    <a:pt x="420" y="48"/>
                  </a:lnTo>
                  <a:lnTo>
                    <a:pt x="428" y="48"/>
                  </a:lnTo>
                  <a:lnTo>
                    <a:pt x="424" y="30"/>
                  </a:lnTo>
                  <a:lnTo>
                    <a:pt x="424" y="28"/>
                  </a:lnTo>
                  <a:lnTo>
                    <a:pt x="434" y="12"/>
                  </a:lnTo>
                  <a:lnTo>
                    <a:pt x="432" y="12"/>
                  </a:lnTo>
                  <a:lnTo>
                    <a:pt x="426" y="12"/>
                  </a:lnTo>
                  <a:lnTo>
                    <a:pt x="426" y="14"/>
                  </a:lnTo>
                  <a:lnTo>
                    <a:pt x="424" y="14"/>
                  </a:lnTo>
                  <a:lnTo>
                    <a:pt x="408" y="16"/>
                  </a:lnTo>
                  <a:lnTo>
                    <a:pt x="404" y="16"/>
                  </a:lnTo>
                  <a:lnTo>
                    <a:pt x="404" y="12"/>
                  </a:lnTo>
                  <a:lnTo>
                    <a:pt x="400" y="8"/>
                  </a:lnTo>
                  <a:lnTo>
                    <a:pt x="396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noProof="1">
                <a:solidFill>
                  <a:srgbClr val="FFFFFF"/>
                </a:solidFill>
              </a:endParaRPr>
            </a:p>
          </p:txBody>
        </p:sp>
        <p:sp>
          <p:nvSpPr>
            <p:cNvPr id="38" name="上海"/>
            <p:cNvSpPr/>
            <p:nvPr/>
          </p:nvSpPr>
          <p:spPr bwMode="auto">
            <a:xfrm>
              <a:off x="6718300" y="3933825"/>
              <a:ext cx="125413" cy="109538"/>
            </a:xfrm>
            <a:custGeom>
              <a:avLst/>
              <a:gdLst>
                <a:gd name="T0" fmla="*/ 2147483646 w 68"/>
                <a:gd name="T1" fmla="*/ 2147483646 h 60"/>
                <a:gd name="T2" fmla="*/ 2147483646 w 68"/>
                <a:gd name="T3" fmla="*/ 2147483646 h 60"/>
                <a:gd name="T4" fmla="*/ 2147483646 w 68"/>
                <a:gd name="T5" fmla="*/ 2147483646 h 60"/>
                <a:gd name="T6" fmla="*/ 2147483646 w 68"/>
                <a:gd name="T7" fmla="*/ 2147483646 h 60"/>
                <a:gd name="T8" fmla="*/ 2147483646 w 68"/>
                <a:gd name="T9" fmla="*/ 2147483646 h 60"/>
                <a:gd name="T10" fmla="*/ 2147483646 w 68"/>
                <a:gd name="T11" fmla="*/ 2147483646 h 60"/>
                <a:gd name="T12" fmla="*/ 2147483646 w 68"/>
                <a:gd name="T13" fmla="*/ 2147483646 h 60"/>
                <a:gd name="T14" fmla="*/ 2147483646 w 68"/>
                <a:gd name="T15" fmla="*/ 2147483646 h 60"/>
                <a:gd name="T16" fmla="*/ 2147483646 w 68"/>
                <a:gd name="T17" fmla="*/ 0 h 60"/>
                <a:gd name="T18" fmla="*/ 2147483646 w 68"/>
                <a:gd name="T19" fmla="*/ 0 h 60"/>
                <a:gd name="T20" fmla="*/ 2147483646 w 68"/>
                <a:gd name="T21" fmla="*/ 0 h 60"/>
                <a:gd name="T22" fmla="*/ 2147483646 w 68"/>
                <a:gd name="T23" fmla="*/ 2147483646 h 60"/>
                <a:gd name="T24" fmla="*/ 2147483646 w 68"/>
                <a:gd name="T25" fmla="*/ 2147483646 h 60"/>
                <a:gd name="T26" fmla="*/ 2147483646 w 68"/>
                <a:gd name="T27" fmla="*/ 2147483646 h 60"/>
                <a:gd name="T28" fmla="*/ 2147483646 w 68"/>
                <a:gd name="T29" fmla="*/ 2147483646 h 60"/>
                <a:gd name="T30" fmla="*/ 2147483646 w 68"/>
                <a:gd name="T31" fmla="*/ 2147483646 h 60"/>
                <a:gd name="T32" fmla="*/ 0 w 68"/>
                <a:gd name="T33" fmla="*/ 2147483646 h 60"/>
                <a:gd name="T34" fmla="*/ 2147483646 w 68"/>
                <a:gd name="T35" fmla="*/ 2147483646 h 60"/>
                <a:gd name="T36" fmla="*/ 2147483646 w 68"/>
                <a:gd name="T37" fmla="*/ 2147483646 h 60"/>
                <a:gd name="T38" fmla="*/ 2147483646 w 68"/>
                <a:gd name="T39" fmla="*/ 2147483646 h 60"/>
                <a:gd name="T40" fmla="*/ 2147483646 w 68"/>
                <a:gd name="T41" fmla="*/ 2147483646 h 60"/>
                <a:gd name="T42" fmla="*/ 2147483646 w 68"/>
                <a:gd name="T43" fmla="*/ 2147483646 h 60"/>
                <a:gd name="T44" fmla="*/ 2147483646 w 68"/>
                <a:gd name="T45" fmla="*/ 2147483646 h 60"/>
                <a:gd name="T46" fmla="*/ 2147483646 w 68"/>
                <a:gd name="T47" fmla="*/ 2147483646 h 60"/>
                <a:gd name="T48" fmla="*/ 2147483646 w 68"/>
                <a:gd name="T49" fmla="*/ 2147483646 h 60"/>
                <a:gd name="T50" fmla="*/ 2147483646 w 68"/>
                <a:gd name="T51" fmla="*/ 2147483646 h 60"/>
                <a:gd name="T52" fmla="*/ 2147483646 w 68"/>
                <a:gd name="T53" fmla="*/ 2147483646 h 60"/>
                <a:gd name="T54" fmla="*/ 2147483646 w 68"/>
                <a:gd name="T55" fmla="*/ 2147483646 h 60"/>
                <a:gd name="T56" fmla="*/ 2147483646 w 68"/>
                <a:gd name="T57" fmla="*/ 2147483646 h 60"/>
                <a:gd name="T58" fmla="*/ 2147483646 w 68"/>
                <a:gd name="T59" fmla="*/ 2147483646 h 60"/>
                <a:gd name="T60" fmla="*/ 2147483646 w 68"/>
                <a:gd name="T61" fmla="*/ 2147483646 h 60"/>
                <a:gd name="T62" fmla="*/ 2147483646 w 68"/>
                <a:gd name="T63" fmla="*/ 2147483646 h 60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68" h="60">
                  <a:moveTo>
                    <a:pt x="62" y="32"/>
                  </a:moveTo>
                  <a:lnTo>
                    <a:pt x="68" y="24"/>
                  </a:lnTo>
                  <a:lnTo>
                    <a:pt x="48" y="8"/>
                  </a:lnTo>
                  <a:lnTo>
                    <a:pt x="40" y="4"/>
                  </a:lnTo>
                  <a:lnTo>
                    <a:pt x="34" y="0"/>
                  </a:lnTo>
                  <a:lnTo>
                    <a:pt x="28" y="0"/>
                  </a:lnTo>
                  <a:lnTo>
                    <a:pt x="22" y="0"/>
                  </a:lnTo>
                  <a:lnTo>
                    <a:pt x="14" y="2"/>
                  </a:lnTo>
                  <a:lnTo>
                    <a:pt x="14" y="20"/>
                  </a:lnTo>
                  <a:lnTo>
                    <a:pt x="10" y="28"/>
                  </a:lnTo>
                  <a:lnTo>
                    <a:pt x="4" y="36"/>
                  </a:lnTo>
                  <a:lnTo>
                    <a:pt x="0" y="40"/>
                  </a:lnTo>
                  <a:lnTo>
                    <a:pt x="8" y="48"/>
                  </a:lnTo>
                  <a:lnTo>
                    <a:pt x="10" y="48"/>
                  </a:lnTo>
                  <a:lnTo>
                    <a:pt x="12" y="56"/>
                  </a:lnTo>
                  <a:lnTo>
                    <a:pt x="22" y="60"/>
                  </a:lnTo>
                  <a:lnTo>
                    <a:pt x="28" y="56"/>
                  </a:lnTo>
                  <a:lnTo>
                    <a:pt x="34" y="54"/>
                  </a:lnTo>
                  <a:lnTo>
                    <a:pt x="52" y="58"/>
                  </a:lnTo>
                  <a:lnTo>
                    <a:pt x="52" y="52"/>
                  </a:lnTo>
                  <a:lnTo>
                    <a:pt x="54" y="44"/>
                  </a:lnTo>
                  <a:lnTo>
                    <a:pt x="56" y="38"/>
                  </a:lnTo>
                  <a:lnTo>
                    <a:pt x="58" y="34"/>
                  </a:lnTo>
                  <a:lnTo>
                    <a:pt x="62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noProof="1">
                <a:solidFill>
                  <a:srgbClr val="FFFFFF"/>
                </a:solidFill>
              </a:endParaRPr>
            </a:p>
          </p:txBody>
        </p:sp>
        <p:sp>
          <p:nvSpPr>
            <p:cNvPr id="39" name="江苏"/>
            <p:cNvSpPr/>
            <p:nvPr/>
          </p:nvSpPr>
          <p:spPr bwMode="auto">
            <a:xfrm>
              <a:off x="6137275" y="3513138"/>
              <a:ext cx="692150" cy="533400"/>
            </a:xfrm>
            <a:custGeom>
              <a:avLst/>
              <a:gdLst>
                <a:gd name="T0" fmla="*/ 2147483646 w 378"/>
                <a:gd name="T1" fmla="*/ 2147483646 h 292"/>
                <a:gd name="T2" fmla="*/ 2147483646 w 378"/>
                <a:gd name="T3" fmla="*/ 2147483646 h 292"/>
                <a:gd name="T4" fmla="*/ 2147483646 w 378"/>
                <a:gd name="T5" fmla="*/ 2147483646 h 292"/>
                <a:gd name="T6" fmla="*/ 2147483646 w 378"/>
                <a:gd name="T7" fmla="*/ 2147483646 h 292"/>
                <a:gd name="T8" fmla="*/ 2147483646 w 378"/>
                <a:gd name="T9" fmla="*/ 2147483646 h 292"/>
                <a:gd name="T10" fmla="*/ 2147483646 w 378"/>
                <a:gd name="T11" fmla="*/ 0 h 292"/>
                <a:gd name="T12" fmla="*/ 2147483646 w 378"/>
                <a:gd name="T13" fmla="*/ 2147483646 h 292"/>
                <a:gd name="T14" fmla="*/ 2147483646 w 378"/>
                <a:gd name="T15" fmla="*/ 2147483646 h 292"/>
                <a:gd name="T16" fmla="*/ 2147483646 w 378"/>
                <a:gd name="T17" fmla="*/ 2147483646 h 292"/>
                <a:gd name="T18" fmla="*/ 2147483646 w 378"/>
                <a:gd name="T19" fmla="*/ 2147483646 h 292"/>
                <a:gd name="T20" fmla="*/ 2147483646 w 378"/>
                <a:gd name="T21" fmla="*/ 2147483646 h 292"/>
                <a:gd name="T22" fmla="*/ 2147483646 w 378"/>
                <a:gd name="T23" fmla="*/ 2147483646 h 292"/>
                <a:gd name="T24" fmla="*/ 2147483646 w 378"/>
                <a:gd name="T25" fmla="*/ 2147483646 h 292"/>
                <a:gd name="T26" fmla="*/ 2147483646 w 378"/>
                <a:gd name="T27" fmla="*/ 2147483646 h 292"/>
                <a:gd name="T28" fmla="*/ 2147483646 w 378"/>
                <a:gd name="T29" fmla="*/ 2147483646 h 292"/>
                <a:gd name="T30" fmla="*/ 2147483646 w 378"/>
                <a:gd name="T31" fmla="*/ 2147483646 h 292"/>
                <a:gd name="T32" fmla="*/ 2147483646 w 378"/>
                <a:gd name="T33" fmla="*/ 2147483646 h 292"/>
                <a:gd name="T34" fmla="*/ 2147483646 w 378"/>
                <a:gd name="T35" fmla="*/ 2147483646 h 292"/>
                <a:gd name="T36" fmla="*/ 2147483646 w 378"/>
                <a:gd name="T37" fmla="*/ 2147483646 h 292"/>
                <a:gd name="T38" fmla="*/ 2147483646 w 378"/>
                <a:gd name="T39" fmla="*/ 2147483646 h 292"/>
                <a:gd name="T40" fmla="*/ 2147483646 w 378"/>
                <a:gd name="T41" fmla="*/ 2147483646 h 292"/>
                <a:gd name="T42" fmla="*/ 2147483646 w 378"/>
                <a:gd name="T43" fmla="*/ 2147483646 h 292"/>
                <a:gd name="T44" fmla="*/ 2147483646 w 378"/>
                <a:gd name="T45" fmla="*/ 2147483646 h 292"/>
                <a:gd name="T46" fmla="*/ 2147483646 w 378"/>
                <a:gd name="T47" fmla="*/ 2147483646 h 292"/>
                <a:gd name="T48" fmla="*/ 2147483646 w 378"/>
                <a:gd name="T49" fmla="*/ 2147483646 h 292"/>
                <a:gd name="T50" fmla="*/ 2147483646 w 378"/>
                <a:gd name="T51" fmla="*/ 2147483646 h 292"/>
                <a:gd name="T52" fmla="*/ 2147483646 w 378"/>
                <a:gd name="T53" fmla="*/ 2147483646 h 292"/>
                <a:gd name="T54" fmla="*/ 2147483646 w 378"/>
                <a:gd name="T55" fmla="*/ 2147483646 h 292"/>
                <a:gd name="T56" fmla="*/ 2147483646 w 378"/>
                <a:gd name="T57" fmla="*/ 2147483646 h 292"/>
                <a:gd name="T58" fmla="*/ 2147483646 w 378"/>
                <a:gd name="T59" fmla="*/ 2147483646 h 292"/>
                <a:gd name="T60" fmla="*/ 2147483646 w 378"/>
                <a:gd name="T61" fmla="*/ 2147483646 h 292"/>
                <a:gd name="T62" fmla="*/ 2147483646 w 378"/>
                <a:gd name="T63" fmla="*/ 2147483646 h 292"/>
                <a:gd name="T64" fmla="*/ 2147483646 w 378"/>
                <a:gd name="T65" fmla="*/ 2147483646 h 292"/>
                <a:gd name="T66" fmla="*/ 2147483646 w 378"/>
                <a:gd name="T67" fmla="*/ 2147483646 h 292"/>
                <a:gd name="T68" fmla="*/ 2147483646 w 378"/>
                <a:gd name="T69" fmla="*/ 2147483646 h 292"/>
                <a:gd name="T70" fmla="*/ 2147483646 w 378"/>
                <a:gd name="T71" fmla="*/ 2147483646 h 292"/>
                <a:gd name="T72" fmla="*/ 2147483646 w 378"/>
                <a:gd name="T73" fmla="*/ 2147483646 h 292"/>
                <a:gd name="T74" fmla="*/ 2147483646 w 378"/>
                <a:gd name="T75" fmla="*/ 2147483646 h 292"/>
                <a:gd name="T76" fmla="*/ 2147483646 w 378"/>
                <a:gd name="T77" fmla="*/ 2147483646 h 292"/>
                <a:gd name="T78" fmla="*/ 2147483646 w 378"/>
                <a:gd name="T79" fmla="*/ 2147483646 h 292"/>
                <a:gd name="T80" fmla="*/ 2147483646 w 378"/>
                <a:gd name="T81" fmla="*/ 2147483646 h 292"/>
                <a:gd name="T82" fmla="*/ 2147483646 w 378"/>
                <a:gd name="T83" fmla="*/ 2147483646 h 292"/>
                <a:gd name="T84" fmla="*/ 2147483646 w 378"/>
                <a:gd name="T85" fmla="*/ 2147483646 h 292"/>
                <a:gd name="T86" fmla="*/ 2147483646 w 378"/>
                <a:gd name="T87" fmla="*/ 2147483646 h 292"/>
                <a:gd name="T88" fmla="*/ 2147483646 w 378"/>
                <a:gd name="T89" fmla="*/ 2147483646 h 292"/>
                <a:gd name="T90" fmla="*/ 2147483646 w 378"/>
                <a:gd name="T91" fmla="*/ 2147483646 h 292"/>
                <a:gd name="T92" fmla="*/ 2147483646 w 378"/>
                <a:gd name="T93" fmla="*/ 2147483646 h 292"/>
                <a:gd name="T94" fmla="*/ 2147483646 w 378"/>
                <a:gd name="T95" fmla="*/ 2147483646 h 292"/>
                <a:gd name="T96" fmla="*/ 2147483646 w 378"/>
                <a:gd name="T97" fmla="*/ 2147483646 h 292"/>
                <a:gd name="T98" fmla="*/ 2147483646 w 378"/>
                <a:gd name="T99" fmla="*/ 2147483646 h 292"/>
                <a:gd name="T100" fmla="*/ 2147483646 w 378"/>
                <a:gd name="T101" fmla="*/ 2147483646 h 29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378" h="292">
                  <a:moveTo>
                    <a:pt x="264" y="86"/>
                  </a:moveTo>
                  <a:lnTo>
                    <a:pt x="264" y="86"/>
                  </a:lnTo>
                  <a:lnTo>
                    <a:pt x="258" y="78"/>
                  </a:lnTo>
                  <a:lnTo>
                    <a:pt x="252" y="70"/>
                  </a:lnTo>
                  <a:lnTo>
                    <a:pt x="240" y="46"/>
                  </a:lnTo>
                  <a:lnTo>
                    <a:pt x="226" y="44"/>
                  </a:lnTo>
                  <a:lnTo>
                    <a:pt x="214" y="42"/>
                  </a:lnTo>
                  <a:lnTo>
                    <a:pt x="204" y="38"/>
                  </a:lnTo>
                  <a:lnTo>
                    <a:pt x="198" y="34"/>
                  </a:lnTo>
                  <a:lnTo>
                    <a:pt x="194" y="28"/>
                  </a:lnTo>
                  <a:lnTo>
                    <a:pt x="188" y="24"/>
                  </a:lnTo>
                  <a:lnTo>
                    <a:pt x="170" y="18"/>
                  </a:lnTo>
                  <a:lnTo>
                    <a:pt x="166" y="16"/>
                  </a:lnTo>
                  <a:lnTo>
                    <a:pt x="170" y="2"/>
                  </a:lnTo>
                  <a:lnTo>
                    <a:pt x="168" y="2"/>
                  </a:lnTo>
                  <a:lnTo>
                    <a:pt x="164" y="0"/>
                  </a:lnTo>
                  <a:lnTo>
                    <a:pt x="152" y="8"/>
                  </a:lnTo>
                  <a:lnTo>
                    <a:pt x="148" y="12"/>
                  </a:lnTo>
                  <a:lnTo>
                    <a:pt x="144" y="16"/>
                  </a:lnTo>
                  <a:lnTo>
                    <a:pt x="140" y="26"/>
                  </a:lnTo>
                  <a:lnTo>
                    <a:pt x="132" y="32"/>
                  </a:lnTo>
                  <a:lnTo>
                    <a:pt x="126" y="46"/>
                  </a:lnTo>
                  <a:lnTo>
                    <a:pt x="124" y="50"/>
                  </a:lnTo>
                  <a:lnTo>
                    <a:pt x="120" y="52"/>
                  </a:lnTo>
                  <a:lnTo>
                    <a:pt x="118" y="52"/>
                  </a:lnTo>
                  <a:lnTo>
                    <a:pt x="116" y="48"/>
                  </a:lnTo>
                  <a:lnTo>
                    <a:pt x="108" y="42"/>
                  </a:lnTo>
                  <a:lnTo>
                    <a:pt x="102" y="40"/>
                  </a:lnTo>
                  <a:lnTo>
                    <a:pt x="96" y="38"/>
                  </a:lnTo>
                  <a:lnTo>
                    <a:pt x="88" y="40"/>
                  </a:lnTo>
                  <a:lnTo>
                    <a:pt x="76" y="46"/>
                  </a:lnTo>
                  <a:lnTo>
                    <a:pt x="62" y="50"/>
                  </a:lnTo>
                  <a:lnTo>
                    <a:pt x="32" y="50"/>
                  </a:lnTo>
                  <a:lnTo>
                    <a:pt x="26" y="44"/>
                  </a:lnTo>
                  <a:lnTo>
                    <a:pt x="22" y="38"/>
                  </a:lnTo>
                  <a:lnTo>
                    <a:pt x="20" y="32"/>
                  </a:lnTo>
                  <a:lnTo>
                    <a:pt x="20" y="22"/>
                  </a:lnTo>
                  <a:lnTo>
                    <a:pt x="8" y="18"/>
                  </a:lnTo>
                  <a:lnTo>
                    <a:pt x="4" y="34"/>
                  </a:lnTo>
                  <a:lnTo>
                    <a:pt x="4" y="36"/>
                  </a:lnTo>
                  <a:lnTo>
                    <a:pt x="2" y="36"/>
                  </a:lnTo>
                  <a:lnTo>
                    <a:pt x="0" y="40"/>
                  </a:lnTo>
                  <a:lnTo>
                    <a:pt x="8" y="42"/>
                  </a:lnTo>
                  <a:lnTo>
                    <a:pt x="10" y="42"/>
                  </a:lnTo>
                  <a:lnTo>
                    <a:pt x="28" y="66"/>
                  </a:lnTo>
                  <a:lnTo>
                    <a:pt x="40" y="76"/>
                  </a:lnTo>
                  <a:lnTo>
                    <a:pt x="68" y="86"/>
                  </a:lnTo>
                  <a:lnTo>
                    <a:pt x="98" y="96"/>
                  </a:lnTo>
                  <a:lnTo>
                    <a:pt x="104" y="102"/>
                  </a:lnTo>
                  <a:lnTo>
                    <a:pt x="112" y="112"/>
                  </a:lnTo>
                  <a:lnTo>
                    <a:pt x="118" y="128"/>
                  </a:lnTo>
                  <a:lnTo>
                    <a:pt x="124" y="150"/>
                  </a:lnTo>
                  <a:lnTo>
                    <a:pt x="140" y="158"/>
                  </a:lnTo>
                  <a:lnTo>
                    <a:pt x="146" y="162"/>
                  </a:lnTo>
                  <a:lnTo>
                    <a:pt x="152" y="162"/>
                  </a:lnTo>
                  <a:lnTo>
                    <a:pt x="180" y="144"/>
                  </a:lnTo>
                  <a:lnTo>
                    <a:pt x="182" y="142"/>
                  </a:lnTo>
                  <a:lnTo>
                    <a:pt x="184" y="144"/>
                  </a:lnTo>
                  <a:lnTo>
                    <a:pt x="198" y="146"/>
                  </a:lnTo>
                  <a:lnTo>
                    <a:pt x="200" y="146"/>
                  </a:lnTo>
                  <a:lnTo>
                    <a:pt x="200" y="150"/>
                  </a:lnTo>
                  <a:lnTo>
                    <a:pt x="198" y="152"/>
                  </a:lnTo>
                  <a:lnTo>
                    <a:pt x="192" y="174"/>
                  </a:lnTo>
                  <a:lnTo>
                    <a:pt x="186" y="186"/>
                  </a:lnTo>
                  <a:lnTo>
                    <a:pt x="168" y="186"/>
                  </a:lnTo>
                  <a:lnTo>
                    <a:pt x="166" y="194"/>
                  </a:lnTo>
                  <a:lnTo>
                    <a:pt x="164" y="202"/>
                  </a:lnTo>
                  <a:lnTo>
                    <a:pt x="152" y="222"/>
                  </a:lnTo>
                  <a:lnTo>
                    <a:pt x="148" y="228"/>
                  </a:lnTo>
                  <a:lnTo>
                    <a:pt x="148" y="234"/>
                  </a:lnTo>
                  <a:lnTo>
                    <a:pt x="166" y="246"/>
                  </a:lnTo>
                  <a:lnTo>
                    <a:pt x="172" y="252"/>
                  </a:lnTo>
                  <a:lnTo>
                    <a:pt x="178" y="254"/>
                  </a:lnTo>
                  <a:lnTo>
                    <a:pt x="182" y="254"/>
                  </a:lnTo>
                  <a:lnTo>
                    <a:pt x="186" y="266"/>
                  </a:lnTo>
                  <a:lnTo>
                    <a:pt x="194" y="270"/>
                  </a:lnTo>
                  <a:lnTo>
                    <a:pt x="200" y="266"/>
                  </a:lnTo>
                  <a:lnTo>
                    <a:pt x="204" y="262"/>
                  </a:lnTo>
                  <a:lnTo>
                    <a:pt x="208" y="262"/>
                  </a:lnTo>
                  <a:lnTo>
                    <a:pt x="214" y="264"/>
                  </a:lnTo>
                  <a:lnTo>
                    <a:pt x="218" y="266"/>
                  </a:lnTo>
                  <a:lnTo>
                    <a:pt x="224" y="270"/>
                  </a:lnTo>
                  <a:lnTo>
                    <a:pt x="230" y="278"/>
                  </a:lnTo>
                  <a:lnTo>
                    <a:pt x="236" y="286"/>
                  </a:lnTo>
                  <a:lnTo>
                    <a:pt x="238" y="286"/>
                  </a:lnTo>
                  <a:lnTo>
                    <a:pt x="242" y="284"/>
                  </a:lnTo>
                  <a:lnTo>
                    <a:pt x="248" y="284"/>
                  </a:lnTo>
                  <a:lnTo>
                    <a:pt x="264" y="288"/>
                  </a:lnTo>
                  <a:lnTo>
                    <a:pt x="284" y="292"/>
                  </a:lnTo>
                  <a:lnTo>
                    <a:pt x="304" y="286"/>
                  </a:lnTo>
                  <a:lnTo>
                    <a:pt x="312" y="282"/>
                  </a:lnTo>
                  <a:lnTo>
                    <a:pt x="318" y="278"/>
                  </a:lnTo>
                  <a:lnTo>
                    <a:pt x="312" y="272"/>
                  </a:lnTo>
                  <a:lnTo>
                    <a:pt x="312" y="268"/>
                  </a:lnTo>
                  <a:lnTo>
                    <a:pt x="316" y="262"/>
                  </a:lnTo>
                  <a:lnTo>
                    <a:pt x="322" y="256"/>
                  </a:lnTo>
                  <a:lnTo>
                    <a:pt x="324" y="248"/>
                  </a:lnTo>
                  <a:lnTo>
                    <a:pt x="324" y="238"/>
                  </a:lnTo>
                  <a:lnTo>
                    <a:pt x="324" y="232"/>
                  </a:lnTo>
                  <a:lnTo>
                    <a:pt x="326" y="230"/>
                  </a:lnTo>
                  <a:lnTo>
                    <a:pt x="330" y="226"/>
                  </a:lnTo>
                  <a:lnTo>
                    <a:pt x="340" y="222"/>
                  </a:lnTo>
                  <a:lnTo>
                    <a:pt x="348" y="222"/>
                  </a:lnTo>
                  <a:lnTo>
                    <a:pt x="356" y="226"/>
                  </a:lnTo>
                  <a:lnTo>
                    <a:pt x="366" y="230"/>
                  </a:lnTo>
                  <a:lnTo>
                    <a:pt x="378" y="238"/>
                  </a:lnTo>
                  <a:lnTo>
                    <a:pt x="372" y="222"/>
                  </a:lnTo>
                  <a:lnTo>
                    <a:pt x="364" y="210"/>
                  </a:lnTo>
                  <a:lnTo>
                    <a:pt x="362" y="196"/>
                  </a:lnTo>
                  <a:lnTo>
                    <a:pt x="348" y="194"/>
                  </a:lnTo>
                  <a:lnTo>
                    <a:pt x="312" y="172"/>
                  </a:lnTo>
                  <a:lnTo>
                    <a:pt x="294" y="170"/>
                  </a:lnTo>
                  <a:lnTo>
                    <a:pt x="294" y="166"/>
                  </a:lnTo>
                  <a:lnTo>
                    <a:pt x="292" y="146"/>
                  </a:lnTo>
                  <a:lnTo>
                    <a:pt x="276" y="106"/>
                  </a:lnTo>
                  <a:lnTo>
                    <a:pt x="270" y="94"/>
                  </a:lnTo>
                  <a:lnTo>
                    <a:pt x="264" y="8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noProof="1">
                <a:solidFill>
                  <a:srgbClr val="FFFFFF"/>
                </a:solidFill>
              </a:endParaRPr>
            </a:p>
          </p:txBody>
        </p:sp>
        <p:sp>
          <p:nvSpPr>
            <p:cNvPr id="40" name="河北"/>
            <p:cNvSpPr/>
            <p:nvPr/>
          </p:nvSpPr>
          <p:spPr bwMode="auto">
            <a:xfrm>
              <a:off x="5776913" y="2492375"/>
              <a:ext cx="642937" cy="917575"/>
            </a:xfrm>
            <a:custGeom>
              <a:avLst/>
              <a:gdLst>
                <a:gd name="T0" fmla="*/ 2147483646 w 352"/>
                <a:gd name="T1" fmla="*/ 2147483646 h 502"/>
                <a:gd name="T2" fmla="*/ 2147483646 w 352"/>
                <a:gd name="T3" fmla="*/ 2147483646 h 502"/>
                <a:gd name="T4" fmla="*/ 2147483646 w 352"/>
                <a:gd name="T5" fmla="*/ 2147483646 h 502"/>
                <a:gd name="T6" fmla="*/ 2147483646 w 352"/>
                <a:gd name="T7" fmla="*/ 2147483646 h 502"/>
                <a:gd name="T8" fmla="*/ 2147483646 w 352"/>
                <a:gd name="T9" fmla="*/ 2147483646 h 502"/>
                <a:gd name="T10" fmla="*/ 2147483646 w 352"/>
                <a:gd name="T11" fmla="*/ 2147483646 h 502"/>
                <a:gd name="T12" fmla="*/ 2147483646 w 352"/>
                <a:gd name="T13" fmla="*/ 2147483646 h 502"/>
                <a:gd name="T14" fmla="*/ 2147483646 w 352"/>
                <a:gd name="T15" fmla="*/ 2147483646 h 502"/>
                <a:gd name="T16" fmla="*/ 2147483646 w 352"/>
                <a:gd name="T17" fmla="*/ 2147483646 h 502"/>
                <a:gd name="T18" fmla="*/ 2147483646 w 352"/>
                <a:gd name="T19" fmla="*/ 2147483646 h 502"/>
                <a:gd name="T20" fmla="*/ 2147483646 w 352"/>
                <a:gd name="T21" fmla="*/ 2147483646 h 502"/>
                <a:gd name="T22" fmla="*/ 2147483646 w 352"/>
                <a:gd name="T23" fmla="*/ 2147483646 h 502"/>
                <a:gd name="T24" fmla="*/ 2147483646 w 352"/>
                <a:gd name="T25" fmla="*/ 2147483646 h 502"/>
                <a:gd name="T26" fmla="*/ 2147483646 w 352"/>
                <a:gd name="T27" fmla="*/ 2147483646 h 502"/>
                <a:gd name="T28" fmla="*/ 2147483646 w 352"/>
                <a:gd name="T29" fmla="*/ 2147483646 h 502"/>
                <a:gd name="T30" fmla="*/ 2147483646 w 352"/>
                <a:gd name="T31" fmla="*/ 2147483646 h 502"/>
                <a:gd name="T32" fmla="*/ 2147483646 w 352"/>
                <a:gd name="T33" fmla="*/ 2147483646 h 502"/>
                <a:gd name="T34" fmla="*/ 2147483646 w 352"/>
                <a:gd name="T35" fmla="*/ 2147483646 h 502"/>
                <a:gd name="T36" fmla="*/ 2147483646 w 352"/>
                <a:gd name="T37" fmla="*/ 2147483646 h 502"/>
                <a:gd name="T38" fmla="*/ 2147483646 w 352"/>
                <a:gd name="T39" fmla="*/ 2147483646 h 502"/>
                <a:gd name="T40" fmla="*/ 2147483646 w 352"/>
                <a:gd name="T41" fmla="*/ 2147483646 h 502"/>
                <a:gd name="T42" fmla="*/ 2147483646 w 352"/>
                <a:gd name="T43" fmla="*/ 2147483646 h 502"/>
                <a:gd name="T44" fmla="*/ 2147483646 w 352"/>
                <a:gd name="T45" fmla="*/ 2147483646 h 502"/>
                <a:gd name="T46" fmla="*/ 2147483646 w 352"/>
                <a:gd name="T47" fmla="*/ 2147483646 h 502"/>
                <a:gd name="T48" fmla="*/ 2147483646 w 352"/>
                <a:gd name="T49" fmla="*/ 2147483646 h 502"/>
                <a:gd name="T50" fmla="*/ 2147483646 w 352"/>
                <a:gd name="T51" fmla="*/ 2147483646 h 502"/>
                <a:gd name="T52" fmla="*/ 2147483646 w 352"/>
                <a:gd name="T53" fmla="*/ 2147483646 h 502"/>
                <a:gd name="T54" fmla="*/ 2147483646 w 352"/>
                <a:gd name="T55" fmla="*/ 2147483646 h 502"/>
                <a:gd name="T56" fmla="*/ 2147483646 w 352"/>
                <a:gd name="T57" fmla="*/ 2147483646 h 502"/>
                <a:gd name="T58" fmla="*/ 2147483646 w 352"/>
                <a:gd name="T59" fmla="*/ 2147483646 h 502"/>
                <a:gd name="T60" fmla="*/ 2147483646 w 352"/>
                <a:gd name="T61" fmla="*/ 2147483646 h 502"/>
                <a:gd name="T62" fmla="*/ 2147483646 w 352"/>
                <a:gd name="T63" fmla="*/ 2147483646 h 502"/>
                <a:gd name="T64" fmla="*/ 2147483646 w 352"/>
                <a:gd name="T65" fmla="*/ 2147483646 h 502"/>
                <a:gd name="T66" fmla="*/ 2147483646 w 352"/>
                <a:gd name="T67" fmla="*/ 2147483646 h 502"/>
                <a:gd name="T68" fmla="*/ 2147483646 w 352"/>
                <a:gd name="T69" fmla="*/ 2147483646 h 502"/>
                <a:gd name="T70" fmla="*/ 2147483646 w 352"/>
                <a:gd name="T71" fmla="*/ 2147483646 h 502"/>
                <a:gd name="T72" fmla="*/ 2147483646 w 352"/>
                <a:gd name="T73" fmla="*/ 2147483646 h 502"/>
                <a:gd name="T74" fmla="*/ 2147483646 w 352"/>
                <a:gd name="T75" fmla="*/ 2147483646 h 502"/>
                <a:gd name="T76" fmla="*/ 2147483646 w 352"/>
                <a:gd name="T77" fmla="*/ 2147483646 h 502"/>
                <a:gd name="T78" fmla="*/ 2147483646 w 352"/>
                <a:gd name="T79" fmla="*/ 2147483646 h 502"/>
                <a:gd name="T80" fmla="*/ 2147483646 w 352"/>
                <a:gd name="T81" fmla="*/ 2147483646 h 502"/>
                <a:gd name="T82" fmla="*/ 2147483646 w 352"/>
                <a:gd name="T83" fmla="*/ 2147483646 h 502"/>
                <a:gd name="T84" fmla="*/ 2147483646 w 352"/>
                <a:gd name="T85" fmla="*/ 2147483646 h 502"/>
                <a:gd name="T86" fmla="*/ 2147483646 w 352"/>
                <a:gd name="T87" fmla="*/ 2147483646 h 502"/>
                <a:gd name="T88" fmla="*/ 2147483646 w 352"/>
                <a:gd name="T89" fmla="*/ 2147483646 h 502"/>
                <a:gd name="T90" fmla="*/ 2147483646 w 352"/>
                <a:gd name="T91" fmla="*/ 2147483646 h 502"/>
                <a:gd name="T92" fmla="*/ 2147483646 w 352"/>
                <a:gd name="T93" fmla="*/ 2147483646 h 502"/>
                <a:gd name="T94" fmla="*/ 2147483646 w 352"/>
                <a:gd name="T95" fmla="*/ 2147483646 h 502"/>
                <a:gd name="T96" fmla="*/ 2147483646 w 352"/>
                <a:gd name="T97" fmla="*/ 2147483646 h 502"/>
                <a:gd name="T98" fmla="*/ 2147483646 w 352"/>
                <a:gd name="T99" fmla="*/ 2147483646 h 502"/>
                <a:gd name="T100" fmla="*/ 2147483646 w 352"/>
                <a:gd name="T101" fmla="*/ 2147483646 h 502"/>
                <a:gd name="T102" fmla="*/ 2147483646 w 352"/>
                <a:gd name="T103" fmla="*/ 2147483646 h 502"/>
                <a:gd name="T104" fmla="*/ 2147483646 w 352"/>
                <a:gd name="T105" fmla="*/ 2147483646 h 502"/>
                <a:gd name="T106" fmla="*/ 2147483646 w 352"/>
                <a:gd name="T107" fmla="*/ 2147483646 h 502"/>
                <a:gd name="T108" fmla="*/ 2147483646 w 352"/>
                <a:gd name="T109" fmla="*/ 2147483646 h 50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352" h="502">
                  <a:moveTo>
                    <a:pt x="324" y="152"/>
                  </a:moveTo>
                  <a:lnTo>
                    <a:pt x="318" y="148"/>
                  </a:lnTo>
                  <a:lnTo>
                    <a:pt x="316" y="148"/>
                  </a:lnTo>
                  <a:lnTo>
                    <a:pt x="312" y="144"/>
                  </a:lnTo>
                  <a:lnTo>
                    <a:pt x="290" y="136"/>
                  </a:lnTo>
                  <a:lnTo>
                    <a:pt x="284" y="136"/>
                  </a:lnTo>
                  <a:lnTo>
                    <a:pt x="280" y="138"/>
                  </a:lnTo>
                  <a:lnTo>
                    <a:pt x="270" y="122"/>
                  </a:lnTo>
                  <a:lnTo>
                    <a:pt x="272" y="120"/>
                  </a:lnTo>
                  <a:lnTo>
                    <a:pt x="278" y="112"/>
                  </a:lnTo>
                  <a:lnTo>
                    <a:pt x="278" y="104"/>
                  </a:lnTo>
                  <a:lnTo>
                    <a:pt x="278" y="102"/>
                  </a:lnTo>
                  <a:lnTo>
                    <a:pt x="282" y="96"/>
                  </a:lnTo>
                  <a:lnTo>
                    <a:pt x="280" y="94"/>
                  </a:lnTo>
                  <a:lnTo>
                    <a:pt x="268" y="92"/>
                  </a:lnTo>
                  <a:lnTo>
                    <a:pt x="246" y="88"/>
                  </a:lnTo>
                  <a:lnTo>
                    <a:pt x="234" y="76"/>
                  </a:lnTo>
                  <a:lnTo>
                    <a:pt x="230" y="68"/>
                  </a:lnTo>
                  <a:lnTo>
                    <a:pt x="228" y="64"/>
                  </a:lnTo>
                  <a:lnTo>
                    <a:pt x="234" y="48"/>
                  </a:lnTo>
                  <a:lnTo>
                    <a:pt x="234" y="36"/>
                  </a:lnTo>
                  <a:lnTo>
                    <a:pt x="234" y="32"/>
                  </a:lnTo>
                  <a:lnTo>
                    <a:pt x="228" y="40"/>
                  </a:lnTo>
                  <a:lnTo>
                    <a:pt x="226" y="40"/>
                  </a:lnTo>
                  <a:lnTo>
                    <a:pt x="226" y="42"/>
                  </a:lnTo>
                  <a:lnTo>
                    <a:pt x="224" y="40"/>
                  </a:lnTo>
                  <a:lnTo>
                    <a:pt x="222" y="40"/>
                  </a:lnTo>
                  <a:lnTo>
                    <a:pt x="210" y="30"/>
                  </a:lnTo>
                  <a:lnTo>
                    <a:pt x="208" y="28"/>
                  </a:lnTo>
                  <a:lnTo>
                    <a:pt x="208" y="26"/>
                  </a:lnTo>
                  <a:lnTo>
                    <a:pt x="206" y="8"/>
                  </a:lnTo>
                  <a:lnTo>
                    <a:pt x="200" y="0"/>
                  </a:lnTo>
                  <a:lnTo>
                    <a:pt x="188" y="0"/>
                  </a:lnTo>
                  <a:lnTo>
                    <a:pt x="180" y="14"/>
                  </a:lnTo>
                  <a:lnTo>
                    <a:pt x="180" y="16"/>
                  </a:lnTo>
                  <a:lnTo>
                    <a:pt x="178" y="16"/>
                  </a:lnTo>
                  <a:lnTo>
                    <a:pt x="160" y="12"/>
                  </a:lnTo>
                  <a:lnTo>
                    <a:pt x="156" y="30"/>
                  </a:lnTo>
                  <a:lnTo>
                    <a:pt x="156" y="48"/>
                  </a:lnTo>
                  <a:lnTo>
                    <a:pt x="146" y="64"/>
                  </a:lnTo>
                  <a:lnTo>
                    <a:pt x="146" y="66"/>
                  </a:lnTo>
                  <a:lnTo>
                    <a:pt x="144" y="66"/>
                  </a:lnTo>
                  <a:lnTo>
                    <a:pt x="142" y="66"/>
                  </a:lnTo>
                  <a:lnTo>
                    <a:pt x="130" y="68"/>
                  </a:lnTo>
                  <a:lnTo>
                    <a:pt x="118" y="76"/>
                  </a:lnTo>
                  <a:lnTo>
                    <a:pt x="118" y="78"/>
                  </a:lnTo>
                  <a:lnTo>
                    <a:pt x="116" y="78"/>
                  </a:lnTo>
                  <a:lnTo>
                    <a:pt x="114" y="78"/>
                  </a:lnTo>
                  <a:lnTo>
                    <a:pt x="92" y="70"/>
                  </a:lnTo>
                  <a:lnTo>
                    <a:pt x="90" y="78"/>
                  </a:lnTo>
                  <a:lnTo>
                    <a:pt x="90" y="80"/>
                  </a:lnTo>
                  <a:lnTo>
                    <a:pt x="80" y="96"/>
                  </a:lnTo>
                  <a:lnTo>
                    <a:pt x="76" y="100"/>
                  </a:lnTo>
                  <a:lnTo>
                    <a:pt x="74" y="100"/>
                  </a:lnTo>
                  <a:lnTo>
                    <a:pt x="64" y="100"/>
                  </a:lnTo>
                  <a:lnTo>
                    <a:pt x="50" y="94"/>
                  </a:lnTo>
                  <a:lnTo>
                    <a:pt x="48" y="92"/>
                  </a:lnTo>
                  <a:lnTo>
                    <a:pt x="48" y="90"/>
                  </a:lnTo>
                  <a:lnTo>
                    <a:pt x="46" y="72"/>
                  </a:lnTo>
                  <a:lnTo>
                    <a:pt x="42" y="56"/>
                  </a:lnTo>
                  <a:lnTo>
                    <a:pt x="38" y="52"/>
                  </a:lnTo>
                  <a:lnTo>
                    <a:pt x="34" y="64"/>
                  </a:lnTo>
                  <a:lnTo>
                    <a:pt x="24" y="76"/>
                  </a:lnTo>
                  <a:lnTo>
                    <a:pt x="16" y="96"/>
                  </a:lnTo>
                  <a:lnTo>
                    <a:pt x="14" y="96"/>
                  </a:lnTo>
                  <a:lnTo>
                    <a:pt x="8" y="108"/>
                  </a:lnTo>
                  <a:lnTo>
                    <a:pt x="6" y="114"/>
                  </a:lnTo>
                  <a:lnTo>
                    <a:pt x="0" y="122"/>
                  </a:lnTo>
                  <a:lnTo>
                    <a:pt x="6" y="140"/>
                  </a:lnTo>
                  <a:lnTo>
                    <a:pt x="30" y="168"/>
                  </a:lnTo>
                  <a:lnTo>
                    <a:pt x="38" y="184"/>
                  </a:lnTo>
                  <a:lnTo>
                    <a:pt x="38" y="186"/>
                  </a:lnTo>
                  <a:lnTo>
                    <a:pt x="36" y="188"/>
                  </a:lnTo>
                  <a:lnTo>
                    <a:pt x="30" y="196"/>
                  </a:lnTo>
                  <a:lnTo>
                    <a:pt x="28" y="196"/>
                  </a:lnTo>
                  <a:lnTo>
                    <a:pt x="12" y="200"/>
                  </a:lnTo>
                  <a:lnTo>
                    <a:pt x="14" y="212"/>
                  </a:lnTo>
                  <a:lnTo>
                    <a:pt x="26" y="220"/>
                  </a:lnTo>
                  <a:lnTo>
                    <a:pt x="42" y="224"/>
                  </a:lnTo>
                  <a:lnTo>
                    <a:pt x="48" y="240"/>
                  </a:lnTo>
                  <a:lnTo>
                    <a:pt x="44" y="268"/>
                  </a:lnTo>
                  <a:lnTo>
                    <a:pt x="38" y="280"/>
                  </a:lnTo>
                  <a:lnTo>
                    <a:pt x="38" y="284"/>
                  </a:lnTo>
                  <a:lnTo>
                    <a:pt x="36" y="284"/>
                  </a:lnTo>
                  <a:lnTo>
                    <a:pt x="16" y="286"/>
                  </a:lnTo>
                  <a:lnTo>
                    <a:pt x="16" y="294"/>
                  </a:lnTo>
                  <a:lnTo>
                    <a:pt x="10" y="312"/>
                  </a:lnTo>
                  <a:lnTo>
                    <a:pt x="8" y="332"/>
                  </a:lnTo>
                  <a:lnTo>
                    <a:pt x="12" y="344"/>
                  </a:lnTo>
                  <a:lnTo>
                    <a:pt x="36" y="358"/>
                  </a:lnTo>
                  <a:lnTo>
                    <a:pt x="38" y="360"/>
                  </a:lnTo>
                  <a:lnTo>
                    <a:pt x="48" y="376"/>
                  </a:lnTo>
                  <a:lnTo>
                    <a:pt x="48" y="378"/>
                  </a:lnTo>
                  <a:lnTo>
                    <a:pt x="48" y="380"/>
                  </a:lnTo>
                  <a:lnTo>
                    <a:pt x="34" y="408"/>
                  </a:lnTo>
                  <a:lnTo>
                    <a:pt x="32" y="416"/>
                  </a:lnTo>
                  <a:lnTo>
                    <a:pt x="24" y="434"/>
                  </a:lnTo>
                  <a:lnTo>
                    <a:pt x="20" y="448"/>
                  </a:lnTo>
                  <a:lnTo>
                    <a:pt x="20" y="450"/>
                  </a:lnTo>
                  <a:lnTo>
                    <a:pt x="14" y="456"/>
                  </a:lnTo>
                  <a:lnTo>
                    <a:pt x="12" y="462"/>
                  </a:lnTo>
                  <a:lnTo>
                    <a:pt x="12" y="464"/>
                  </a:lnTo>
                  <a:lnTo>
                    <a:pt x="12" y="466"/>
                  </a:lnTo>
                  <a:lnTo>
                    <a:pt x="14" y="468"/>
                  </a:lnTo>
                  <a:lnTo>
                    <a:pt x="22" y="476"/>
                  </a:lnTo>
                  <a:lnTo>
                    <a:pt x="26" y="482"/>
                  </a:lnTo>
                  <a:lnTo>
                    <a:pt x="28" y="484"/>
                  </a:lnTo>
                  <a:lnTo>
                    <a:pt x="28" y="488"/>
                  </a:lnTo>
                  <a:lnTo>
                    <a:pt x="30" y="492"/>
                  </a:lnTo>
                  <a:lnTo>
                    <a:pt x="36" y="496"/>
                  </a:lnTo>
                  <a:lnTo>
                    <a:pt x="66" y="502"/>
                  </a:lnTo>
                  <a:lnTo>
                    <a:pt x="80" y="500"/>
                  </a:lnTo>
                  <a:lnTo>
                    <a:pt x="94" y="496"/>
                  </a:lnTo>
                  <a:lnTo>
                    <a:pt x="108" y="492"/>
                  </a:lnTo>
                  <a:lnTo>
                    <a:pt x="122" y="492"/>
                  </a:lnTo>
                  <a:lnTo>
                    <a:pt x="122" y="486"/>
                  </a:lnTo>
                  <a:lnTo>
                    <a:pt x="114" y="464"/>
                  </a:lnTo>
                  <a:lnTo>
                    <a:pt x="112" y="464"/>
                  </a:lnTo>
                  <a:lnTo>
                    <a:pt x="114" y="464"/>
                  </a:lnTo>
                  <a:lnTo>
                    <a:pt x="158" y="400"/>
                  </a:lnTo>
                  <a:lnTo>
                    <a:pt x="208" y="352"/>
                  </a:lnTo>
                  <a:lnTo>
                    <a:pt x="224" y="348"/>
                  </a:lnTo>
                  <a:lnTo>
                    <a:pt x="232" y="338"/>
                  </a:lnTo>
                  <a:lnTo>
                    <a:pt x="240" y="332"/>
                  </a:lnTo>
                  <a:lnTo>
                    <a:pt x="250" y="328"/>
                  </a:lnTo>
                  <a:lnTo>
                    <a:pt x="246" y="324"/>
                  </a:lnTo>
                  <a:lnTo>
                    <a:pt x="234" y="312"/>
                  </a:lnTo>
                  <a:lnTo>
                    <a:pt x="226" y="302"/>
                  </a:lnTo>
                  <a:lnTo>
                    <a:pt x="226" y="300"/>
                  </a:lnTo>
                  <a:lnTo>
                    <a:pt x="230" y="294"/>
                  </a:lnTo>
                  <a:lnTo>
                    <a:pt x="218" y="296"/>
                  </a:lnTo>
                  <a:lnTo>
                    <a:pt x="196" y="292"/>
                  </a:lnTo>
                  <a:lnTo>
                    <a:pt x="186" y="284"/>
                  </a:lnTo>
                  <a:lnTo>
                    <a:pt x="182" y="280"/>
                  </a:lnTo>
                  <a:lnTo>
                    <a:pt x="180" y="276"/>
                  </a:lnTo>
                  <a:lnTo>
                    <a:pt x="176" y="256"/>
                  </a:lnTo>
                  <a:lnTo>
                    <a:pt x="174" y="238"/>
                  </a:lnTo>
                  <a:lnTo>
                    <a:pt x="170" y="242"/>
                  </a:lnTo>
                  <a:lnTo>
                    <a:pt x="164" y="244"/>
                  </a:lnTo>
                  <a:lnTo>
                    <a:pt x="146" y="240"/>
                  </a:lnTo>
                  <a:lnTo>
                    <a:pt x="136" y="232"/>
                  </a:lnTo>
                  <a:lnTo>
                    <a:pt x="122" y="228"/>
                  </a:lnTo>
                  <a:lnTo>
                    <a:pt x="116" y="228"/>
                  </a:lnTo>
                  <a:lnTo>
                    <a:pt x="110" y="226"/>
                  </a:lnTo>
                  <a:lnTo>
                    <a:pt x="104" y="224"/>
                  </a:lnTo>
                  <a:lnTo>
                    <a:pt x="98" y="218"/>
                  </a:lnTo>
                  <a:lnTo>
                    <a:pt x="96" y="214"/>
                  </a:lnTo>
                  <a:lnTo>
                    <a:pt x="96" y="210"/>
                  </a:lnTo>
                  <a:lnTo>
                    <a:pt x="96" y="206"/>
                  </a:lnTo>
                  <a:lnTo>
                    <a:pt x="98" y="202"/>
                  </a:lnTo>
                  <a:lnTo>
                    <a:pt x="102" y="200"/>
                  </a:lnTo>
                  <a:lnTo>
                    <a:pt x="110" y="192"/>
                  </a:lnTo>
                  <a:lnTo>
                    <a:pt x="118" y="180"/>
                  </a:lnTo>
                  <a:lnTo>
                    <a:pt x="116" y="176"/>
                  </a:lnTo>
                  <a:lnTo>
                    <a:pt x="114" y="170"/>
                  </a:lnTo>
                  <a:lnTo>
                    <a:pt x="112" y="164"/>
                  </a:lnTo>
                  <a:lnTo>
                    <a:pt x="114" y="160"/>
                  </a:lnTo>
                  <a:lnTo>
                    <a:pt x="114" y="158"/>
                  </a:lnTo>
                  <a:lnTo>
                    <a:pt x="116" y="156"/>
                  </a:lnTo>
                  <a:lnTo>
                    <a:pt x="120" y="152"/>
                  </a:lnTo>
                  <a:lnTo>
                    <a:pt x="134" y="148"/>
                  </a:lnTo>
                  <a:lnTo>
                    <a:pt x="136" y="142"/>
                  </a:lnTo>
                  <a:lnTo>
                    <a:pt x="138" y="140"/>
                  </a:lnTo>
                  <a:lnTo>
                    <a:pt x="150" y="140"/>
                  </a:lnTo>
                  <a:lnTo>
                    <a:pt x="148" y="140"/>
                  </a:lnTo>
                  <a:lnTo>
                    <a:pt x="142" y="136"/>
                  </a:lnTo>
                  <a:lnTo>
                    <a:pt x="140" y="132"/>
                  </a:lnTo>
                  <a:lnTo>
                    <a:pt x="140" y="128"/>
                  </a:lnTo>
                  <a:lnTo>
                    <a:pt x="142" y="122"/>
                  </a:lnTo>
                  <a:lnTo>
                    <a:pt x="148" y="118"/>
                  </a:lnTo>
                  <a:lnTo>
                    <a:pt x="154" y="116"/>
                  </a:lnTo>
                  <a:lnTo>
                    <a:pt x="160" y="116"/>
                  </a:lnTo>
                  <a:lnTo>
                    <a:pt x="166" y="118"/>
                  </a:lnTo>
                  <a:lnTo>
                    <a:pt x="172" y="120"/>
                  </a:lnTo>
                  <a:lnTo>
                    <a:pt x="190" y="134"/>
                  </a:lnTo>
                  <a:lnTo>
                    <a:pt x="208" y="134"/>
                  </a:lnTo>
                  <a:lnTo>
                    <a:pt x="214" y="138"/>
                  </a:lnTo>
                  <a:lnTo>
                    <a:pt x="214" y="144"/>
                  </a:lnTo>
                  <a:lnTo>
                    <a:pt x="214" y="150"/>
                  </a:lnTo>
                  <a:lnTo>
                    <a:pt x="210" y="152"/>
                  </a:lnTo>
                  <a:lnTo>
                    <a:pt x="206" y="152"/>
                  </a:lnTo>
                  <a:lnTo>
                    <a:pt x="204" y="154"/>
                  </a:lnTo>
                  <a:lnTo>
                    <a:pt x="202" y="160"/>
                  </a:lnTo>
                  <a:lnTo>
                    <a:pt x="210" y="180"/>
                  </a:lnTo>
                  <a:lnTo>
                    <a:pt x="218" y="170"/>
                  </a:lnTo>
                  <a:lnTo>
                    <a:pt x="226" y="168"/>
                  </a:lnTo>
                  <a:lnTo>
                    <a:pt x="230" y="168"/>
                  </a:lnTo>
                  <a:lnTo>
                    <a:pt x="234" y="172"/>
                  </a:lnTo>
                  <a:lnTo>
                    <a:pt x="236" y="180"/>
                  </a:lnTo>
                  <a:lnTo>
                    <a:pt x="240" y="190"/>
                  </a:lnTo>
                  <a:lnTo>
                    <a:pt x="242" y="202"/>
                  </a:lnTo>
                  <a:lnTo>
                    <a:pt x="246" y="210"/>
                  </a:lnTo>
                  <a:lnTo>
                    <a:pt x="252" y="220"/>
                  </a:lnTo>
                  <a:lnTo>
                    <a:pt x="264" y="236"/>
                  </a:lnTo>
                  <a:lnTo>
                    <a:pt x="268" y="248"/>
                  </a:lnTo>
                  <a:lnTo>
                    <a:pt x="300" y="244"/>
                  </a:lnTo>
                  <a:lnTo>
                    <a:pt x="314" y="236"/>
                  </a:lnTo>
                  <a:lnTo>
                    <a:pt x="326" y="220"/>
                  </a:lnTo>
                  <a:lnTo>
                    <a:pt x="332" y="204"/>
                  </a:lnTo>
                  <a:lnTo>
                    <a:pt x="336" y="188"/>
                  </a:lnTo>
                  <a:lnTo>
                    <a:pt x="336" y="186"/>
                  </a:lnTo>
                  <a:lnTo>
                    <a:pt x="336" y="184"/>
                  </a:lnTo>
                  <a:lnTo>
                    <a:pt x="338" y="184"/>
                  </a:lnTo>
                  <a:lnTo>
                    <a:pt x="350" y="176"/>
                  </a:lnTo>
                  <a:lnTo>
                    <a:pt x="352" y="176"/>
                  </a:lnTo>
                  <a:lnTo>
                    <a:pt x="350" y="174"/>
                  </a:lnTo>
                  <a:lnTo>
                    <a:pt x="330" y="168"/>
                  </a:lnTo>
                  <a:lnTo>
                    <a:pt x="326" y="156"/>
                  </a:lnTo>
                  <a:lnTo>
                    <a:pt x="324" y="1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noProof="1">
                <a:solidFill>
                  <a:srgbClr val="FFFFFF"/>
                </a:solidFill>
              </a:endParaRPr>
            </a:p>
          </p:txBody>
        </p:sp>
        <p:sp>
          <p:nvSpPr>
            <p:cNvPr id="41" name="河南"/>
            <p:cNvSpPr/>
            <p:nvPr/>
          </p:nvSpPr>
          <p:spPr bwMode="auto">
            <a:xfrm>
              <a:off x="5483225" y="3373438"/>
              <a:ext cx="676275" cy="669925"/>
            </a:xfrm>
            <a:custGeom>
              <a:avLst/>
              <a:gdLst>
                <a:gd name="T0" fmla="*/ 2147483646 w 370"/>
                <a:gd name="T1" fmla="*/ 2147483646 h 366"/>
                <a:gd name="T2" fmla="*/ 0 w 370"/>
                <a:gd name="T3" fmla="*/ 2147483646 h 366"/>
                <a:gd name="T4" fmla="*/ 2147483646 w 370"/>
                <a:gd name="T5" fmla="*/ 2147483646 h 366"/>
                <a:gd name="T6" fmla="*/ 2147483646 w 370"/>
                <a:gd name="T7" fmla="*/ 2147483646 h 366"/>
                <a:gd name="T8" fmla="*/ 2147483646 w 370"/>
                <a:gd name="T9" fmla="*/ 2147483646 h 366"/>
                <a:gd name="T10" fmla="*/ 2147483646 w 370"/>
                <a:gd name="T11" fmla="*/ 2147483646 h 366"/>
                <a:gd name="T12" fmla="*/ 2147483646 w 370"/>
                <a:gd name="T13" fmla="*/ 2147483646 h 366"/>
                <a:gd name="T14" fmla="*/ 2147483646 w 370"/>
                <a:gd name="T15" fmla="*/ 2147483646 h 366"/>
                <a:gd name="T16" fmla="*/ 2147483646 w 370"/>
                <a:gd name="T17" fmla="*/ 2147483646 h 366"/>
                <a:gd name="T18" fmla="*/ 2147483646 w 370"/>
                <a:gd name="T19" fmla="*/ 2147483646 h 366"/>
                <a:gd name="T20" fmla="*/ 2147483646 w 370"/>
                <a:gd name="T21" fmla="*/ 2147483646 h 366"/>
                <a:gd name="T22" fmla="*/ 2147483646 w 370"/>
                <a:gd name="T23" fmla="*/ 2147483646 h 366"/>
                <a:gd name="T24" fmla="*/ 2147483646 w 370"/>
                <a:gd name="T25" fmla="*/ 2147483646 h 366"/>
                <a:gd name="T26" fmla="*/ 2147483646 w 370"/>
                <a:gd name="T27" fmla="*/ 2147483646 h 366"/>
                <a:gd name="T28" fmla="*/ 2147483646 w 370"/>
                <a:gd name="T29" fmla="*/ 2147483646 h 366"/>
                <a:gd name="T30" fmla="*/ 2147483646 w 370"/>
                <a:gd name="T31" fmla="*/ 2147483646 h 366"/>
                <a:gd name="T32" fmla="*/ 2147483646 w 370"/>
                <a:gd name="T33" fmla="*/ 2147483646 h 366"/>
                <a:gd name="T34" fmla="*/ 2147483646 w 370"/>
                <a:gd name="T35" fmla="*/ 2147483646 h 366"/>
                <a:gd name="T36" fmla="*/ 2147483646 w 370"/>
                <a:gd name="T37" fmla="*/ 2147483646 h 366"/>
                <a:gd name="T38" fmla="*/ 2147483646 w 370"/>
                <a:gd name="T39" fmla="*/ 2147483646 h 366"/>
                <a:gd name="T40" fmla="*/ 2147483646 w 370"/>
                <a:gd name="T41" fmla="*/ 2147483646 h 366"/>
                <a:gd name="T42" fmla="*/ 2147483646 w 370"/>
                <a:gd name="T43" fmla="*/ 2147483646 h 366"/>
                <a:gd name="T44" fmla="*/ 2147483646 w 370"/>
                <a:gd name="T45" fmla="*/ 2147483646 h 366"/>
                <a:gd name="T46" fmla="*/ 2147483646 w 370"/>
                <a:gd name="T47" fmla="*/ 2147483646 h 366"/>
                <a:gd name="T48" fmla="*/ 2147483646 w 370"/>
                <a:gd name="T49" fmla="*/ 2147483646 h 366"/>
                <a:gd name="T50" fmla="*/ 2147483646 w 370"/>
                <a:gd name="T51" fmla="*/ 2147483646 h 366"/>
                <a:gd name="T52" fmla="*/ 2147483646 w 370"/>
                <a:gd name="T53" fmla="*/ 2147483646 h 366"/>
                <a:gd name="T54" fmla="*/ 2147483646 w 370"/>
                <a:gd name="T55" fmla="*/ 2147483646 h 366"/>
                <a:gd name="T56" fmla="*/ 2147483646 w 370"/>
                <a:gd name="T57" fmla="*/ 2147483646 h 366"/>
                <a:gd name="T58" fmla="*/ 2147483646 w 370"/>
                <a:gd name="T59" fmla="*/ 2147483646 h 366"/>
                <a:gd name="T60" fmla="*/ 2147483646 w 370"/>
                <a:gd name="T61" fmla="*/ 2147483646 h 366"/>
                <a:gd name="T62" fmla="*/ 2147483646 w 370"/>
                <a:gd name="T63" fmla="*/ 2147483646 h 366"/>
                <a:gd name="T64" fmla="*/ 2147483646 w 370"/>
                <a:gd name="T65" fmla="*/ 2147483646 h 366"/>
                <a:gd name="T66" fmla="*/ 2147483646 w 370"/>
                <a:gd name="T67" fmla="*/ 2147483646 h 366"/>
                <a:gd name="T68" fmla="*/ 2147483646 w 370"/>
                <a:gd name="T69" fmla="*/ 2147483646 h 366"/>
                <a:gd name="T70" fmla="*/ 2147483646 w 370"/>
                <a:gd name="T71" fmla="*/ 2147483646 h 366"/>
                <a:gd name="T72" fmla="*/ 2147483646 w 370"/>
                <a:gd name="T73" fmla="*/ 2147483646 h 366"/>
                <a:gd name="T74" fmla="*/ 2147483646 w 370"/>
                <a:gd name="T75" fmla="*/ 2147483646 h 366"/>
                <a:gd name="T76" fmla="*/ 2147483646 w 370"/>
                <a:gd name="T77" fmla="*/ 2147483646 h 366"/>
                <a:gd name="T78" fmla="*/ 2147483646 w 370"/>
                <a:gd name="T79" fmla="*/ 2147483646 h 366"/>
                <a:gd name="T80" fmla="*/ 2147483646 w 370"/>
                <a:gd name="T81" fmla="*/ 2147483646 h 366"/>
                <a:gd name="T82" fmla="*/ 2147483646 w 370"/>
                <a:gd name="T83" fmla="*/ 2147483646 h 366"/>
                <a:gd name="T84" fmla="*/ 2147483646 w 370"/>
                <a:gd name="T85" fmla="*/ 2147483646 h 366"/>
                <a:gd name="T86" fmla="*/ 2147483646 w 370"/>
                <a:gd name="T87" fmla="*/ 2147483646 h 366"/>
                <a:gd name="T88" fmla="*/ 2147483646 w 370"/>
                <a:gd name="T89" fmla="*/ 2147483646 h 366"/>
                <a:gd name="T90" fmla="*/ 2147483646 w 370"/>
                <a:gd name="T91" fmla="*/ 2147483646 h 366"/>
                <a:gd name="T92" fmla="*/ 2147483646 w 370"/>
                <a:gd name="T93" fmla="*/ 2147483646 h 366"/>
                <a:gd name="T94" fmla="*/ 2147483646 w 370"/>
                <a:gd name="T95" fmla="*/ 0 h 366"/>
                <a:gd name="T96" fmla="*/ 2147483646 w 370"/>
                <a:gd name="T97" fmla="*/ 2147483646 h 366"/>
                <a:gd name="T98" fmla="*/ 2147483646 w 370"/>
                <a:gd name="T99" fmla="*/ 2147483646 h 366"/>
                <a:gd name="T100" fmla="*/ 2147483646 w 370"/>
                <a:gd name="T101" fmla="*/ 2147483646 h 366"/>
                <a:gd name="T102" fmla="*/ 2147483646 w 370"/>
                <a:gd name="T103" fmla="*/ 2147483646 h 366"/>
                <a:gd name="T104" fmla="*/ 2147483646 w 370"/>
                <a:gd name="T105" fmla="*/ 2147483646 h 366"/>
                <a:gd name="T106" fmla="*/ 2147483646 w 370"/>
                <a:gd name="T107" fmla="*/ 2147483646 h 366"/>
                <a:gd name="T108" fmla="*/ 2147483646 w 370"/>
                <a:gd name="T109" fmla="*/ 2147483646 h 36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370" h="366">
                  <a:moveTo>
                    <a:pt x="82" y="120"/>
                  </a:moveTo>
                  <a:lnTo>
                    <a:pt x="80" y="120"/>
                  </a:lnTo>
                  <a:lnTo>
                    <a:pt x="20" y="146"/>
                  </a:lnTo>
                  <a:lnTo>
                    <a:pt x="2" y="162"/>
                  </a:lnTo>
                  <a:lnTo>
                    <a:pt x="0" y="182"/>
                  </a:lnTo>
                  <a:lnTo>
                    <a:pt x="2" y="196"/>
                  </a:lnTo>
                  <a:lnTo>
                    <a:pt x="4" y="206"/>
                  </a:lnTo>
                  <a:lnTo>
                    <a:pt x="10" y="210"/>
                  </a:lnTo>
                  <a:lnTo>
                    <a:pt x="28" y="222"/>
                  </a:lnTo>
                  <a:lnTo>
                    <a:pt x="30" y="222"/>
                  </a:lnTo>
                  <a:lnTo>
                    <a:pt x="34" y="252"/>
                  </a:lnTo>
                  <a:lnTo>
                    <a:pt x="54" y="276"/>
                  </a:lnTo>
                  <a:lnTo>
                    <a:pt x="60" y="282"/>
                  </a:lnTo>
                  <a:lnTo>
                    <a:pt x="66" y="286"/>
                  </a:lnTo>
                  <a:lnTo>
                    <a:pt x="82" y="290"/>
                  </a:lnTo>
                  <a:lnTo>
                    <a:pt x="86" y="290"/>
                  </a:lnTo>
                  <a:lnTo>
                    <a:pt x="92" y="296"/>
                  </a:lnTo>
                  <a:lnTo>
                    <a:pt x="104" y="300"/>
                  </a:lnTo>
                  <a:lnTo>
                    <a:pt x="152" y="302"/>
                  </a:lnTo>
                  <a:lnTo>
                    <a:pt x="194" y="304"/>
                  </a:lnTo>
                  <a:lnTo>
                    <a:pt x="204" y="306"/>
                  </a:lnTo>
                  <a:lnTo>
                    <a:pt x="210" y="310"/>
                  </a:lnTo>
                  <a:lnTo>
                    <a:pt x="214" y="312"/>
                  </a:lnTo>
                  <a:lnTo>
                    <a:pt x="214" y="318"/>
                  </a:lnTo>
                  <a:lnTo>
                    <a:pt x="214" y="332"/>
                  </a:lnTo>
                  <a:lnTo>
                    <a:pt x="214" y="342"/>
                  </a:lnTo>
                  <a:lnTo>
                    <a:pt x="216" y="346"/>
                  </a:lnTo>
                  <a:lnTo>
                    <a:pt x="234" y="342"/>
                  </a:lnTo>
                  <a:lnTo>
                    <a:pt x="242" y="340"/>
                  </a:lnTo>
                  <a:lnTo>
                    <a:pt x="250" y="338"/>
                  </a:lnTo>
                  <a:lnTo>
                    <a:pt x="256" y="340"/>
                  </a:lnTo>
                  <a:lnTo>
                    <a:pt x="258" y="342"/>
                  </a:lnTo>
                  <a:lnTo>
                    <a:pt x="266" y="350"/>
                  </a:lnTo>
                  <a:lnTo>
                    <a:pt x="278" y="362"/>
                  </a:lnTo>
                  <a:lnTo>
                    <a:pt x="280" y="364"/>
                  </a:lnTo>
                  <a:lnTo>
                    <a:pt x="282" y="366"/>
                  </a:lnTo>
                  <a:lnTo>
                    <a:pt x="290" y="360"/>
                  </a:lnTo>
                  <a:lnTo>
                    <a:pt x="298" y="350"/>
                  </a:lnTo>
                  <a:lnTo>
                    <a:pt x="300" y="348"/>
                  </a:lnTo>
                  <a:lnTo>
                    <a:pt x="314" y="358"/>
                  </a:lnTo>
                  <a:lnTo>
                    <a:pt x="324" y="350"/>
                  </a:lnTo>
                  <a:lnTo>
                    <a:pt x="326" y="342"/>
                  </a:lnTo>
                  <a:lnTo>
                    <a:pt x="330" y="338"/>
                  </a:lnTo>
                  <a:lnTo>
                    <a:pt x="334" y="334"/>
                  </a:lnTo>
                  <a:lnTo>
                    <a:pt x="342" y="332"/>
                  </a:lnTo>
                  <a:lnTo>
                    <a:pt x="346" y="330"/>
                  </a:lnTo>
                  <a:lnTo>
                    <a:pt x="344" y="328"/>
                  </a:lnTo>
                  <a:lnTo>
                    <a:pt x="342" y="326"/>
                  </a:lnTo>
                  <a:lnTo>
                    <a:pt x="344" y="306"/>
                  </a:lnTo>
                  <a:lnTo>
                    <a:pt x="338" y="300"/>
                  </a:lnTo>
                  <a:lnTo>
                    <a:pt x="334" y="296"/>
                  </a:lnTo>
                  <a:lnTo>
                    <a:pt x="328" y="294"/>
                  </a:lnTo>
                  <a:lnTo>
                    <a:pt x="320" y="294"/>
                  </a:lnTo>
                  <a:lnTo>
                    <a:pt x="310" y="296"/>
                  </a:lnTo>
                  <a:lnTo>
                    <a:pt x="306" y="296"/>
                  </a:lnTo>
                  <a:lnTo>
                    <a:pt x="302" y="294"/>
                  </a:lnTo>
                  <a:lnTo>
                    <a:pt x="302" y="290"/>
                  </a:lnTo>
                  <a:lnTo>
                    <a:pt x="302" y="286"/>
                  </a:lnTo>
                  <a:lnTo>
                    <a:pt x="292" y="272"/>
                  </a:lnTo>
                  <a:lnTo>
                    <a:pt x="282" y="262"/>
                  </a:lnTo>
                  <a:lnTo>
                    <a:pt x="278" y="256"/>
                  </a:lnTo>
                  <a:lnTo>
                    <a:pt x="274" y="250"/>
                  </a:lnTo>
                  <a:lnTo>
                    <a:pt x="272" y="244"/>
                  </a:lnTo>
                  <a:lnTo>
                    <a:pt x="274" y="238"/>
                  </a:lnTo>
                  <a:lnTo>
                    <a:pt x="274" y="236"/>
                  </a:lnTo>
                  <a:lnTo>
                    <a:pt x="298" y="240"/>
                  </a:lnTo>
                  <a:lnTo>
                    <a:pt x="296" y="226"/>
                  </a:lnTo>
                  <a:lnTo>
                    <a:pt x="296" y="216"/>
                  </a:lnTo>
                  <a:lnTo>
                    <a:pt x="298" y="212"/>
                  </a:lnTo>
                  <a:lnTo>
                    <a:pt x="300" y="210"/>
                  </a:lnTo>
                  <a:lnTo>
                    <a:pt x="304" y="206"/>
                  </a:lnTo>
                  <a:lnTo>
                    <a:pt x="310" y="204"/>
                  </a:lnTo>
                  <a:lnTo>
                    <a:pt x="318" y="200"/>
                  </a:lnTo>
                  <a:lnTo>
                    <a:pt x="318" y="196"/>
                  </a:lnTo>
                  <a:lnTo>
                    <a:pt x="312" y="178"/>
                  </a:lnTo>
                  <a:lnTo>
                    <a:pt x="312" y="170"/>
                  </a:lnTo>
                  <a:lnTo>
                    <a:pt x="312" y="166"/>
                  </a:lnTo>
                  <a:lnTo>
                    <a:pt x="318" y="162"/>
                  </a:lnTo>
                  <a:lnTo>
                    <a:pt x="324" y="162"/>
                  </a:lnTo>
                  <a:lnTo>
                    <a:pt x="338" y="166"/>
                  </a:lnTo>
                  <a:lnTo>
                    <a:pt x="340" y="166"/>
                  </a:lnTo>
                  <a:lnTo>
                    <a:pt x="340" y="168"/>
                  </a:lnTo>
                  <a:lnTo>
                    <a:pt x="356" y="186"/>
                  </a:lnTo>
                  <a:lnTo>
                    <a:pt x="370" y="162"/>
                  </a:lnTo>
                  <a:lnTo>
                    <a:pt x="356" y="140"/>
                  </a:lnTo>
                  <a:lnTo>
                    <a:pt x="348" y="128"/>
                  </a:lnTo>
                  <a:lnTo>
                    <a:pt x="336" y="136"/>
                  </a:lnTo>
                  <a:lnTo>
                    <a:pt x="334" y="134"/>
                  </a:lnTo>
                  <a:lnTo>
                    <a:pt x="302" y="126"/>
                  </a:lnTo>
                  <a:lnTo>
                    <a:pt x="292" y="122"/>
                  </a:lnTo>
                  <a:lnTo>
                    <a:pt x="286" y="116"/>
                  </a:lnTo>
                  <a:lnTo>
                    <a:pt x="280" y="110"/>
                  </a:lnTo>
                  <a:lnTo>
                    <a:pt x="278" y="106"/>
                  </a:lnTo>
                  <a:lnTo>
                    <a:pt x="260" y="96"/>
                  </a:lnTo>
                  <a:lnTo>
                    <a:pt x="260" y="78"/>
                  </a:lnTo>
                  <a:lnTo>
                    <a:pt x="294" y="58"/>
                  </a:lnTo>
                  <a:lnTo>
                    <a:pt x="292" y="44"/>
                  </a:lnTo>
                  <a:lnTo>
                    <a:pt x="286" y="30"/>
                  </a:lnTo>
                  <a:lnTo>
                    <a:pt x="282" y="18"/>
                  </a:lnTo>
                  <a:lnTo>
                    <a:pt x="258" y="22"/>
                  </a:lnTo>
                  <a:lnTo>
                    <a:pt x="242" y="26"/>
                  </a:lnTo>
                  <a:lnTo>
                    <a:pt x="226" y="28"/>
                  </a:lnTo>
                  <a:lnTo>
                    <a:pt x="200" y="22"/>
                  </a:lnTo>
                  <a:lnTo>
                    <a:pt x="200" y="14"/>
                  </a:lnTo>
                  <a:lnTo>
                    <a:pt x="196" y="14"/>
                  </a:lnTo>
                  <a:lnTo>
                    <a:pt x="190" y="10"/>
                  </a:lnTo>
                  <a:lnTo>
                    <a:pt x="188" y="6"/>
                  </a:lnTo>
                  <a:lnTo>
                    <a:pt x="186" y="2"/>
                  </a:lnTo>
                  <a:lnTo>
                    <a:pt x="186" y="0"/>
                  </a:lnTo>
                  <a:lnTo>
                    <a:pt x="184" y="22"/>
                  </a:lnTo>
                  <a:lnTo>
                    <a:pt x="182" y="28"/>
                  </a:lnTo>
                  <a:lnTo>
                    <a:pt x="180" y="34"/>
                  </a:lnTo>
                  <a:lnTo>
                    <a:pt x="182" y="36"/>
                  </a:lnTo>
                  <a:lnTo>
                    <a:pt x="184" y="40"/>
                  </a:lnTo>
                  <a:lnTo>
                    <a:pt x="184" y="46"/>
                  </a:lnTo>
                  <a:lnTo>
                    <a:pt x="182" y="50"/>
                  </a:lnTo>
                  <a:lnTo>
                    <a:pt x="180" y="54"/>
                  </a:lnTo>
                  <a:lnTo>
                    <a:pt x="184" y="68"/>
                  </a:lnTo>
                  <a:lnTo>
                    <a:pt x="182" y="68"/>
                  </a:lnTo>
                  <a:lnTo>
                    <a:pt x="182" y="70"/>
                  </a:lnTo>
                  <a:lnTo>
                    <a:pt x="172" y="78"/>
                  </a:lnTo>
                  <a:lnTo>
                    <a:pt x="172" y="96"/>
                  </a:lnTo>
                  <a:lnTo>
                    <a:pt x="170" y="98"/>
                  </a:lnTo>
                  <a:lnTo>
                    <a:pt x="148" y="106"/>
                  </a:lnTo>
                  <a:lnTo>
                    <a:pt x="132" y="110"/>
                  </a:lnTo>
                  <a:lnTo>
                    <a:pt x="98" y="106"/>
                  </a:lnTo>
                  <a:lnTo>
                    <a:pt x="82" y="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noProof="1">
                <a:solidFill>
                  <a:srgbClr val="FFFFFF"/>
                </a:solidFill>
              </a:endParaRPr>
            </a:p>
          </p:txBody>
        </p:sp>
        <p:sp>
          <p:nvSpPr>
            <p:cNvPr id="42" name="台湾"/>
            <p:cNvSpPr/>
            <p:nvPr/>
          </p:nvSpPr>
          <p:spPr bwMode="auto">
            <a:xfrm>
              <a:off x="6754813" y="4803775"/>
              <a:ext cx="193675" cy="468313"/>
            </a:xfrm>
            <a:custGeom>
              <a:avLst/>
              <a:gdLst>
                <a:gd name="T0" fmla="*/ 2147483646 w 106"/>
                <a:gd name="T1" fmla="*/ 0 h 256"/>
                <a:gd name="T2" fmla="*/ 2147483646 w 106"/>
                <a:gd name="T3" fmla="*/ 0 h 256"/>
                <a:gd name="T4" fmla="*/ 2147483646 w 106"/>
                <a:gd name="T5" fmla="*/ 2147483646 h 256"/>
                <a:gd name="T6" fmla="*/ 2147483646 w 106"/>
                <a:gd name="T7" fmla="*/ 2147483646 h 256"/>
                <a:gd name="T8" fmla="*/ 2147483646 w 106"/>
                <a:gd name="T9" fmla="*/ 2147483646 h 256"/>
                <a:gd name="T10" fmla="*/ 2147483646 w 106"/>
                <a:gd name="T11" fmla="*/ 2147483646 h 256"/>
                <a:gd name="T12" fmla="*/ 2147483646 w 106"/>
                <a:gd name="T13" fmla="*/ 2147483646 h 256"/>
                <a:gd name="T14" fmla="*/ 2147483646 w 106"/>
                <a:gd name="T15" fmla="*/ 2147483646 h 256"/>
                <a:gd name="T16" fmla="*/ 2147483646 w 106"/>
                <a:gd name="T17" fmla="*/ 2147483646 h 256"/>
                <a:gd name="T18" fmla="*/ 0 w 106"/>
                <a:gd name="T19" fmla="*/ 2147483646 h 256"/>
                <a:gd name="T20" fmla="*/ 2147483646 w 106"/>
                <a:gd name="T21" fmla="*/ 2147483646 h 256"/>
                <a:gd name="T22" fmla="*/ 2147483646 w 106"/>
                <a:gd name="T23" fmla="*/ 2147483646 h 256"/>
                <a:gd name="T24" fmla="*/ 2147483646 w 106"/>
                <a:gd name="T25" fmla="*/ 2147483646 h 256"/>
                <a:gd name="T26" fmla="*/ 2147483646 w 106"/>
                <a:gd name="T27" fmla="*/ 2147483646 h 256"/>
                <a:gd name="T28" fmla="*/ 2147483646 w 106"/>
                <a:gd name="T29" fmla="*/ 2147483646 h 256"/>
                <a:gd name="T30" fmla="*/ 2147483646 w 106"/>
                <a:gd name="T31" fmla="*/ 2147483646 h 256"/>
                <a:gd name="T32" fmla="*/ 2147483646 w 106"/>
                <a:gd name="T33" fmla="*/ 2147483646 h 256"/>
                <a:gd name="T34" fmla="*/ 2147483646 w 106"/>
                <a:gd name="T35" fmla="*/ 2147483646 h 256"/>
                <a:gd name="T36" fmla="*/ 2147483646 w 106"/>
                <a:gd name="T37" fmla="*/ 2147483646 h 256"/>
                <a:gd name="T38" fmla="*/ 2147483646 w 106"/>
                <a:gd name="T39" fmla="*/ 2147483646 h 256"/>
                <a:gd name="T40" fmla="*/ 2147483646 w 106"/>
                <a:gd name="T41" fmla="*/ 2147483646 h 256"/>
                <a:gd name="T42" fmla="*/ 2147483646 w 106"/>
                <a:gd name="T43" fmla="*/ 2147483646 h 256"/>
                <a:gd name="T44" fmla="*/ 2147483646 w 106"/>
                <a:gd name="T45" fmla="*/ 2147483646 h 256"/>
                <a:gd name="T46" fmla="*/ 2147483646 w 106"/>
                <a:gd name="T47" fmla="*/ 2147483646 h 256"/>
                <a:gd name="T48" fmla="*/ 2147483646 w 106"/>
                <a:gd name="T49" fmla="*/ 2147483646 h 256"/>
                <a:gd name="T50" fmla="*/ 2147483646 w 106"/>
                <a:gd name="T51" fmla="*/ 2147483646 h 256"/>
                <a:gd name="T52" fmla="*/ 2147483646 w 106"/>
                <a:gd name="T53" fmla="*/ 2147483646 h 256"/>
                <a:gd name="T54" fmla="*/ 2147483646 w 106"/>
                <a:gd name="T55" fmla="*/ 2147483646 h 256"/>
                <a:gd name="T56" fmla="*/ 2147483646 w 106"/>
                <a:gd name="T57" fmla="*/ 2147483646 h 256"/>
                <a:gd name="T58" fmla="*/ 2147483646 w 106"/>
                <a:gd name="T59" fmla="*/ 2147483646 h 256"/>
                <a:gd name="T60" fmla="*/ 2147483646 w 106"/>
                <a:gd name="T61" fmla="*/ 2147483646 h 256"/>
                <a:gd name="T62" fmla="*/ 2147483646 w 106"/>
                <a:gd name="T63" fmla="*/ 2147483646 h 256"/>
                <a:gd name="T64" fmla="*/ 2147483646 w 106"/>
                <a:gd name="T65" fmla="*/ 2147483646 h 256"/>
                <a:gd name="T66" fmla="*/ 2147483646 w 106"/>
                <a:gd name="T67" fmla="*/ 2147483646 h 256"/>
                <a:gd name="T68" fmla="*/ 2147483646 w 106"/>
                <a:gd name="T69" fmla="*/ 2147483646 h 256"/>
                <a:gd name="T70" fmla="*/ 2147483646 w 106"/>
                <a:gd name="T71" fmla="*/ 2147483646 h 256"/>
                <a:gd name="T72" fmla="*/ 2147483646 w 106"/>
                <a:gd name="T73" fmla="*/ 2147483646 h 256"/>
                <a:gd name="T74" fmla="*/ 2147483646 w 106"/>
                <a:gd name="T75" fmla="*/ 2147483646 h 256"/>
                <a:gd name="T76" fmla="*/ 2147483646 w 106"/>
                <a:gd name="T77" fmla="*/ 2147483646 h 256"/>
                <a:gd name="T78" fmla="*/ 2147483646 w 106"/>
                <a:gd name="T79" fmla="*/ 2147483646 h 256"/>
                <a:gd name="T80" fmla="*/ 2147483646 w 106"/>
                <a:gd name="T81" fmla="*/ 2147483646 h 256"/>
                <a:gd name="T82" fmla="*/ 2147483646 w 106"/>
                <a:gd name="T83" fmla="*/ 2147483646 h 256"/>
                <a:gd name="T84" fmla="*/ 2147483646 w 106"/>
                <a:gd name="T85" fmla="*/ 2147483646 h 256"/>
                <a:gd name="T86" fmla="*/ 2147483646 w 106"/>
                <a:gd name="T87" fmla="*/ 2147483646 h 256"/>
                <a:gd name="T88" fmla="*/ 2147483646 w 106"/>
                <a:gd name="T89" fmla="*/ 0 h 25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106" h="256">
                  <a:moveTo>
                    <a:pt x="80" y="0"/>
                  </a:moveTo>
                  <a:lnTo>
                    <a:pt x="80" y="0"/>
                  </a:lnTo>
                  <a:lnTo>
                    <a:pt x="62" y="14"/>
                  </a:lnTo>
                  <a:lnTo>
                    <a:pt x="46" y="32"/>
                  </a:lnTo>
                  <a:lnTo>
                    <a:pt x="34" y="50"/>
                  </a:lnTo>
                  <a:lnTo>
                    <a:pt x="24" y="70"/>
                  </a:lnTo>
                  <a:lnTo>
                    <a:pt x="10" y="98"/>
                  </a:lnTo>
                  <a:lnTo>
                    <a:pt x="4" y="104"/>
                  </a:lnTo>
                  <a:lnTo>
                    <a:pt x="0" y="108"/>
                  </a:lnTo>
                  <a:lnTo>
                    <a:pt x="6" y="152"/>
                  </a:lnTo>
                  <a:lnTo>
                    <a:pt x="6" y="154"/>
                  </a:lnTo>
                  <a:lnTo>
                    <a:pt x="2" y="184"/>
                  </a:lnTo>
                  <a:lnTo>
                    <a:pt x="2" y="196"/>
                  </a:lnTo>
                  <a:lnTo>
                    <a:pt x="2" y="200"/>
                  </a:lnTo>
                  <a:lnTo>
                    <a:pt x="4" y="202"/>
                  </a:lnTo>
                  <a:lnTo>
                    <a:pt x="36" y="224"/>
                  </a:lnTo>
                  <a:lnTo>
                    <a:pt x="38" y="224"/>
                  </a:lnTo>
                  <a:lnTo>
                    <a:pt x="38" y="226"/>
                  </a:lnTo>
                  <a:lnTo>
                    <a:pt x="42" y="236"/>
                  </a:lnTo>
                  <a:lnTo>
                    <a:pt x="50" y="248"/>
                  </a:lnTo>
                  <a:lnTo>
                    <a:pt x="56" y="252"/>
                  </a:lnTo>
                  <a:lnTo>
                    <a:pt x="62" y="256"/>
                  </a:lnTo>
                  <a:lnTo>
                    <a:pt x="66" y="204"/>
                  </a:lnTo>
                  <a:lnTo>
                    <a:pt x="66" y="202"/>
                  </a:lnTo>
                  <a:lnTo>
                    <a:pt x="90" y="146"/>
                  </a:lnTo>
                  <a:lnTo>
                    <a:pt x="98" y="80"/>
                  </a:lnTo>
                  <a:lnTo>
                    <a:pt x="98" y="78"/>
                  </a:lnTo>
                  <a:lnTo>
                    <a:pt x="106" y="60"/>
                  </a:lnTo>
                  <a:lnTo>
                    <a:pt x="100" y="44"/>
                  </a:lnTo>
                  <a:lnTo>
                    <a:pt x="98" y="44"/>
                  </a:lnTo>
                  <a:lnTo>
                    <a:pt x="98" y="24"/>
                  </a:lnTo>
                  <a:lnTo>
                    <a:pt x="98" y="22"/>
                  </a:lnTo>
                  <a:lnTo>
                    <a:pt x="102" y="16"/>
                  </a:lnTo>
                  <a:lnTo>
                    <a:pt x="106" y="12"/>
                  </a:lnTo>
                  <a:lnTo>
                    <a:pt x="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noProof="1">
                <a:solidFill>
                  <a:srgbClr val="FFFFFF"/>
                </a:solidFill>
              </a:endParaRPr>
            </a:p>
          </p:txBody>
        </p:sp>
        <p:sp>
          <p:nvSpPr>
            <p:cNvPr id="43" name="海南"/>
            <p:cNvSpPr/>
            <p:nvPr/>
          </p:nvSpPr>
          <p:spPr bwMode="auto">
            <a:xfrm>
              <a:off x="5330825" y="5634038"/>
              <a:ext cx="292100" cy="255587"/>
            </a:xfrm>
            <a:custGeom>
              <a:avLst/>
              <a:gdLst>
                <a:gd name="T0" fmla="*/ 2147483646 w 160"/>
                <a:gd name="T1" fmla="*/ 2147483646 h 140"/>
                <a:gd name="T2" fmla="*/ 2147483646 w 160"/>
                <a:gd name="T3" fmla="*/ 2147483646 h 140"/>
                <a:gd name="T4" fmla="*/ 2147483646 w 160"/>
                <a:gd name="T5" fmla="*/ 2147483646 h 140"/>
                <a:gd name="T6" fmla="*/ 2147483646 w 160"/>
                <a:gd name="T7" fmla="*/ 2147483646 h 140"/>
                <a:gd name="T8" fmla="*/ 2147483646 w 160"/>
                <a:gd name="T9" fmla="*/ 2147483646 h 140"/>
                <a:gd name="T10" fmla="*/ 2147483646 w 160"/>
                <a:gd name="T11" fmla="*/ 2147483646 h 140"/>
                <a:gd name="T12" fmla="*/ 2147483646 w 160"/>
                <a:gd name="T13" fmla="*/ 2147483646 h 140"/>
                <a:gd name="T14" fmla="*/ 2147483646 w 160"/>
                <a:gd name="T15" fmla="*/ 2147483646 h 140"/>
                <a:gd name="T16" fmla="*/ 2147483646 w 160"/>
                <a:gd name="T17" fmla="*/ 2147483646 h 140"/>
                <a:gd name="T18" fmla="*/ 2147483646 w 160"/>
                <a:gd name="T19" fmla="*/ 2147483646 h 140"/>
                <a:gd name="T20" fmla="*/ 2147483646 w 160"/>
                <a:gd name="T21" fmla="*/ 2147483646 h 140"/>
                <a:gd name="T22" fmla="*/ 2147483646 w 160"/>
                <a:gd name="T23" fmla="*/ 2147483646 h 140"/>
                <a:gd name="T24" fmla="*/ 2147483646 w 160"/>
                <a:gd name="T25" fmla="*/ 2147483646 h 140"/>
                <a:gd name="T26" fmla="*/ 0 w 160"/>
                <a:gd name="T27" fmla="*/ 2147483646 h 140"/>
                <a:gd name="T28" fmla="*/ 2147483646 w 160"/>
                <a:gd name="T29" fmla="*/ 2147483646 h 140"/>
                <a:gd name="T30" fmla="*/ 2147483646 w 160"/>
                <a:gd name="T31" fmla="*/ 2147483646 h 140"/>
                <a:gd name="T32" fmla="*/ 2147483646 w 160"/>
                <a:gd name="T33" fmla="*/ 2147483646 h 140"/>
                <a:gd name="T34" fmla="*/ 2147483646 w 160"/>
                <a:gd name="T35" fmla="*/ 2147483646 h 140"/>
                <a:gd name="T36" fmla="*/ 2147483646 w 160"/>
                <a:gd name="T37" fmla="*/ 2147483646 h 140"/>
                <a:gd name="T38" fmla="*/ 2147483646 w 160"/>
                <a:gd name="T39" fmla="*/ 2147483646 h 140"/>
                <a:gd name="T40" fmla="*/ 2147483646 w 160"/>
                <a:gd name="T41" fmla="*/ 2147483646 h 140"/>
                <a:gd name="T42" fmla="*/ 2147483646 w 160"/>
                <a:gd name="T43" fmla="*/ 2147483646 h 140"/>
                <a:gd name="T44" fmla="*/ 2147483646 w 160"/>
                <a:gd name="T45" fmla="*/ 2147483646 h 140"/>
                <a:gd name="T46" fmla="*/ 2147483646 w 160"/>
                <a:gd name="T47" fmla="*/ 2147483646 h 140"/>
                <a:gd name="T48" fmla="*/ 2147483646 w 160"/>
                <a:gd name="T49" fmla="*/ 2147483646 h 140"/>
                <a:gd name="T50" fmla="*/ 2147483646 w 160"/>
                <a:gd name="T51" fmla="*/ 2147483646 h 140"/>
                <a:gd name="T52" fmla="*/ 2147483646 w 160"/>
                <a:gd name="T53" fmla="*/ 2147483646 h 140"/>
                <a:gd name="T54" fmla="*/ 2147483646 w 160"/>
                <a:gd name="T55" fmla="*/ 2147483646 h 140"/>
                <a:gd name="T56" fmla="*/ 2147483646 w 160"/>
                <a:gd name="T57" fmla="*/ 2147483646 h 140"/>
                <a:gd name="T58" fmla="*/ 2147483646 w 160"/>
                <a:gd name="T59" fmla="*/ 2147483646 h 140"/>
                <a:gd name="T60" fmla="*/ 2147483646 w 160"/>
                <a:gd name="T61" fmla="*/ 2147483646 h 140"/>
                <a:gd name="T62" fmla="*/ 2147483646 w 160"/>
                <a:gd name="T63" fmla="*/ 2147483646 h 140"/>
                <a:gd name="T64" fmla="*/ 2147483646 w 160"/>
                <a:gd name="T65" fmla="*/ 2147483646 h 140"/>
                <a:gd name="T66" fmla="*/ 2147483646 w 160"/>
                <a:gd name="T67" fmla="*/ 2147483646 h 140"/>
                <a:gd name="T68" fmla="*/ 2147483646 w 160"/>
                <a:gd name="T69" fmla="*/ 2147483646 h 140"/>
                <a:gd name="T70" fmla="*/ 2147483646 w 160"/>
                <a:gd name="T71" fmla="*/ 2147483646 h 140"/>
                <a:gd name="T72" fmla="*/ 2147483646 w 160"/>
                <a:gd name="T73" fmla="*/ 2147483646 h 140"/>
                <a:gd name="T74" fmla="*/ 2147483646 w 160"/>
                <a:gd name="T75" fmla="*/ 2147483646 h 140"/>
                <a:gd name="T76" fmla="*/ 2147483646 w 160"/>
                <a:gd name="T77" fmla="*/ 2147483646 h 140"/>
                <a:gd name="T78" fmla="*/ 2147483646 w 160"/>
                <a:gd name="T79" fmla="*/ 2147483646 h 140"/>
                <a:gd name="T80" fmla="*/ 2147483646 w 160"/>
                <a:gd name="T81" fmla="*/ 2147483646 h 140"/>
                <a:gd name="T82" fmla="*/ 2147483646 w 160"/>
                <a:gd name="T83" fmla="*/ 0 h 140"/>
                <a:gd name="T84" fmla="*/ 2147483646 w 160"/>
                <a:gd name="T85" fmla="*/ 2147483646 h 140"/>
                <a:gd name="T86" fmla="*/ 2147483646 w 160"/>
                <a:gd name="T87" fmla="*/ 2147483646 h 140"/>
                <a:gd name="T88" fmla="*/ 2147483646 w 160"/>
                <a:gd name="T89" fmla="*/ 2147483646 h 140"/>
                <a:gd name="T90" fmla="*/ 2147483646 w 160"/>
                <a:gd name="T91" fmla="*/ 2147483646 h 140"/>
                <a:gd name="T92" fmla="*/ 2147483646 w 160"/>
                <a:gd name="T93" fmla="*/ 2147483646 h 140"/>
                <a:gd name="T94" fmla="*/ 2147483646 w 160"/>
                <a:gd name="T95" fmla="*/ 2147483646 h 14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160" h="140">
                  <a:moveTo>
                    <a:pt x="72" y="14"/>
                  </a:moveTo>
                  <a:lnTo>
                    <a:pt x="70" y="18"/>
                  </a:lnTo>
                  <a:lnTo>
                    <a:pt x="68" y="20"/>
                  </a:lnTo>
                  <a:lnTo>
                    <a:pt x="36" y="28"/>
                  </a:lnTo>
                  <a:lnTo>
                    <a:pt x="38" y="32"/>
                  </a:lnTo>
                  <a:lnTo>
                    <a:pt x="48" y="44"/>
                  </a:lnTo>
                  <a:lnTo>
                    <a:pt x="44" y="46"/>
                  </a:lnTo>
                  <a:lnTo>
                    <a:pt x="30" y="54"/>
                  </a:lnTo>
                  <a:lnTo>
                    <a:pt x="6" y="72"/>
                  </a:lnTo>
                  <a:lnTo>
                    <a:pt x="2" y="80"/>
                  </a:lnTo>
                  <a:lnTo>
                    <a:pt x="0" y="92"/>
                  </a:lnTo>
                  <a:lnTo>
                    <a:pt x="4" y="108"/>
                  </a:lnTo>
                  <a:lnTo>
                    <a:pt x="10" y="126"/>
                  </a:lnTo>
                  <a:lnTo>
                    <a:pt x="34" y="128"/>
                  </a:lnTo>
                  <a:lnTo>
                    <a:pt x="36" y="128"/>
                  </a:lnTo>
                  <a:lnTo>
                    <a:pt x="60" y="140"/>
                  </a:lnTo>
                  <a:lnTo>
                    <a:pt x="86" y="136"/>
                  </a:lnTo>
                  <a:lnTo>
                    <a:pt x="94" y="132"/>
                  </a:lnTo>
                  <a:lnTo>
                    <a:pt x="102" y="126"/>
                  </a:lnTo>
                  <a:lnTo>
                    <a:pt x="112" y="118"/>
                  </a:lnTo>
                  <a:lnTo>
                    <a:pt x="122" y="106"/>
                  </a:lnTo>
                  <a:lnTo>
                    <a:pt x="124" y="106"/>
                  </a:lnTo>
                  <a:lnTo>
                    <a:pt x="126" y="104"/>
                  </a:lnTo>
                  <a:lnTo>
                    <a:pt x="136" y="100"/>
                  </a:lnTo>
                  <a:lnTo>
                    <a:pt x="134" y="66"/>
                  </a:lnTo>
                  <a:lnTo>
                    <a:pt x="148" y="44"/>
                  </a:lnTo>
                  <a:lnTo>
                    <a:pt x="160" y="34"/>
                  </a:lnTo>
                  <a:lnTo>
                    <a:pt x="160" y="22"/>
                  </a:lnTo>
                  <a:lnTo>
                    <a:pt x="158" y="14"/>
                  </a:lnTo>
                  <a:lnTo>
                    <a:pt x="156" y="10"/>
                  </a:lnTo>
                  <a:lnTo>
                    <a:pt x="152" y="2"/>
                  </a:lnTo>
                  <a:lnTo>
                    <a:pt x="146" y="0"/>
                  </a:lnTo>
                  <a:lnTo>
                    <a:pt x="146" y="12"/>
                  </a:lnTo>
                  <a:lnTo>
                    <a:pt x="126" y="8"/>
                  </a:lnTo>
                  <a:lnTo>
                    <a:pt x="116" y="14"/>
                  </a:lnTo>
                  <a:lnTo>
                    <a:pt x="114" y="14"/>
                  </a:lnTo>
                  <a:lnTo>
                    <a:pt x="72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noProof="1">
                <a:solidFill>
                  <a:srgbClr val="FFFFFF"/>
                </a:solidFill>
              </a:endParaRPr>
            </a:p>
          </p:txBody>
        </p:sp>
      </p:grpSp>
      <p:graphicFrame>
        <p:nvGraphicFramePr>
          <p:cNvPr id="57" name="图表 56"/>
          <p:cNvGraphicFramePr/>
          <p:nvPr/>
        </p:nvGraphicFramePr>
        <p:xfrm>
          <a:off x="278385" y="1579067"/>
          <a:ext cx="5861549" cy="3907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59" name="矩形 58"/>
          <p:cNvSpPr/>
          <p:nvPr/>
        </p:nvSpPr>
        <p:spPr>
          <a:xfrm>
            <a:off x="267439" y="5419725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fontAlgn="base">
              <a:defRPr sz="2000" b="0" i="0" u="none" strike="noStrike" kern="1200" cap="all" baseline="0">
                <a:solidFill>
                  <a:srgbClr val="000000">
                    <a:lumMod val="65000"/>
                    <a:lumOff val="35000"/>
                  </a:srgb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defRPr>
            </a:pPr>
            <a:r>
              <a:rPr lang="zh-CN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营业额分布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      </a:t>
            </a:r>
            <a:r>
              <a:rPr lang="zh-CN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单位：万</a:t>
            </a:r>
            <a:endParaRPr lang="zh-CN" altLang="zh-CN" sz="2400" dirty="0">
              <a:solidFill>
                <a:schemeClr val="tx1">
                  <a:lumMod val="85000"/>
                  <a:lumOff val="1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grpSp>
        <p:nvGrpSpPr>
          <p:cNvPr id="63" name="组合 62"/>
          <p:cNvGrpSpPr/>
          <p:nvPr/>
        </p:nvGrpSpPr>
        <p:grpSpPr>
          <a:xfrm>
            <a:off x="8482184" y="3525977"/>
            <a:ext cx="732073" cy="882119"/>
            <a:chOff x="8917558" y="1509646"/>
            <a:chExt cx="1069912" cy="1289202"/>
          </a:xfrm>
        </p:grpSpPr>
        <p:sp>
          <p:nvSpPr>
            <p:cNvPr id="60" name="椭圆 11"/>
            <p:cNvSpPr/>
            <p:nvPr/>
          </p:nvSpPr>
          <p:spPr>
            <a:xfrm>
              <a:off x="8917558" y="1509646"/>
              <a:ext cx="1069912" cy="1289202"/>
            </a:xfrm>
            <a:custGeom>
              <a:avLst/>
              <a:gdLst/>
              <a:ahLst/>
              <a:cxnLst/>
              <a:rect l="l" t="t" r="r" b="b"/>
              <a:pathLst>
                <a:path w="1845204" h="2223400">
                  <a:moveTo>
                    <a:pt x="922602" y="0"/>
                  </a:moveTo>
                  <a:cubicBezTo>
                    <a:pt x="1432141" y="0"/>
                    <a:pt x="1845204" y="413063"/>
                    <a:pt x="1845204" y="922602"/>
                  </a:cubicBezTo>
                  <a:cubicBezTo>
                    <a:pt x="1845204" y="1147299"/>
                    <a:pt x="1764878" y="1353235"/>
                    <a:pt x="1628134" y="1510557"/>
                  </a:cubicBezTo>
                  <a:lnTo>
                    <a:pt x="1635445" y="1510557"/>
                  </a:lnTo>
                  <a:lnTo>
                    <a:pt x="1593653" y="1552349"/>
                  </a:lnTo>
                  <a:cubicBezTo>
                    <a:pt x="1581994" y="1568184"/>
                    <a:pt x="1568184" y="1581994"/>
                    <a:pt x="1552350" y="1593652"/>
                  </a:cubicBezTo>
                  <a:lnTo>
                    <a:pt x="922602" y="2223400"/>
                  </a:lnTo>
                  <a:lnTo>
                    <a:pt x="292852" y="1593650"/>
                  </a:lnTo>
                  <a:cubicBezTo>
                    <a:pt x="277019" y="1581993"/>
                    <a:pt x="263211" y="1568185"/>
                    <a:pt x="251554" y="1552352"/>
                  </a:cubicBezTo>
                  <a:lnTo>
                    <a:pt x="209759" y="1510557"/>
                  </a:lnTo>
                  <a:lnTo>
                    <a:pt x="217070" y="1510557"/>
                  </a:lnTo>
                  <a:cubicBezTo>
                    <a:pt x="80326" y="1353235"/>
                    <a:pt x="0" y="1147299"/>
                    <a:pt x="0" y="922602"/>
                  </a:cubicBezTo>
                  <a:cubicBezTo>
                    <a:pt x="0" y="413063"/>
                    <a:pt x="413063" y="0"/>
                    <a:pt x="922602" y="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bg1"/>
                </a:gs>
                <a:gs pos="0">
                  <a:srgbClr val="E0E0E0"/>
                </a:gs>
              </a:gsLst>
              <a:lin ang="8100000" scaled="0"/>
              <a:tileRect/>
            </a:gradFill>
            <a:ln w="22225">
              <a:gradFill>
                <a:gsLst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8100000" scaled="0"/>
              </a:gradFill>
            </a:ln>
            <a:effectLst>
              <a:outerShdw blurRad="279400" dist="1016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>
                <a:solidFill>
                  <a:prstClr val="white"/>
                </a:solidFill>
                <a:sym typeface="+mn-lt"/>
              </a:endParaRPr>
            </a:p>
          </p:txBody>
        </p:sp>
        <p:sp>
          <p:nvSpPr>
            <p:cNvPr id="61" name="MH_Other_9"/>
            <p:cNvSpPr/>
            <p:nvPr>
              <p:custDataLst>
                <p:tags r:id="rId5"/>
              </p:custDataLst>
            </p:nvPr>
          </p:nvSpPr>
          <p:spPr>
            <a:xfrm>
              <a:off x="9009433" y="1604615"/>
              <a:ext cx="882310" cy="88231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innerShdw blurRad="63500" dist="50800" dir="18900000">
                <a:prstClr val="black">
                  <a:alpha val="3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>
                <a:defRPr/>
              </a:pPr>
              <a:r>
                <a:rPr lang="zh-CN" altLang="en-US" b="1" dirty="0">
                  <a:solidFill>
                    <a:prstClr val="white"/>
                  </a:solidFill>
                  <a:latin typeface="Impact" panose="020B0806030902050204" pitchFamily="34" charset="0"/>
                </a:rPr>
                <a:t>成都</a:t>
              </a: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8077075" y="4581583"/>
            <a:ext cx="732073" cy="882119"/>
            <a:chOff x="8917558" y="1509646"/>
            <a:chExt cx="1069912" cy="1289202"/>
          </a:xfrm>
        </p:grpSpPr>
        <p:sp>
          <p:nvSpPr>
            <p:cNvPr id="65" name="椭圆 11"/>
            <p:cNvSpPr/>
            <p:nvPr/>
          </p:nvSpPr>
          <p:spPr>
            <a:xfrm>
              <a:off x="8917558" y="1509646"/>
              <a:ext cx="1069912" cy="1289202"/>
            </a:xfrm>
            <a:custGeom>
              <a:avLst/>
              <a:gdLst/>
              <a:ahLst/>
              <a:cxnLst/>
              <a:rect l="l" t="t" r="r" b="b"/>
              <a:pathLst>
                <a:path w="1845204" h="2223400">
                  <a:moveTo>
                    <a:pt x="922602" y="0"/>
                  </a:moveTo>
                  <a:cubicBezTo>
                    <a:pt x="1432141" y="0"/>
                    <a:pt x="1845204" y="413063"/>
                    <a:pt x="1845204" y="922602"/>
                  </a:cubicBezTo>
                  <a:cubicBezTo>
                    <a:pt x="1845204" y="1147299"/>
                    <a:pt x="1764878" y="1353235"/>
                    <a:pt x="1628134" y="1510557"/>
                  </a:cubicBezTo>
                  <a:lnTo>
                    <a:pt x="1635445" y="1510557"/>
                  </a:lnTo>
                  <a:lnTo>
                    <a:pt x="1593653" y="1552349"/>
                  </a:lnTo>
                  <a:cubicBezTo>
                    <a:pt x="1581994" y="1568184"/>
                    <a:pt x="1568184" y="1581994"/>
                    <a:pt x="1552350" y="1593652"/>
                  </a:cubicBezTo>
                  <a:lnTo>
                    <a:pt x="922602" y="2223400"/>
                  </a:lnTo>
                  <a:lnTo>
                    <a:pt x="292852" y="1593650"/>
                  </a:lnTo>
                  <a:cubicBezTo>
                    <a:pt x="277019" y="1581993"/>
                    <a:pt x="263211" y="1568185"/>
                    <a:pt x="251554" y="1552352"/>
                  </a:cubicBezTo>
                  <a:lnTo>
                    <a:pt x="209759" y="1510557"/>
                  </a:lnTo>
                  <a:lnTo>
                    <a:pt x="217070" y="1510557"/>
                  </a:lnTo>
                  <a:cubicBezTo>
                    <a:pt x="80326" y="1353235"/>
                    <a:pt x="0" y="1147299"/>
                    <a:pt x="0" y="922602"/>
                  </a:cubicBezTo>
                  <a:cubicBezTo>
                    <a:pt x="0" y="413063"/>
                    <a:pt x="413063" y="0"/>
                    <a:pt x="922602" y="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bg1"/>
                </a:gs>
                <a:gs pos="0">
                  <a:srgbClr val="E0E0E0"/>
                </a:gs>
              </a:gsLst>
              <a:lin ang="8100000" scaled="0"/>
              <a:tileRect/>
            </a:gradFill>
            <a:ln w="22225">
              <a:gradFill>
                <a:gsLst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8100000" scaled="0"/>
              </a:gradFill>
            </a:ln>
            <a:effectLst>
              <a:outerShdw blurRad="279400" dist="1016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>
                <a:solidFill>
                  <a:prstClr val="white"/>
                </a:solidFill>
                <a:sym typeface="+mn-lt"/>
              </a:endParaRPr>
            </a:p>
          </p:txBody>
        </p:sp>
        <p:sp>
          <p:nvSpPr>
            <p:cNvPr id="66" name="MH_Other_9"/>
            <p:cNvSpPr/>
            <p:nvPr>
              <p:custDataLst>
                <p:tags r:id="rId4"/>
              </p:custDataLst>
            </p:nvPr>
          </p:nvSpPr>
          <p:spPr>
            <a:xfrm>
              <a:off x="9009433" y="1604615"/>
              <a:ext cx="882310" cy="88231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innerShdw blurRad="63500" dist="50800" dir="18900000">
                <a:prstClr val="black">
                  <a:alpha val="3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>
                <a:defRPr/>
              </a:pPr>
              <a:r>
                <a:rPr lang="zh-CN" altLang="en-US" b="1" dirty="0">
                  <a:solidFill>
                    <a:prstClr val="white"/>
                  </a:solidFill>
                  <a:latin typeface="Impact" panose="020B0806030902050204" pitchFamily="34" charset="0"/>
                </a:rPr>
                <a:t>广西</a:t>
              </a: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10266739" y="3295425"/>
            <a:ext cx="732073" cy="882119"/>
            <a:chOff x="8917558" y="1509646"/>
            <a:chExt cx="1069912" cy="1289202"/>
          </a:xfrm>
        </p:grpSpPr>
        <p:sp>
          <p:nvSpPr>
            <p:cNvPr id="75" name="椭圆 11"/>
            <p:cNvSpPr/>
            <p:nvPr/>
          </p:nvSpPr>
          <p:spPr>
            <a:xfrm>
              <a:off x="8917558" y="1509646"/>
              <a:ext cx="1069912" cy="1289202"/>
            </a:xfrm>
            <a:custGeom>
              <a:avLst/>
              <a:gdLst/>
              <a:ahLst/>
              <a:cxnLst/>
              <a:rect l="l" t="t" r="r" b="b"/>
              <a:pathLst>
                <a:path w="1845204" h="2223400">
                  <a:moveTo>
                    <a:pt x="922602" y="0"/>
                  </a:moveTo>
                  <a:cubicBezTo>
                    <a:pt x="1432141" y="0"/>
                    <a:pt x="1845204" y="413063"/>
                    <a:pt x="1845204" y="922602"/>
                  </a:cubicBezTo>
                  <a:cubicBezTo>
                    <a:pt x="1845204" y="1147299"/>
                    <a:pt x="1764878" y="1353235"/>
                    <a:pt x="1628134" y="1510557"/>
                  </a:cubicBezTo>
                  <a:lnTo>
                    <a:pt x="1635445" y="1510557"/>
                  </a:lnTo>
                  <a:lnTo>
                    <a:pt x="1593653" y="1552349"/>
                  </a:lnTo>
                  <a:cubicBezTo>
                    <a:pt x="1581994" y="1568184"/>
                    <a:pt x="1568184" y="1581994"/>
                    <a:pt x="1552350" y="1593652"/>
                  </a:cubicBezTo>
                  <a:lnTo>
                    <a:pt x="922602" y="2223400"/>
                  </a:lnTo>
                  <a:lnTo>
                    <a:pt x="292852" y="1593650"/>
                  </a:lnTo>
                  <a:cubicBezTo>
                    <a:pt x="277019" y="1581993"/>
                    <a:pt x="263211" y="1568185"/>
                    <a:pt x="251554" y="1552352"/>
                  </a:cubicBezTo>
                  <a:lnTo>
                    <a:pt x="209759" y="1510557"/>
                  </a:lnTo>
                  <a:lnTo>
                    <a:pt x="217070" y="1510557"/>
                  </a:lnTo>
                  <a:cubicBezTo>
                    <a:pt x="80326" y="1353235"/>
                    <a:pt x="0" y="1147299"/>
                    <a:pt x="0" y="922602"/>
                  </a:cubicBezTo>
                  <a:cubicBezTo>
                    <a:pt x="0" y="413063"/>
                    <a:pt x="413063" y="0"/>
                    <a:pt x="922602" y="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bg1"/>
                </a:gs>
                <a:gs pos="0">
                  <a:srgbClr val="E0E0E0"/>
                </a:gs>
              </a:gsLst>
              <a:lin ang="8100000" scaled="0"/>
              <a:tileRect/>
            </a:gradFill>
            <a:ln w="22225">
              <a:gradFill>
                <a:gsLst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8100000" scaled="0"/>
              </a:gradFill>
            </a:ln>
            <a:effectLst>
              <a:outerShdw blurRad="279400" dist="1016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>
                <a:solidFill>
                  <a:prstClr val="white"/>
                </a:solidFill>
                <a:sym typeface="+mn-lt"/>
              </a:endParaRPr>
            </a:p>
          </p:txBody>
        </p:sp>
        <p:sp>
          <p:nvSpPr>
            <p:cNvPr id="76" name="MH_Other_9"/>
            <p:cNvSpPr/>
            <p:nvPr>
              <p:custDataLst>
                <p:tags r:id="rId3"/>
              </p:custDataLst>
            </p:nvPr>
          </p:nvSpPr>
          <p:spPr>
            <a:xfrm>
              <a:off x="9009433" y="1604615"/>
              <a:ext cx="882310" cy="88231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innerShdw blurRad="63500" dist="50800" dir="18900000">
                <a:prstClr val="black">
                  <a:alpha val="3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>
                <a:defRPr/>
              </a:pPr>
              <a:r>
                <a:rPr lang="zh-CN" altLang="en-US" b="1" dirty="0">
                  <a:solidFill>
                    <a:prstClr val="white"/>
                  </a:solidFill>
                  <a:latin typeface="Impact" panose="020B0806030902050204" pitchFamily="34" charset="0"/>
                </a:rPr>
                <a:t>浙江</a:t>
              </a:r>
            </a:p>
          </p:txBody>
        </p:sp>
      </p:grpSp>
      <p:grpSp>
        <p:nvGrpSpPr>
          <p:cNvPr id="77" name="组合 76"/>
          <p:cNvGrpSpPr/>
          <p:nvPr/>
        </p:nvGrpSpPr>
        <p:grpSpPr>
          <a:xfrm>
            <a:off x="9640729" y="4560129"/>
            <a:ext cx="732073" cy="882119"/>
            <a:chOff x="8917558" y="1509646"/>
            <a:chExt cx="1069912" cy="1289202"/>
          </a:xfrm>
        </p:grpSpPr>
        <p:sp>
          <p:nvSpPr>
            <p:cNvPr id="78" name="椭圆 11"/>
            <p:cNvSpPr/>
            <p:nvPr/>
          </p:nvSpPr>
          <p:spPr>
            <a:xfrm>
              <a:off x="8917558" y="1509646"/>
              <a:ext cx="1069912" cy="1289202"/>
            </a:xfrm>
            <a:custGeom>
              <a:avLst/>
              <a:gdLst/>
              <a:ahLst/>
              <a:cxnLst/>
              <a:rect l="l" t="t" r="r" b="b"/>
              <a:pathLst>
                <a:path w="1845204" h="2223400">
                  <a:moveTo>
                    <a:pt x="922602" y="0"/>
                  </a:moveTo>
                  <a:cubicBezTo>
                    <a:pt x="1432141" y="0"/>
                    <a:pt x="1845204" y="413063"/>
                    <a:pt x="1845204" y="922602"/>
                  </a:cubicBezTo>
                  <a:cubicBezTo>
                    <a:pt x="1845204" y="1147299"/>
                    <a:pt x="1764878" y="1353235"/>
                    <a:pt x="1628134" y="1510557"/>
                  </a:cubicBezTo>
                  <a:lnTo>
                    <a:pt x="1635445" y="1510557"/>
                  </a:lnTo>
                  <a:lnTo>
                    <a:pt x="1593653" y="1552349"/>
                  </a:lnTo>
                  <a:cubicBezTo>
                    <a:pt x="1581994" y="1568184"/>
                    <a:pt x="1568184" y="1581994"/>
                    <a:pt x="1552350" y="1593652"/>
                  </a:cubicBezTo>
                  <a:lnTo>
                    <a:pt x="922602" y="2223400"/>
                  </a:lnTo>
                  <a:lnTo>
                    <a:pt x="292852" y="1593650"/>
                  </a:lnTo>
                  <a:cubicBezTo>
                    <a:pt x="277019" y="1581993"/>
                    <a:pt x="263211" y="1568185"/>
                    <a:pt x="251554" y="1552352"/>
                  </a:cubicBezTo>
                  <a:lnTo>
                    <a:pt x="209759" y="1510557"/>
                  </a:lnTo>
                  <a:lnTo>
                    <a:pt x="217070" y="1510557"/>
                  </a:lnTo>
                  <a:cubicBezTo>
                    <a:pt x="80326" y="1353235"/>
                    <a:pt x="0" y="1147299"/>
                    <a:pt x="0" y="922602"/>
                  </a:cubicBezTo>
                  <a:cubicBezTo>
                    <a:pt x="0" y="413063"/>
                    <a:pt x="413063" y="0"/>
                    <a:pt x="922602" y="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bg1"/>
                </a:gs>
                <a:gs pos="0">
                  <a:srgbClr val="E0E0E0"/>
                </a:gs>
              </a:gsLst>
              <a:lin ang="8100000" scaled="0"/>
              <a:tileRect/>
            </a:gradFill>
            <a:ln w="22225">
              <a:gradFill>
                <a:gsLst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8100000" scaled="0"/>
              </a:gradFill>
            </a:ln>
            <a:effectLst>
              <a:outerShdw blurRad="279400" dist="1016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>
                <a:solidFill>
                  <a:prstClr val="white"/>
                </a:solidFill>
                <a:sym typeface="+mn-lt"/>
              </a:endParaRPr>
            </a:p>
          </p:txBody>
        </p:sp>
        <p:sp>
          <p:nvSpPr>
            <p:cNvPr id="79" name="MH_Other_9"/>
            <p:cNvSpPr/>
            <p:nvPr>
              <p:custDataLst>
                <p:tags r:id="rId2"/>
              </p:custDataLst>
            </p:nvPr>
          </p:nvSpPr>
          <p:spPr>
            <a:xfrm>
              <a:off x="9009433" y="1604615"/>
              <a:ext cx="882310" cy="88231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innerShdw blurRad="63500" dist="50800" dir="18900000">
                <a:prstClr val="black">
                  <a:alpha val="3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>
                <a:defRPr/>
              </a:pPr>
              <a:r>
                <a:rPr lang="zh-CN" altLang="en-US" b="1" dirty="0">
                  <a:solidFill>
                    <a:prstClr val="white"/>
                  </a:solidFill>
                  <a:latin typeface="Impact" panose="020B0806030902050204" pitchFamily="34" charset="0"/>
                </a:rPr>
                <a:t>广东</a:t>
              </a: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7075217" y="2771726"/>
            <a:ext cx="732073" cy="882119"/>
            <a:chOff x="8917558" y="1509646"/>
            <a:chExt cx="1069912" cy="1289202"/>
          </a:xfrm>
        </p:grpSpPr>
        <p:sp>
          <p:nvSpPr>
            <p:cNvPr id="81" name="椭圆 11"/>
            <p:cNvSpPr/>
            <p:nvPr/>
          </p:nvSpPr>
          <p:spPr>
            <a:xfrm>
              <a:off x="8917558" y="1509646"/>
              <a:ext cx="1069912" cy="1289202"/>
            </a:xfrm>
            <a:custGeom>
              <a:avLst/>
              <a:gdLst/>
              <a:ahLst/>
              <a:cxnLst/>
              <a:rect l="l" t="t" r="r" b="b"/>
              <a:pathLst>
                <a:path w="1845204" h="2223400">
                  <a:moveTo>
                    <a:pt x="922602" y="0"/>
                  </a:moveTo>
                  <a:cubicBezTo>
                    <a:pt x="1432141" y="0"/>
                    <a:pt x="1845204" y="413063"/>
                    <a:pt x="1845204" y="922602"/>
                  </a:cubicBezTo>
                  <a:cubicBezTo>
                    <a:pt x="1845204" y="1147299"/>
                    <a:pt x="1764878" y="1353235"/>
                    <a:pt x="1628134" y="1510557"/>
                  </a:cubicBezTo>
                  <a:lnTo>
                    <a:pt x="1635445" y="1510557"/>
                  </a:lnTo>
                  <a:lnTo>
                    <a:pt x="1593653" y="1552349"/>
                  </a:lnTo>
                  <a:cubicBezTo>
                    <a:pt x="1581994" y="1568184"/>
                    <a:pt x="1568184" y="1581994"/>
                    <a:pt x="1552350" y="1593652"/>
                  </a:cubicBezTo>
                  <a:lnTo>
                    <a:pt x="922602" y="2223400"/>
                  </a:lnTo>
                  <a:lnTo>
                    <a:pt x="292852" y="1593650"/>
                  </a:lnTo>
                  <a:cubicBezTo>
                    <a:pt x="277019" y="1581993"/>
                    <a:pt x="263211" y="1568185"/>
                    <a:pt x="251554" y="1552352"/>
                  </a:cubicBezTo>
                  <a:lnTo>
                    <a:pt x="209759" y="1510557"/>
                  </a:lnTo>
                  <a:lnTo>
                    <a:pt x="217070" y="1510557"/>
                  </a:lnTo>
                  <a:cubicBezTo>
                    <a:pt x="80326" y="1353235"/>
                    <a:pt x="0" y="1147299"/>
                    <a:pt x="0" y="922602"/>
                  </a:cubicBezTo>
                  <a:cubicBezTo>
                    <a:pt x="0" y="413063"/>
                    <a:pt x="413063" y="0"/>
                    <a:pt x="922602" y="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bg1"/>
                </a:gs>
                <a:gs pos="0">
                  <a:srgbClr val="E0E0E0"/>
                </a:gs>
              </a:gsLst>
              <a:lin ang="8100000" scaled="0"/>
              <a:tileRect/>
            </a:gradFill>
            <a:ln w="22225">
              <a:gradFill>
                <a:gsLst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8100000" scaled="0"/>
              </a:gradFill>
            </a:ln>
            <a:effectLst>
              <a:outerShdw blurRad="279400" dist="1016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>
                <a:solidFill>
                  <a:prstClr val="white"/>
                </a:solidFill>
                <a:sym typeface="+mn-lt"/>
              </a:endParaRPr>
            </a:p>
          </p:txBody>
        </p:sp>
        <p:sp>
          <p:nvSpPr>
            <p:cNvPr id="82" name="MH_Other_9"/>
            <p:cNvSpPr/>
            <p:nvPr>
              <p:custDataLst>
                <p:tags r:id="rId1"/>
              </p:custDataLst>
            </p:nvPr>
          </p:nvSpPr>
          <p:spPr>
            <a:xfrm>
              <a:off x="9009433" y="1604615"/>
              <a:ext cx="882310" cy="88231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innerShdw blurRad="63500" dist="50800" dir="18900000">
                <a:prstClr val="black">
                  <a:alpha val="3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>
                <a:defRPr/>
              </a:pPr>
              <a:r>
                <a:rPr lang="zh-CN" altLang="en-US" b="1" dirty="0">
                  <a:solidFill>
                    <a:prstClr val="white"/>
                  </a:solidFill>
                  <a:latin typeface="Impact" panose="020B0806030902050204" pitchFamily="34" charset="0"/>
                </a:rPr>
                <a:t>成都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6000">
        <p:random/>
      </p:transition>
    </mc:Choice>
    <mc:Fallback xmlns="">
      <p:transition spd="slow" advTm="6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0.23789 2.59259E-6 " pathEditMode="relative" rAng="0" ptsTypes="AA">
                                      <p:cBhvr>
                                        <p:cTn id="21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88" y="0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500"/>
                            </p:stCondLst>
                            <p:childTnLst>
                              <p:par>
                                <p:cTn id="4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500"/>
                            </p:stCondLst>
                            <p:childTnLst>
                              <p:par>
                                <p:cTn id="6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6000"/>
                            </p:stCondLst>
                            <p:childTnLst>
                              <p:par>
                                <p:cTn id="6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Graphic spid="57" grpId="0">
        <p:bldAsOne/>
      </p:bldGraphic>
      <p:bldP spid="5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475460"/>
            <a:ext cx="412612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圆角矩形 101"/>
          <p:cNvSpPr/>
          <p:nvPr/>
        </p:nvSpPr>
        <p:spPr>
          <a:xfrm>
            <a:off x="4360957" y="258038"/>
            <a:ext cx="3456384" cy="523213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endParaRPr lang="zh-CN" altLang="en-US" b="1" dirty="0">
              <a:solidFill>
                <a:prstClr val="white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06409" y="288927"/>
            <a:ext cx="3456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对比分析表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4394504" y="288927"/>
            <a:ext cx="468000" cy="468000"/>
            <a:chOff x="304800" y="673100"/>
            <a:chExt cx="4000500" cy="4000500"/>
          </a:xfrm>
          <a:effectLst/>
        </p:grpSpPr>
        <p:sp>
          <p:nvSpPr>
            <p:cNvPr id="6" name="同心圆 86"/>
            <p:cNvSpPr/>
            <p:nvPr/>
          </p:nvSpPr>
          <p:spPr>
            <a:xfrm>
              <a:off x="304800" y="673100"/>
              <a:ext cx="4000500" cy="400050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prstClr val="black"/>
                </a:solidFill>
                <a:latin typeface="Calibri" panose="020F0502020204030204"/>
                <a:ea typeface="思源黑体 CN Bold" panose="020B0800000000000000" pitchFamily="34" charset="-122"/>
              </a:endParaRPr>
            </a:p>
          </p:txBody>
        </p:sp>
        <p:sp>
          <p:nvSpPr>
            <p:cNvPr id="7" name="椭圆 3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prstClr val="white"/>
                </a:solidFill>
                <a:latin typeface="Calibri" panose="020F0502020204030204"/>
                <a:ea typeface="思源黑体 CN Bold" panose="020B0800000000000000" pitchFamily="34" charset="-122"/>
              </a:endParaRPr>
            </a:p>
          </p:txBody>
        </p:sp>
      </p:grpSp>
      <p:cxnSp>
        <p:nvCxnSpPr>
          <p:cNvPr id="11" name="直接连接符 10"/>
          <p:cNvCxnSpPr/>
          <p:nvPr/>
        </p:nvCxnSpPr>
        <p:spPr>
          <a:xfrm>
            <a:off x="8065877" y="475460"/>
            <a:ext cx="412612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Group 3"/>
          <p:cNvGraphicFramePr/>
          <p:nvPr/>
        </p:nvGraphicFramePr>
        <p:xfrm>
          <a:off x="688975" y="1485900"/>
          <a:ext cx="10814050" cy="4440241"/>
        </p:xfrm>
        <a:graphic>
          <a:graphicData uri="http://schemas.openxmlformats.org/drawingml/2006/table">
            <a:tbl>
              <a:tblPr/>
              <a:tblGrid>
                <a:gridCol w="4649792"/>
                <a:gridCol w="2175743"/>
                <a:gridCol w="2081871"/>
                <a:gridCol w="1906644"/>
              </a:tblGrid>
              <a:tr h="525613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SzPct val="150000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SzPct val="130000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SzPct val="150000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SzPct val="13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SzPct val="15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50000"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(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货币单位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)</a:t>
                      </a:r>
                    </a:p>
                  </a:txBody>
                  <a:tcPr marL="91451" marR="91451" marT="45723" marB="4572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SzPct val="150000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SzPct val="130000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SzPct val="150000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SzPct val="13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SzPct val="15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50000"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2018/04</a:t>
                      </a:r>
                    </a:p>
                  </a:txBody>
                  <a:tcPr marL="91451" marR="91451" marT="45723" marB="4572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SzPct val="150000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SzPct val="130000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SzPct val="150000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SzPct val="13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SzPct val="15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50000"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2019/04</a:t>
                      </a:r>
                    </a:p>
                  </a:txBody>
                  <a:tcPr marL="91451" marR="91451" marT="45723" marB="4572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SzPct val="150000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SzPct val="130000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SzPct val="150000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SzPct val="13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SzPct val="15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50000"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变化</a:t>
                      </a:r>
                    </a:p>
                  </a:txBody>
                  <a:tcPr marL="91451" marR="91451" marT="45723" marB="4572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</a:tr>
              <a:tr h="652438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SzPct val="150000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SzPct val="130000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SzPct val="150000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SzPct val="13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SzPct val="15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50000"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营业额</a:t>
                      </a:r>
                    </a:p>
                  </a:txBody>
                  <a:tcPr marL="91451" marR="91451" marT="45723" marB="4572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13871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13616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15234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2438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SzPct val="150000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SzPct val="130000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SzPct val="150000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SzPct val="13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SzPct val="15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50000"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整体毛利率</a:t>
                      </a:r>
                    </a:p>
                  </a:txBody>
                  <a:tcPr marL="91451" marR="91451" marT="45723" marB="4572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18599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11249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25632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652438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SzPct val="150000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SzPct val="130000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SzPct val="150000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SzPct val="13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SzPct val="15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50000"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除利息、税项、折旧及摊销前经营利益</a:t>
                      </a:r>
                    </a:p>
                  </a:txBody>
                  <a:tcPr marL="91451" marR="91451" marT="45723" marB="4572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17111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14563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18500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2438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SzPct val="150000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SzPct val="130000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SzPct val="150000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SzPct val="13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SzPct val="15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50000"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股东应占利益</a:t>
                      </a:r>
                    </a:p>
                  </a:txBody>
                  <a:tcPr marL="91451" marR="91451" marT="45723" marB="4572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14944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11460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18961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652438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SzPct val="150000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SzPct val="130000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SzPct val="150000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SzPct val="13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SzPct val="15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50000"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股东回报率</a:t>
                      </a:r>
                    </a:p>
                  </a:txBody>
                  <a:tcPr marL="91451" marR="91451" marT="45723" marB="4572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13871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13616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15234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2438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SzPct val="150000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SzPct val="130000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SzPct val="150000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SzPct val="13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SzPct val="15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50000"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末期股息</a:t>
                      </a:r>
                    </a:p>
                  </a:txBody>
                  <a:tcPr marL="91451" marR="91451" marT="45723" marB="45723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18599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11249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25632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0.23789 2.59259E-6 " pathEditMode="relative" rAng="0" ptsTypes="AA">
                                      <p:cBhvr>
                                        <p:cTn id="21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88" y="0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475460"/>
            <a:ext cx="412612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圆角矩形 101"/>
          <p:cNvSpPr/>
          <p:nvPr/>
        </p:nvSpPr>
        <p:spPr>
          <a:xfrm>
            <a:off x="4360957" y="258038"/>
            <a:ext cx="3456384" cy="523213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endParaRPr lang="zh-CN" altLang="en-US" b="1" dirty="0">
              <a:solidFill>
                <a:prstClr val="white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06409" y="288927"/>
            <a:ext cx="3456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对比分析表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4394504" y="288927"/>
            <a:ext cx="468000" cy="468000"/>
            <a:chOff x="304800" y="673100"/>
            <a:chExt cx="4000500" cy="4000500"/>
          </a:xfrm>
          <a:effectLst/>
        </p:grpSpPr>
        <p:sp>
          <p:nvSpPr>
            <p:cNvPr id="6" name="同心圆 86"/>
            <p:cNvSpPr/>
            <p:nvPr/>
          </p:nvSpPr>
          <p:spPr>
            <a:xfrm>
              <a:off x="304800" y="673100"/>
              <a:ext cx="4000500" cy="400050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prstClr val="black"/>
                </a:solidFill>
                <a:latin typeface="Calibri" panose="020F0502020204030204"/>
                <a:ea typeface="思源黑体 CN Bold" panose="020B0800000000000000" pitchFamily="34" charset="-122"/>
              </a:endParaRPr>
            </a:p>
          </p:txBody>
        </p:sp>
        <p:sp>
          <p:nvSpPr>
            <p:cNvPr id="7" name="椭圆 3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prstClr val="white"/>
                </a:solidFill>
                <a:latin typeface="Calibri" panose="020F0502020204030204"/>
                <a:ea typeface="思源黑体 CN Bold" panose="020B0800000000000000" pitchFamily="34" charset="-122"/>
              </a:endParaRPr>
            </a:p>
          </p:txBody>
        </p:sp>
      </p:grpSp>
      <p:cxnSp>
        <p:nvCxnSpPr>
          <p:cNvPr id="11" name="直接连接符 10"/>
          <p:cNvCxnSpPr/>
          <p:nvPr/>
        </p:nvCxnSpPr>
        <p:spPr>
          <a:xfrm>
            <a:off x="8065877" y="475460"/>
            <a:ext cx="412612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695325" y="1358900"/>
          <a:ext cx="10801349" cy="4860924"/>
        </p:xfrm>
        <a:graphic>
          <a:graphicData uri="http://schemas.openxmlformats.org/drawingml/2006/table">
            <a:tbl>
              <a:tblPr/>
              <a:tblGrid>
                <a:gridCol w="1223798"/>
                <a:gridCol w="1223798"/>
                <a:gridCol w="1223798"/>
                <a:gridCol w="1223798"/>
                <a:gridCol w="1223798"/>
                <a:gridCol w="1223798"/>
                <a:gridCol w="1081909"/>
                <a:gridCol w="851339"/>
                <a:gridCol w="1525313"/>
              </a:tblGrid>
              <a:tr h="816637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　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北京</a:t>
                      </a:r>
                      <a:br>
                        <a:rPr lang="zh-CN" alt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</a:br>
                      <a:r>
                        <a:rPr lang="zh-CN" alt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总公司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上海</a:t>
                      </a:r>
                      <a:br>
                        <a:rPr lang="zh-CN" alt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</a:br>
                      <a:r>
                        <a:rPr lang="zh-CN" alt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分公司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成都</a:t>
                      </a:r>
                      <a:br>
                        <a:rPr lang="zh-CN" alt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</a:br>
                      <a:r>
                        <a:rPr lang="zh-CN" alt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分公司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广州</a:t>
                      </a:r>
                      <a:br>
                        <a:rPr lang="zh-CN" alt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</a:br>
                      <a:r>
                        <a:rPr lang="zh-CN" alt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分公司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泸州</a:t>
                      </a:r>
                      <a:br>
                        <a:rPr lang="zh-CN" alt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</a:br>
                      <a:r>
                        <a:rPr lang="zh-CN" alt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分公司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澳门</a:t>
                      </a:r>
                      <a:br>
                        <a:rPr lang="zh-CN" alt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</a:br>
                      <a:r>
                        <a:rPr lang="zh-CN" alt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分公司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季度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季度销售额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3110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1</a:t>
                      </a:r>
                      <a:r>
                        <a:rPr lang="zh-CN" altLang="en-US" sz="14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月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231.00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291.00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248.00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309.00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366.00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340.00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1</a:t>
                      </a:r>
                      <a:r>
                        <a:rPr lang="zh-CN" alt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季度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5641.00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3110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</a:t>
                      </a:r>
                      <a:r>
                        <a:rPr lang="zh-CN" altLang="en-US" sz="14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月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320.00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327.00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361.00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394.00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377.00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245.00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3110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</a:t>
                      </a:r>
                      <a:r>
                        <a:rPr lang="zh-CN" altLang="en-US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月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360.00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279.00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355.00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232.00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292.00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314.00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3110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4</a:t>
                      </a:r>
                      <a:r>
                        <a:rPr lang="zh-CN" altLang="en-US" sz="14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月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367.00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217.00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217.00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264.00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313.00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295.00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</a:t>
                      </a:r>
                      <a:r>
                        <a:rPr lang="zh-CN" altLang="en-US" sz="1400" b="0" i="0" u="none" strike="noStrike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季度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5467.00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3110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5</a:t>
                      </a:r>
                      <a:r>
                        <a:rPr lang="zh-CN" altLang="en-US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月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292.00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202.00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387.00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259.00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297.00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302.00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3110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6</a:t>
                      </a:r>
                      <a:r>
                        <a:rPr lang="zh-CN" altLang="en-US" sz="14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月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349.00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322.00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302.00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346.00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345.00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391.00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3110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7</a:t>
                      </a:r>
                      <a:r>
                        <a:rPr lang="zh-CN" altLang="en-US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月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394.00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346.00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208.00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378.00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362.00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323.00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</a:t>
                      </a:r>
                      <a:r>
                        <a:rPr lang="zh-CN" altLang="en-US" sz="1400" b="0" i="0" u="none" strike="noStrike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季度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5887.00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3110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8</a:t>
                      </a:r>
                      <a:r>
                        <a:rPr lang="zh-CN" altLang="en-US" sz="14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月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242.00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288.00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344.00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258.00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292.00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398.00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3110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9</a:t>
                      </a:r>
                      <a:r>
                        <a:rPr lang="zh-CN" altLang="en-US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月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297.00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294.00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392.00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384.00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375.00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312.00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3110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10</a:t>
                      </a:r>
                      <a:r>
                        <a:rPr lang="zh-CN" altLang="en-US" sz="14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月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221.00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272.00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240.00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204.00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247.00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381.00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4</a:t>
                      </a:r>
                      <a:r>
                        <a:rPr lang="zh-CN" altLang="en-US" sz="1400" b="0" i="0" u="none" strike="noStrike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季度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4794.00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3110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11</a:t>
                      </a:r>
                      <a:r>
                        <a:rPr lang="zh-CN" altLang="en-US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月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369.00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330.00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217.00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211.00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280.00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312.00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3110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12</a:t>
                      </a:r>
                      <a:r>
                        <a:rPr lang="zh-CN" altLang="en-US" sz="14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月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234.00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291.00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301.00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237.00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265.00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215.00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31109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总计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3676.00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3459.00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3572.00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3476.00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3811.00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3828.00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21557.00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0.23789 2.59259E-6 " pathEditMode="relative" rAng="0" ptsTypes="AA">
                                      <p:cBhvr>
                                        <p:cTn id="21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88" y="0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7" name="组合 546"/>
          <p:cNvGrpSpPr/>
          <p:nvPr/>
        </p:nvGrpSpPr>
        <p:grpSpPr>
          <a:xfrm>
            <a:off x="5271334" y="1456846"/>
            <a:ext cx="5741415" cy="1853798"/>
            <a:chOff x="5271334" y="1456846"/>
            <a:chExt cx="5741415" cy="1853798"/>
          </a:xfrm>
        </p:grpSpPr>
        <p:cxnSp>
          <p:nvCxnSpPr>
            <p:cNvPr id="531" name="直接连接符 530"/>
            <p:cNvCxnSpPr/>
            <p:nvPr/>
          </p:nvCxnSpPr>
          <p:spPr>
            <a:xfrm>
              <a:off x="5271334" y="1456846"/>
              <a:ext cx="574141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直接连接符 531"/>
            <p:cNvCxnSpPr/>
            <p:nvPr/>
          </p:nvCxnSpPr>
          <p:spPr>
            <a:xfrm>
              <a:off x="5271334" y="1721674"/>
              <a:ext cx="574141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直接连接符 532"/>
            <p:cNvCxnSpPr/>
            <p:nvPr/>
          </p:nvCxnSpPr>
          <p:spPr>
            <a:xfrm>
              <a:off x="5271334" y="1986502"/>
              <a:ext cx="574141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直接连接符 533"/>
            <p:cNvCxnSpPr/>
            <p:nvPr/>
          </p:nvCxnSpPr>
          <p:spPr>
            <a:xfrm>
              <a:off x="5271334" y="2251330"/>
              <a:ext cx="574141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直接连接符 534"/>
            <p:cNvCxnSpPr/>
            <p:nvPr/>
          </p:nvCxnSpPr>
          <p:spPr>
            <a:xfrm>
              <a:off x="5271334" y="2516158"/>
              <a:ext cx="574141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直接连接符 535"/>
            <p:cNvCxnSpPr/>
            <p:nvPr/>
          </p:nvCxnSpPr>
          <p:spPr>
            <a:xfrm>
              <a:off x="5271334" y="2780986"/>
              <a:ext cx="574141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" name="直接连接符 536"/>
            <p:cNvCxnSpPr/>
            <p:nvPr/>
          </p:nvCxnSpPr>
          <p:spPr>
            <a:xfrm>
              <a:off x="5271334" y="3045814"/>
              <a:ext cx="574141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" name="直接连接符 538"/>
            <p:cNvCxnSpPr/>
            <p:nvPr/>
          </p:nvCxnSpPr>
          <p:spPr>
            <a:xfrm>
              <a:off x="5271334" y="3310644"/>
              <a:ext cx="574141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" name="直接连接符 1"/>
          <p:cNvCxnSpPr/>
          <p:nvPr/>
        </p:nvCxnSpPr>
        <p:spPr>
          <a:xfrm>
            <a:off x="0" y="475460"/>
            <a:ext cx="412612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圆角矩形 101"/>
          <p:cNvSpPr/>
          <p:nvPr/>
        </p:nvSpPr>
        <p:spPr>
          <a:xfrm>
            <a:off x="4360957" y="258038"/>
            <a:ext cx="3456384" cy="523213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endParaRPr lang="zh-CN" altLang="en-US" b="1" dirty="0">
              <a:solidFill>
                <a:prstClr val="white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06409" y="288927"/>
            <a:ext cx="3456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财务数据表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4394504" y="288927"/>
            <a:ext cx="468000" cy="468000"/>
            <a:chOff x="304800" y="673100"/>
            <a:chExt cx="4000500" cy="4000500"/>
          </a:xfrm>
          <a:effectLst/>
        </p:grpSpPr>
        <p:sp>
          <p:nvSpPr>
            <p:cNvPr id="6" name="同心圆 86"/>
            <p:cNvSpPr/>
            <p:nvPr/>
          </p:nvSpPr>
          <p:spPr>
            <a:xfrm>
              <a:off x="304800" y="673100"/>
              <a:ext cx="4000500" cy="400050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prstClr val="black"/>
                </a:solidFill>
                <a:latin typeface="Calibri" panose="020F0502020204030204"/>
                <a:ea typeface="思源黑体 CN Bold" panose="020B0800000000000000" pitchFamily="34" charset="-122"/>
              </a:endParaRPr>
            </a:p>
          </p:txBody>
        </p:sp>
        <p:sp>
          <p:nvSpPr>
            <p:cNvPr id="7" name="椭圆 3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prstClr val="white"/>
                </a:solidFill>
                <a:latin typeface="Calibri" panose="020F0502020204030204"/>
                <a:ea typeface="思源黑体 CN Bold" panose="020B0800000000000000" pitchFamily="34" charset="-122"/>
              </a:endParaRPr>
            </a:p>
          </p:txBody>
        </p:sp>
      </p:grpSp>
      <p:cxnSp>
        <p:nvCxnSpPr>
          <p:cNvPr id="11" name="直接连接符 10"/>
          <p:cNvCxnSpPr/>
          <p:nvPr/>
        </p:nvCxnSpPr>
        <p:spPr>
          <a:xfrm>
            <a:off x="8065877" y="475460"/>
            <a:ext cx="412612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3"/>
          <p:cNvSpPr>
            <a:spLocks noChangeArrowheads="1"/>
          </p:cNvSpPr>
          <p:nvPr/>
        </p:nvSpPr>
        <p:spPr bwMode="auto">
          <a:xfrm>
            <a:off x="1119017" y="1345879"/>
            <a:ext cx="3892550" cy="2126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财年综合损益表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主要业务毛利率分析表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经营费用分析表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综合资产负债表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……</a:t>
            </a:r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695325" y="3841750"/>
          <a:ext cx="10801349" cy="2714628"/>
        </p:xfrm>
        <a:graphic>
          <a:graphicData uri="http://schemas.openxmlformats.org/drawingml/2006/table">
            <a:tbl>
              <a:tblPr/>
              <a:tblGrid>
                <a:gridCol w="1719316"/>
                <a:gridCol w="1719316"/>
                <a:gridCol w="1719316"/>
                <a:gridCol w="1719316"/>
                <a:gridCol w="1719316"/>
                <a:gridCol w="2204769"/>
              </a:tblGrid>
              <a:tr h="1939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　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2018</a:t>
                      </a:r>
                      <a:r>
                        <a:rPr lang="zh-CN" alt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年销量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目标值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2019</a:t>
                      </a:r>
                      <a:r>
                        <a:rPr lang="zh-CN" alt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年实际销量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增值率（对比目标值）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增值率（对比</a:t>
                      </a:r>
                      <a:r>
                        <a:rPr lang="en-US" altLang="zh-CN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2016</a:t>
                      </a:r>
                      <a:r>
                        <a:rPr lang="zh-CN" alt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）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19390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1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月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245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382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476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24.61%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94.29%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390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月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320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398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386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-3.02%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20.63%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390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月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360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385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395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2.60%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9.72%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390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4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月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367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380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383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0.79%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4.36%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390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月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292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389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394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1.29%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34.93%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390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6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月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349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400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382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-4.50%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9.46%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390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月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395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385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394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2.34%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-0.25%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390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8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月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242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389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395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1.54%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63.22%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390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9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月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297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399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384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-3.76%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29.29%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390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10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月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221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400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386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-3.50%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74.66%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390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11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月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369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390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388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-0.51%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5.15%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390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12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月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234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393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383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-2.54%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63.68%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39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总计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3691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4690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4746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　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　</a:t>
                      </a:r>
                    </a:p>
                  </a:txBody>
                  <a:tcPr marL="7620" marR="7620" marT="76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0000"/>
                    </a:solidFill>
                  </a:tcPr>
                </a:tc>
              </a:tr>
            </a:tbl>
          </a:graphicData>
        </a:graphic>
      </p:graphicFrame>
      <p:grpSp>
        <p:nvGrpSpPr>
          <p:cNvPr id="65" name="Group 4798"/>
          <p:cNvGrpSpPr/>
          <p:nvPr/>
        </p:nvGrpSpPr>
        <p:grpSpPr>
          <a:xfrm>
            <a:off x="6096000" y="1534774"/>
            <a:ext cx="800657" cy="1847237"/>
            <a:chOff x="1002934" y="1856680"/>
            <a:chExt cx="1233036" cy="4708121"/>
          </a:xfrm>
        </p:grpSpPr>
        <p:sp>
          <p:nvSpPr>
            <p:cNvPr id="67" name="Freeform 908"/>
            <p:cNvSpPr/>
            <p:nvPr/>
          </p:nvSpPr>
          <p:spPr bwMode="auto">
            <a:xfrm>
              <a:off x="1004726" y="1856680"/>
              <a:ext cx="490168" cy="4706329"/>
            </a:xfrm>
            <a:custGeom>
              <a:avLst/>
              <a:gdLst>
                <a:gd name="T0" fmla="*/ 547 w 547"/>
                <a:gd name="T1" fmla="*/ 5252 h 5252"/>
                <a:gd name="T2" fmla="*/ 0 w 547"/>
                <a:gd name="T3" fmla="*/ 5079 h 5252"/>
                <a:gd name="T4" fmla="*/ 0 w 547"/>
                <a:gd name="T5" fmla="*/ 173 h 5252"/>
                <a:gd name="T6" fmla="*/ 547 w 547"/>
                <a:gd name="T7" fmla="*/ 0 h 5252"/>
                <a:gd name="T8" fmla="*/ 547 w 547"/>
                <a:gd name="T9" fmla="*/ 5252 h 5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7" h="5252">
                  <a:moveTo>
                    <a:pt x="547" y="5252"/>
                  </a:moveTo>
                  <a:lnTo>
                    <a:pt x="0" y="5079"/>
                  </a:lnTo>
                  <a:lnTo>
                    <a:pt x="0" y="173"/>
                  </a:lnTo>
                  <a:lnTo>
                    <a:pt x="547" y="0"/>
                  </a:lnTo>
                  <a:lnTo>
                    <a:pt x="547" y="525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68" name="Freeform 909"/>
            <p:cNvSpPr/>
            <p:nvPr/>
          </p:nvSpPr>
          <p:spPr bwMode="auto">
            <a:xfrm>
              <a:off x="1004726" y="1856680"/>
              <a:ext cx="490168" cy="4706329"/>
            </a:xfrm>
            <a:custGeom>
              <a:avLst/>
              <a:gdLst>
                <a:gd name="T0" fmla="*/ 547 w 547"/>
                <a:gd name="T1" fmla="*/ 5252 h 5252"/>
                <a:gd name="T2" fmla="*/ 0 w 547"/>
                <a:gd name="T3" fmla="*/ 5079 h 5252"/>
                <a:gd name="T4" fmla="*/ 0 w 547"/>
                <a:gd name="T5" fmla="*/ 173 h 5252"/>
                <a:gd name="T6" fmla="*/ 547 w 547"/>
                <a:gd name="T7" fmla="*/ 0 h 5252"/>
                <a:gd name="T8" fmla="*/ 547 w 547"/>
                <a:gd name="T9" fmla="*/ 5252 h 5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7" h="5252">
                  <a:moveTo>
                    <a:pt x="547" y="5252"/>
                  </a:moveTo>
                  <a:lnTo>
                    <a:pt x="0" y="5079"/>
                  </a:lnTo>
                  <a:lnTo>
                    <a:pt x="0" y="173"/>
                  </a:lnTo>
                  <a:lnTo>
                    <a:pt x="547" y="0"/>
                  </a:lnTo>
                  <a:lnTo>
                    <a:pt x="547" y="525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69" name="Freeform 910"/>
            <p:cNvSpPr/>
            <p:nvPr/>
          </p:nvSpPr>
          <p:spPr bwMode="auto">
            <a:xfrm>
              <a:off x="1494894" y="1858472"/>
              <a:ext cx="491064" cy="4706329"/>
            </a:xfrm>
            <a:custGeom>
              <a:avLst/>
              <a:gdLst>
                <a:gd name="T0" fmla="*/ 548 w 548"/>
                <a:gd name="T1" fmla="*/ 5079 h 5252"/>
                <a:gd name="T2" fmla="*/ 0 w 548"/>
                <a:gd name="T3" fmla="*/ 5252 h 5252"/>
                <a:gd name="T4" fmla="*/ 0 w 548"/>
                <a:gd name="T5" fmla="*/ 0 h 5252"/>
                <a:gd name="T6" fmla="*/ 548 w 548"/>
                <a:gd name="T7" fmla="*/ 171 h 5252"/>
                <a:gd name="T8" fmla="*/ 548 w 548"/>
                <a:gd name="T9" fmla="*/ 5079 h 5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8" h="5252">
                  <a:moveTo>
                    <a:pt x="548" y="5079"/>
                  </a:moveTo>
                  <a:lnTo>
                    <a:pt x="0" y="5252"/>
                  </a:lnTo>
                  <a:lnTo>
                    <a:pt x="0" y="0"/>
                  </a:lnTo>
                  <a:lnTo>
                    <a:pt x="548" y="171"/>
                  </a:lnTo>
                  <a:lnTo>
                    <a:pt x="548" y="507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0" name="Freeform 911"/>
            <p:cNvSpPr/>
            <p:nvPr/>
          </p:nvSpPr>
          <p:spPr bwMode="auto">
            <a:xfrm>
              <a:off x="1494894" y="1858472"/>
              <a:ext cx="491064" cy="4706329"/>
            </a:xfrm>
            <a:custGeom>
              <a:avLst/>
              <a:gdLst>
                <a:gd name="T0" fmla="*/ 548 w 548"/>
                <a:gd name="T1" fmla="*/ 5079 h 5252"/>
                <a:gd name="T2" fmla="*/ 0 w 548"/>
                <a:gd name="T3" fmla="*/ 5252 h 5252"/>
                <a:gd name="T4" fmla="*/ 0 w 548"/>
                <a:gd name="T5" fmla="*/ 0 h 5252"/>
                <a:gd name="T6" fmla="*/ 548 w 548"/>
                <a:gd name="T7" fmla="*/ 171 h 5252"/>
                <a:gd name="T8" fmla="*/ 548 w 548"/>
                <a:gd name="T9" fmla="*/ 5079 h 5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8" h="5252">
                  <a:moveTo>
                    <a:pt x="548" y="5079"/>
                  </a:moveTo>
                  <a:lnTo>
                    <a:pt x="0" y="5252"/>
                  </a:lnTo>
                  <a:lnTo>
                    <a:pt x="0" y="0"/>
                  </a:lnTo>
                  <a:lnTo>
                    <a:pt x="548" y="171"/>
                  </a:lnTo>
                  <a:lnTo>
                    <a:pt x="548" y="507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1" name="Rectangle 1221"/>
            <p:cNvSpPr>
              <a:spLocks noChangeArrowheads="1"/>
            </p:cNvSpPr>
            <p:nvPr/>
          </p:nvSpPr>
          <p:spPr bwMode="auto">
            <a:xfrm>
              <a:off x="2227905" y="6096139"/>
              <a:ext cx="1792" cy="26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2" name="Rectangle 1222"/>
            <p:cNvSpPr>
              <a:spLocks noChangeArrowheads="1"/>
            </p:cNvSpPr>
            <p:nvPr/>
          </p:nvSpPr>
          <p:spPr bwMode="auto">
            <a:xfrm>
              <a:off x="2227905" y="6096139"/>
              <a:ext cx="1792" cy="26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3" name="Freeform 1223"/>
            <p:cNvSpPr/>
            <p:nvPr/>
          </p:nvSpPr>
          <p:spPr bwMode="auto">
            <a:xfrm>
              <a:off x="2229697" y="6096139"/>
              <a:ext cx="6273" cy="4481"/>
            </a:xfrm>
            <a:custGeom>
              <a:avLst/>
              <a:gdLst>
                <a:gd name="T0" fmla="*/ 0 w 7"/>
                <a:gd name="T1" fmla="*/ 0 h 5"/>
                <a:gd name="T2" fmla="*/ 0 w 7"/>
                <a:gd name="T3" fmla="*/ 3 h 5"/>
                <a:gd name="T4" fmla="*/ 7 w 7"/>
                <a:gd name="T5" fmla="*/ 5 h 5"/>
                <a:gd name="T6" fmla="*/ 7 w 7"/>
                <a:gd name="T7" fmla="*/ 5 h 5"/>
                <a:gd name="T8" fmla="*/ 0 w 7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5">
                  <a:moveTo>
                    <a:pt x="0" y="0"/>
                  </a:moveTo>
                  <a:lnTo>
                    <a:pt x="0" y="3"/>
                  </a:lnTo>
                  <a:lnTo>
                    <a:pt x="7" y="5"/>
                  </a:lnTo>
                  <a:lnTo>
                    <a:pt x="7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4" name="Freeform 1224"/>
            <p:cNvSpPr/>
            <p:nvPr/>
          </p:nvSpPr>
          <p:spPr bwMode="auto">
            <a:xfrm>
              <a:off x="2229697" y="6096139"/>
              <a:ext cx="6273" cy="4481"/>
            </a:xfrm>
            <a:custGeom>
              <a:avLst/>
              <a:gdLst>
                <a:gd name="T0" fmla="*/ 0 w 7"/>
                <a:gd name="T1" fmla="*/ 0 h 5"/>
                <a:gd name="T2" fmla="*/ 0 w 7"/>
                <a:gd name="T3" fmla="*/ 3 h 5"/>
                <a:gd name="T4" fmla="*/ 7 w 7"/>
                <a:gd name="T5" fmla="*/ 5 h 5"/>
                <a:gd name="T6" fmla="*/ 7 w 7"/>
                <a:gd name="T7" fmla="*/ 5 h 5"/>
                <a:gd name="T8" fmla="*/ 0 w 7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5">
                  <a:moveTo>
                    <a:pt x="0" y="0"/>
                  </a:moveTo>
                  <a:lnTo>
                    <a:pt x="0" y="3"/>
                  </a:lnTo>
                  <a:lnTo>
                    <a:pt x="7" y="5"/>
                  </a:lnTo>
                  <a:lnTo>
                    <a:pt x="7" y="5"/>
                  </a:ln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5" name="Freeform 1277"/>
            <p:cNvSpPr/>
            <p:nvPr/>
          </p:nvSpPr>
          <p:spPr bwMode="auto">
            <a:xfrm>
              <a:off x="1002934" y="1943602"/>
              <a:ext cx="489272" cy="4307563"/>
            </a:xfrm>
            <a:custGeom>
              <a:avLst/>
              <a:gdLst>
                <a:gd name="T0" fmla="*/ 546 w 546"/>
                <a:gd name="T1" fmla="*/ 4807 h 4807"/>
                <a:gd name="T2" fmla="*/ 0 w 546"/>
                <a:gd name="T3" fmla="*/ 4634 h 4807"/>
                <a:gd name="T4" fmla="*/ 0 w 546"/>
                <a:gd name="T5" fmla="*/ 170 h 4807"/>
                <a:gd name="T6" fmla="*/ 546 w 546"/>
                <a:gd name="T7" fmla="*/ 0 h 4807"/>
                <a:gd name="T8" fmla="*/ 546 w 546"/>
                <a:gd name="T9" fmla="*/ 4807 h 48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4807">
                  <a:moveTo>
                    <a:pt x="546" y="4807"/>
                  </a:moveTo>
                  <a:lnTo>
                    <a:pt x="0" y="4634"/>
                  </a:lnTo>
                  <a:lnTo>
                    <a:pt x="0" y="170"/>
                  </a:lnTo>
                  <a:lnTo>
                    <a:pt x="546" y="0"/>
                  </a:lnTo>
                  <a:lnTo>
                    <a:pt x="546" y="480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6" name="Freeform 1278"/>
            <p:cNvSpPr/>
            <p:nvPr/>
          </p:nvSpPr>
          <p:spPr bwMode="auto">
            <a:xfrm>
              <a:off x="1002934" y="1943602"/>
              <a:ext cx="489272" cy="4307563"/>
            </a:xfrm>
            <a:custGeom>
              <a:avLst/>
              <a:gdLst>
                <a:gd name="T0" fmla="*/ 546 w 546"/>
                <a:gd name="T1" fmla="*/ 4807 h 4807"/>
                <a:gd name="T2" fmla="*/ 0 w 546"/>
                <a:gd name="T3" fmla="*/ 4634 h 4807"/>
                <a:gd name="T4" fmla="*/ 0 w 546"/>
                <a:gd name="T5" fmla="*/ 170 h 4807"/>
                <a:gd name="T6" fmla="*/ 546 w 546"/>
                <a:gd name="T7" fmla="*/ 0 h 4807"/>
                <a:gd name="T8" fmla="*/ 546 w 546"/>
                <a:gd name="T9" fmla="*/ 4807 h 48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4807">
                  <a:moveTo>
                    <a:pt x="546" y="4807"/>
                  </a:moveTo>
                  <a:lnTo>
                    <a:pt x="0" y="4634"/>
                  </a:lnTo>
                  <a:lnTo>
                    <a:pt x="0" y="170"/>
                  </a:lnTo>
                  <a:lnTo>
                    <a:pt x="546" y="0"/>
                  </a:lnTo>
                  <a:lnTo>
                    <a:pt x="546" y="4807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7" name="Freeform 1279"/>
            <p:cNvSpPr/>
            <p:nvPr/>
          </p:nvSpPr>
          <p:spPr bwMode="auto">
            <a:xfrm>
              <a:off x="1002934" y="2081602"/>
              <a:ext cx="54662" cy="54662"/>
            </a:xfrm>
            <a:custGeom>
              <a:avLst/>
              <a:gdLst>
                <a:gd name="T0" fmla="*/ 61 w 61"/>
                <a:gd name="T1" fmla="*/ 0 h 61"/>
                <a:gd name="T2" fmla="*/ 9 w 61"/>
                <a:gd name="T3" fmla="*/ 16 h 61"/>
                <a:gd name="T4" fmla="*/ 0 w 61"/>
                <a:gd name="T5" fmla="*/ 26 h 61"/>
                <a:gd name="T6" fmla="*/ 0 w 61"/>
                <a:gd name="T7" fmla="*/ 61 h 61"/>
                <a:gd name="T8" fmla="*/ 61 w 61"/>
                <a:gd name="T9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61">
                  <a:moveTo>
                    <a:pt x="61" y="0"/>
                  </a:moveTo>
                  <a:lnTo>
                    <a:pt x="9" y="16"/>
                  </a:lnTo>
                  <a:lnTo>
                    <a:pt x="0" y="26"/>
                  </a:lnTo>
                  <a:lnTo>
                    <a:pt x="0" y="61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8" name="Freeform 1280"/>
            <p:cNvSpPr/>
            <p:nvPr/>
          </p:nvSpPr>
          <p:spPr bwMode="auto">
            <a:xfrm>
              <a:off x="1002934" y="2081602"/>
              <a:ext cx="54662" cy="54662"/>
            </a:xfrm>
            <a:custGeom>
              <a:avLst/>
              <a:gdLst>
                <a:gd name="T0" fmla="*/ 61 w 61"/>
                <a:gd name="T1" fmla="*/ 0 h 61"/>
                <a:gd name="T2" fmla="*/ 9 w 61"/>
                <a:gd name="T3" fmla="*/ 16 h 61"/>
                <a:gd name="T4" fmla="*/ 0 w 61"/>
                <a:gd name="T5" fmla="*/ 26 h 61"/>
                <a:gd name="T6" fmla="*/ 0 w 61"/>
                <a:gd name="T7" fmla="*/ 61 h 61"/>
                <a:gd name="T8" fmla="*/ 61 w 61"/>
                <a:gd name="T9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61">
                  <a:moveTo>
                    <a:pt x="61" y="0"/>
                  </a:moveTo>
                  <a:lnTo>
                    <a:pt x="9" y="16"/>
                  </a:lnTo>
                  <a:lnTo>
                    <a:pt x="0" y="26"/>
                  </a:lnTo>
                  <a:lnTo>
                    <a:pt x="0" y="61"/>
                  </a:lnTo>
                  <a:lnTo>
                    <a:pt x="61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79" name="Freeform 1281"/>
            <p:cNvSpPr/>
            <p:nvPr/>
          </p:nvSpPr>
          <p:spPr bwMode="auto">
            <a:xfrm>
              <a:off x="1002934" y="2053823"/>
              <a:ext cx="144272" cy="144272"/>
            </a:xfrm>
            <a:custGeom>
              <a:avLst/>
              <a:gdLst>
                <a:gd name="T0" fmla="*/ 161 w 161"/>
                <a:gd name="T1" fmla="*/ 0 h 161"/>
                <a:gd name="T2" fmla="*/ 109 w 161"/>
                <a:gd name="T3" fmla="*/ 16 h 161"/>
                <a:gd name="T4" fmla="*/ 0 w 161"/>
                <a:gd name="T5" fmla="*/ 125 h 161"/>
                <a:gd name="T6" fmla="*/ 0 w 161"/>
                <a:gd name="T7" fmla="*/ 161 h 161"/>
                <a:gd name="T8" fmla="*/ 161 w 161"/>
                <a:gd name="T9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1" h="161">
                  <a:moveTo>
                    <a:pt x="161" y="0"/>
                  </a:moveTo>
                  <a:lnTo>
                    <a:pt x="109" y="16"/>
                  </a:lnTo>
                  <a:lnTo>
                    <a:pt x="0" y="125"/>
                  </a:lnTo>
                  <a:lnTo>
                    <a:pt x="0" y="161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0" name="Freeform 1282"/>
            <p:cNvSpPr/>
            <p:nvPr/>
          </p:nvSpPr>
          <p:spPr bwMode="auto">
            <a:xfrm>
              <a:off x="1002934" y="2053823"/>
              <a:ext cx="144272" cy="144272"/>
            </a:xfrm>
            <a:custGeom>
              <a:avLst/>
              <a:gdLst>
                <a:gd name="T0" fmla="*/ 161 w 161"/>
                <a:gd name="T1" fmla="*/ 0 h 161"/>
                <a:gd name="T2" fmla="*/ 109 w 161"/>
                <a:gd name="T3" fmla="*/ 16 h 161"/>
                <a:gd name="T4" fmla="*/ 0 w 161"/>
                <a:gd name="T5" fmla="*/ 125 h 161"/>
                <a:gd name="T6" fmla="*/ 0 w 161"/>
                <a:gd name="T7" fmla="*/ 161 h 161"/>
                <a:gd name="T8" fmla="*/ 161 w 161"/>
                <a:gd name="T9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1" h="161">
                  <a:moveTo>
                    <a:pt x="161" y="0"/>
                  </a:moveTo>
                  <a:lnTo>
                    <a:pt x="109" y="16"/>
                  </a:lnTo>
                  <a:lnTo>
                    <a:pt x="0" y="125"/>
                  </a:lnTo>
                  <a:lnTo>
                    <a:pt x="0" y="161"/>
                  </a:lnTo>
                  <a:lnTo>
                    <a:pt x="161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1" name="Freeform 1283"/>
            <p:cNvSpPr/>
            <p:nvPr/>
          </p:nvSpPr>
          <p:spPr bwMode="auto">
            <a:xfrm>
              <a:off x="1002934" y="2026043"/>
              <a:ext cx="232987" cy="232987"/>
            </a:xfrm>
            <a:custGeom>
              <a:avLst/>
              <a:gdLst>
                <a:gd name="T0" fmla="*/ 260 w 260"/>
                <a:gd name="T1" fmla="*/ 0 h 260"/>
                <a:gd name="T2" fmla="*/ 208 w 260"/>
                <a:gd name="T3" fmla="*/ 14 h 260"/>
                <a:gd name="T4" fmla="*/ 0 w 260"/>
                <a:gd name="T5" fmla="*/ 225 h 260"/>
                <a:gd name="T6" fmla="*/ 0 w 260"/>
                <a:gd name="T7" fmla="*/ 260 h 260"/>
                <a:gd name="T8" fmla="*/ 260 w 260"/>
                <a:gd name="T9" fmla="*/ 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0" h="260">
                  <a:moveTo>
                    <a:pt x="260" y="0"/>
                  </a:moveTo>
                  <a:lnTo>
                    <a:pt x="208" y="14"/>
                  </a:lnTo>
                  <a:lnTo>
                    <a:pt x="0" y="225"/>
                  </a:lnTo>
                  <a:lnTo>
                    <a:pt x="0" y="260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2" name="Freeform 1284"/>
            <p:cNvSpPr/>
            <p:nvPr/>
          </p:nvSpPr>
          <p:spPr bwMode="auto">
            <a:xfrm>
              <a:off x="1002934" y="2026043"/>
              <a:ext cx="232987" cy="232987"/>
            </a:xfrm>
            <a:custGeom>
              <a:avLst/>
              <a:gdLst>
                <a:gd name="T0" fmla="*/ 260 w 260"/>
                <a:gd name="T1" fmla="*/ 0 h 260"/>
                <a:gd name="T2" fmla="*/ 208 w 260"/>
                <a:gd name="T3" fmla="*/ 14 h 260"/>
                <a:gd name="T4" fmla="*/ 0 w 260"/>
                <a:gd name="T5" fmla="*/ 225 h 260"/>
                <a:gd name="T6" fmla="*/ 0 w 260"/>
                <a:gd name="T7" fmla="*/ 260 h 260"/>
                <a:gd name="T8" fmla="*/ 260 w 260"/>
                <a:gd name="T9" fmla="*/ 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0" h="260">
                  <a:moveTo>
                    <a:pt x="260" y="0"/>
                  </a:moveTo>
                  <a:lnTo>
                    <a:pt x="208" y="14"/>
                  </a:lnTo>
                  <a:lnTo>
                    <a:pt x="0" y="225"/>
                  </a:lnTo>
                  <a:lnTo>
                    <a:pt x="0" y="260"/>
                  </a:lnTo>
                  <a:lnTo>
                    <a:pt x="26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3" name="Freeform 1285"/>
            <p:cNvSpPr/>
            <p:nvPr/>
          </p:nvSpPr>
          <p:spPr bwMode="auto">
            <a:xfrm>
              <a:off x="1002934" y="1996472"/>
              <a:ext cx="321701" cy="324389"/>
            </a:xfrm>
            <a:custGeom>
              <a:avLst/>
              <a:gdLst>
                <a:gd name="T0" fmla="*/ 359 w 359"/>
                <a:gd name="T1" fmla="*/ 0 h 362"/>
                <a:gd name="T2" fmla="*/ 307 w 359"/>
                <a:gd name="T3" fmla="*/ 17 h 362"/>
                <a:gd name="T4" fmla="*/ 0 w 359"/>
                <a:gd name="T5" fmla="*/ 326 h 362"/>
                <a:gd name="T6" fmla="*/ 0 w 359"/>
                <a:gd name="T7" fmla="*/ 362 h 362"/>
                <a:gd name="T8" fmla="*/ 359 w 359"/>
                <a:gd name="T9" fmla="*/ 0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9" h="362">
                  <a:moveTo>
                    <a:pt x="359" y="0"/>
                  </a:moveTo>
                  <a:lnTo>
                    <a:pt x="307" y="17"/>
                  </a:lnTo>
                  <a:lnTo>
                    <a:pt x="0" y="326"/>
                  </a:lnTo>
                  <a:lnTo>
                    <a:pt x="0" y="362"/>
                  </a:lnTo>
                  <a:lnTo>
                    <a:pt x="3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4" name="Freeform 1286"/>
            <p:cNvSpPr/>
            <p:nvPr/>
          </p:nvSpPr>
          <p:spPr bwMode="auto">
            <a:xfrm>
              <a:off x="1002934" y="1996472"/>
              <a:ext cx="321701" cy="324389"/>
            </a:xfrm>
            <a:custGeom>
              <a:avLst/>
              <a:gdLst>
                <a:gd name="T0" fmla="*/ 359 w 359"/>
                <a:gd name="T1" fmla="*/ 0 h 362"/>
                <a:gd name="T2" fmla="*/ 307 w 359"/>
                <a:gd name="T3" fmla="*/ 17 h 362"/>
                <a:gd name="T4" fmla="*/ 0 w 359"/>
                <a:gd name="T5" fmla="*/ 326 h 362"/>
                <a:gd name="T6" fmla="*/ 0 w 359"/>
                <a:gd name="T7" fmla="*/ 362 h 362"/>
                <a:gd name="T8" fmla="*/ 359 w 359"/>
                <a:gd name="T9" fmla="*/ 0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9" h="362">
                  <a:moveTo>
                    <a:pt x="359" y="0"/>
                  </a:moveTo>
                  <a:lnTo>
                    <a:pt x="307" y="17"/>
                  </a:lnTo>
                  <a:lnTo>
                    <a:pt x="0" y="326"/>
                  </a:lnTo>
                  <a:lnTo>
                    <a:pt x="0" y="362"/>
                  </a:lnTo>
                  <a:lnTo>
                    <a:pt x="359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5" name="Freeform 1287"/>
            <p:cNvSpPr/>
            <p:nvPr/>
          </p:nvSpPr>
          <p:spPr bwMode="auto">
            <a:xfrm>
              <a:off x="1002934" y="1968693"/>
              <a:ext cx="411311" cy="411311"/>
            </a:xfrm>
            <a:custGeom>
              <a:avLst/>
              <a:gdLst>
                <a:gd name="T0" fmla="*/ 459 w 459"/>
                <a:gd name="T1" fmla="*/ 0 h 459"/>
                <a:gd name="T2" fmla="*/ 407 w 459"/>
                <a:gd name="T3" fmla="*/ 17 h 459"/>
                <a:gd name="T4" fmla="*/ 0 w 459"/>
                <a:gd name="T5" fmla="*/ 424 h 459"/>
                <a:gd name="T6" fmla="*/ 0 w 459"/>
                <a:gd name="T7" fmla="*/ 459 h 459"/>
                <a:gd name="T8" fmla="*/ 459 w 459"/>
                <a:gd name="T9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9" h="459">
                  <a:moveTo>
                    <a:pt x="459" y="0"/>
                  </a:moveTo>
                  <a:lnTo>
                    <a:pt x="407" y="17"/>
                  </a:lnTo>
                  <a:lnTo>
                    <a:pt x="0" y="424"/>
                  </a:lnTo>
                  <a:lnTo>
                    <a:pt x="0" y="459"/>
                  </a:lnTo>
                  <a:lnTo>
                    <a:pt x="4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6" name="Freeform 1288"/>
            <p:cNvSpPr/>
            <p:nvPr/>
          </p:nvSpPr>
          <p:spPr bwMode="auto">
            <a:xfrm>
              <a:off x="1002934" y="1968693"/>
              <a:ext cx="411311" cy="411311"/>
            </a:xfrm>
            <a:custGeom>
              <a:avLst/>
              <a:gdLst>
                <a:gd name="T0" fmla="*/ 459 w 459"/>
                <a:gd name="T1" fmla="*/ 0 h 459"/>
                <a:gd name="T2" fmla="*/ 407 w 459"/>
                <a:gd name="T3" fmla="*/ 17 h 459"/>
                <a:gd name="T4" fmla="*/ 0 w 459"/>
                <a:gd name="T5" fmla="*/ 424 h 459"/>
                <a:gd name="T6" fmla="*/ 0 w 459"/>
                <a:gd name="T7" fmla="*/ 459 h 459"/>
                <a:gd name="T8" fmla="*/ 459 w 459"/>
                <a:gd name="T9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9" h="459">
                  <a:moveTo>
                    <a:pt x="459" y="0"/>
                  </a:moveTo>
                  <a:lnTo>
                    <a:pt x="407" y="17"/>
                  </a:lnTo>
                  <a:lnTo>
                    <a:pt x="0" y="424"/>
                  </a:lnTo>
                  <a:lnTo>
                    <a:pt x="0" y="459"/>
                  </a:lnTo>
                  <a:lnTo>
                    <a:pt x="459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7" name="Freeform 1289"/>
            <p:cNvSpPr/>
            <p:nvPr/>
          </p:nvSpPr>
          <p:spPr bwMode="auto">
            <a:xfrm>
              <a:off x="1002934" y="1943602"/>
              <a:ext cx="489272" cy="498233"/>
            </a:xfrm>
            <a:custGeom>
              <a:avLst/>
              <a:gdLst>
                <a:gd name="T0" fmla="*/ 546 w 546"/>
                <a:gd name="T1" fmla="*/ 0 h 556"/>
                <a:gd name="T2" fmla="*/ 506 w 546"/>
                <a:gd name="T3" fmla="*/ 14 h 556"/>
                <a:gd name="T4" fmla="*/ 0 w 546"/>
                <a:gd name="T5" fmla="*/ 520 h 556"/>
                <a:gd name="T6" fmla="*/ 0 w 546"/>
                <a:gd name="T7" fmla="*/ 556 h 556"/>
                <a:gd name="T8" fmla="*/ 546 w 546"/>
                <a:gd name="T9" fmla="*/ 7 h 556"/>
                <a:gd name="T10" fmla="*/ 546 w 546"/>
                <a:gd name="T11" fmla="*/ 0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6" h="556">
                  <a:moveTo>
                    <a:pt x="546" y="0"/>
                  </a:moveTo>
                  <a:lnTo>
                    <a:pt x="506" y="14"/>
                  </a:lnTo>
                  <a:lnTo>
                    <a:pt x="0" y="520"/>
                  </a:lnTo>
                  <a:lnTo>
                    <a:pt x="0" y="556"/>
                  </a:lnTo>
                  <a:lnTo>
                    <a:pt x="546" y="7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8" name="Freeform 1290"/>
            <p:cNvSpPr/>
            <p:nvPr/>
          </p:nvSpPr>
          <p:spPr bwMode="auto">
            <a:xfrm>
              <a:off x="1002934" y="1943602"/>
              <a:ext cx="489272" cy="498233"/>
            </a:xfrm>
            <a:custGeom>
              <a:avLst/>
              <a:gdLst>
                <a:gd name="T0" fmla="*/ 546 w 546"/>
                <a:gd name="T1" fmla="*/ 0 h 556"/>
                <a:gd name="T2" fmla="*/ 506 w 546"/>
                <a:gd name="T3" fmla="*/ 14 h 556"/>
                <a:gd name="T4" fmla="*/ 0 w 546"/>
                <a:gd name="T5" fmla="*/ 520 h 556"/>
                <a:gd name="T6" fmla="*/ 0 w 546"/>
                <a:gd name="T7" fmla="*/ 556 h 556"/>
                <a:gd name="T8" fmla="*/ 546 w 546"/>
                <a:gd name="T9" fmla="*/ 7 h 556"/>
                <a:gd name="T10" fmla="*/ 546 w 546"/>
                <a:gd name="T11" fmla="*/ 0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6" h="556">
                  <a:moveTo>
                    <a:pt x="546" y="0"/>
                  </a:moveTo>
                  <a:lnTo>
                    <a:pt x="506" y="14"/>
                  </a:lnTo>
                  <a:lnTo>
                    <a:pt x="0" y="520"/>
                  </a:lnTo>
                  <a:lnTo>
                    <a:pt x="0" y="556"/>
                  </a:lnTo>
                  <a:lnTo>
                    <a:pt x="546" y="7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89" name="Freeform 1291"/>
            <p:cNvSpPr/>
            <p:nvPr/>
          </p:nvSpPr>
          <p:spPr bwMode="auto">
            <a:xfrm>
              <a:off x="1002934" y="1979446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0" name="Freeform 1292"/>
            <p:cNvSpPr/>
            <p:nvPr/>
          </p:nvSpPr>
          <p:spPr bwMode="auto">
            <a:xfrm>
              <a:off x="1002934" y="1979446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1" name="Freeform 1293"/>
            <p:cNvSpPr/>
            <p:nvPr/>
          </p:nvSpPr>
          <p:spPr bwMode="auto">
            <a:xfrm>
              <a:off x="1002934" y="2041277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2" name="Freeform 1294"/>
            <p:cNvSpPr/>
            <p:nvPr/>
          </p:nvSpPr>
          <p:spPr bwMode="auto">
            <a:xfrm>
              <a:off x="1002934" y="2041277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3" name="Freeform 1295"/>
            <p:cNvSpPr/>
            <p:nvPr/>
          </p:nvSpPr>
          <p:spPr bwMode="auto">
            <a:xfrm>
              <a:off x="1002934" y="2102212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4" name="Freeform 1296"/>
            <p:cNvSpPr/>
            <p:nvPr/>
          </p:nvSpPr>
          <p:spPr bwMode="auto">
            <a:xfrm>
              <a:off x="1002934" y="2102212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5" name="Freeform 1297"/>
            <p:cNvSpPr/>
            <p:nvPr/>
          </p:nvSpPr>
          <p:spPr bwMode="auto">
            <a:xfrm>
              <a:off x="1002934" y="2164043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5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6" name="Freeform 1298"/>
            <p:cNvSpPr/>
            <p:nvPr/>
          </p:nvSpPr>
          <p:spPr bwMode="auto">
            <a:xfrm>
              <a:off x="1002934" y="2164043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5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8" name="Freeform 1301"/>
            <p:cNvSpPr/>
            <p:nvPr/>
          </p:nvSpPr>
          <p:spPr bwMode="auto">
            <a:xfrm>
              <a:off x="1002934" y="2285017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00" name="Freeform 1303"/>
            <p:cNvSpPr/>
            <p:nvPr/>
          </p:nvSpPr>
          <p:spPr bwMode="auto">
            <a:xfrm>
              <a:off x="1002934" y="234595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01" name="Freeform 1304"/>
            <p:cNvSpPr/>
            <p:nvPr/>
          </p:nvSpPr>
          <p:spPr bwMode="auto">
            <a:xfrm>
              <a:off x="1002934" y="234595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02" name="Freeform 1305"/>
            <p:cNvSpPr/>
            <p:nvPr/>
          </p:nvSpPr>
          <p:spPr bwMode="auto">
            <a:xfrm>
              <a:off x="1002934" y="2407783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8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03" name="Freeform 1306"/>
            <p:cNvSpPr/>
            <p:nvPr/>
          </p:nvSpPr>
          <p:spPr bwMode="auto">
            <a:xfrm>
              <a:off x="1002934" y="2407783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8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04" name="Freeform 1307"/>
            <p:cNvSpPr/>
            <p:nvPr/>
          </p:nvSpPr>
          <p:spPr bwMode="auto">
            <a:xfrm>
              <a:off x="1002934" y="2468718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7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05" name="Freeform 1308"/>
            <p:cNvSpPr/>
            <p:nvPr/>
          </p:nvSpPr>
          <p:spPr bwMode="auto">
            <a:xfrm>
              <a:off x="1002934" y="2468718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7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06" name="Freeform 1309"/>
            <p:cNvSpPr/>
            <p:nvPr/>
          </p:nvSpPr>
          <p:spPr bwMode="auto">
            <a:xfrm>
              <a:off x="1002934" y="2530549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07" name="Freeform 1310"/>
            <p:cNvSpPr/>
            <p:nvPr/>
          </p:nvSpPr>
          <p:spPr bwMode="auto">
            <a:xfrm>
              <a:off x="1002934" y="2530549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08" name="Freeform 1311"/>
            <p:cNvSpPr/>
            <p:nvPr/>
          </p:nvSpPr>
          <p:spPr bwMode="auto">
            <a:xfrm>
              <a:off x="1002934" y="258969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09" name="Freeform 1312"/>
            <p:cNvSpPr/>
            <p:nvPr/>
          </p:nvSpPr>
          <p:spPr bwMode="auto">
            <a:xfrm>
              <a:off x="1002934" y="258969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10" name="Freeform 1313"/>
            <p:cNvSpPr/>
            <p:nvPr/>
          </p:nvSpPr>
          <p:spPr bwMode="auto">
            <a:xfrm>
              <a:off x="1002934" y="2651523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11" name="Freeform 1314"/>
            <p:cNvSpPr/>
            <p:nvPr/>
          </p:nvSpPr>
          <p:spPr bwMode="auto">
            <a:xfrm>
              <a:off x="1002934" y="2651523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12" name="Freeform 1315"/>
            <p:cNvSpPr/>
            <p:nvPr/>
          </p:nvSpPr>
          <p:spPr bwMode="auto">
            <a:xfrm>
              <a:off x="1002934" y="2712458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13" name="Freeform 1316"/>
            <p:cNvSpPr/>
            <p:nvPr/>
          </p:nvSpPr>
          <p:spPr bwMode="auto">
            <a:xfrm>
              <a:off x="1002934" y="2712458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14" name="Freeform 1317"/>
            <p:cNvSpPr/>
            <p:nvPr/>
          </p:nvSpPr>
          <p:spPr bwMode="auto">
            <a:xfrm>
              <a:off x="1002934" y="2774289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5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15" name="Freeform 1318"/>
            <p:cNvSpPr/>
            <p:nvPr/>
          </p:nvSpPr>
          <p:spPr bwMode="auto">
            <a:xfrm>
              <a:off x="1002934" y="2774289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5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16" name="Freeform 1319"/>
            <p:cNvSpPr/>
            <p:nvPr/>
          </p:nvSpPr>
          <p:spPr bwMode="auto">
            <a:xfrm>
              <a:off x="1002934" y="283522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7 h 582"/>
                <a:gd name="T4" fmla="*/ 0 w 546"/>
                <a:gd name="T5" fmla="*/ 582 h 582"/>
                <a:gd name="T6" fmla="*/ 546 w 546"/>
                <a:gd name="T7" fmla="*/ 34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4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17" name="Freeform 1320"/>
            <p:cNvSpPr/>
            <p:nvPr/>
          </p:nvSpPr>
          <p:spPr bwMode="auto">
            <a:xfrm>
              <a:off x="1002934" y="283522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7 h 582"/>
                <a:gd name="T4" fmla="*/ 0 w 546"/>
                <a:gd name="T5" fmla="*/ 582 h 582"/>
                <a:gd name="T6" fmla="*/ 546 w 546"/>
                <a:gd name="T7" fmla="*/ 34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4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18" name="Freeform 1321"/>
            <p:cNvSpPr/>
            <p:nvPr/>
          </p:nvSpPr>
          <p:spPr bwMode="auto">
            <a:xfrm>
              <a:off x="1002934" y="289526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19" name="Freeform 1322"/>
            <p:cNvSpPr/>
            <p:nvPr/>
          </p:nvSpPr>
          <p:spPr bwMode="auto">
            <a:xfrm>
              <a:off x="1002934" y="289526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20" name="Freeform 1323"/>
            <p:cNvSpPr/>
            <p:nvPr/>
          </p:nvSpPr>
          <p:spPr bwMode="auto">
            <a:xfrm>
              <a:off x="1002934" y="2956197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21" name="Freeform 1324"/>
            <p:cNvSpPr/>
            <p:nvPr/>
          </p:nvSpPr>
          <p:spPr bwMode="auto">
            <a:xfrm>
              <a:off x="1002934" y="2956197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22" name="Freeform 1325"/>
            <p:cNvSpPr/>
            <p:nvPr/>
          </p:nvSpPr>
          <p:spPr bwMode="auto">
            <a:xfrm>
              <a:off x="1002934" y="3018028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23" name="Freeform 1326"/>
            <p:cNvSpPr/>
            <p:nvPr/>
          </p:nvSpPr>
          <p:spPr bwMode="auto">
            <a:xfrm>
              <a:off x="1002934" y="3018028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24" name="Freeform 1327"/>
            <p:cNvSpPr/>
            <p:nvPr/>
          </p:nvSpPr>
          <p:spPr bwMode="auto">
            <a:xfrm>
              <a:off x="1002934" y="3078963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7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25" name="Freeform 1328"/>
            <p:cNvSpPr/>
            <p:nvPr/>
          </p:nvSpPr>
          <p:spPr bwMode="auto">
            <a:xfrm>
              <a:off x="1002934" y="3078963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7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26" name="Freeform 1329"/>
            <p:cNvSpPr/>
            <p:nvPr/>
          </p:nvSpPr>
          <p:spPr bwMode="auto">
            <a:xfrm>
              <a:off x="1002934" y="313900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27" name="Freeform 1330"/>
            <p:cNvSpPr/>
            <p:nvPr/>
          </p:nvSpPr>
          <p:spPr bwMode="auto">
            <a:xfrm>
              <a:off x="1002934" y="313900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28" name="Freeform 1331"/>
            <p:cNvSpPr/>
            <p:nvPr/>
          </p:nvSpPr>
          <p:spPr bwMode="auto">
            <a:xfrm>
              <a:off x="1002934" y="3199937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29" name="Freeform 1332"/>
            <p:cNvSpPr/>
            <p:nvPr/>
          </p:nvSpPr>
          <p:spPr bwMode="auto">
            <a:xfrm>
              <a:off x="1002934" y="3199937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30" name="Freeform 1333"/>
            <p:cNvSpPr/>
            <p:nvPr/>
          </p:nvSpPr>
          <p:spPr bwMode="auto">
            <a:xfrm>
              <a:off x="1002934" y="3261768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8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31" name="Freeform 1334"/>
            <p:cNvSpPr/>
            <p:nvPr/>
          </p:nvSpPr>
          <p:spPr bwMode="auto">
            <a:xfrm>
              <a:off x="1002934" y="3261768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8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32" name="Freeform 1335"/>
            <p:cNvSpPr/>
            <p:nvPr/>
          </p:nvSpPr>
          <p:spPr bwMode="auto">
            <a:xfrm>
              <a:off x="1002934" y="3322703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33" name="Freeform 1336"/>
            <p:cNvSpPr/>
            <p:nvPr/>
          </p:nvSpPr>
          <p:spPr bwMode="auto">
            <a:xfrm>
              <a:off x="1002934" y="3322703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34" name="Freeform 1337"/>
            <p:cNvSpPr/>
            <p:nvPr/>
          </p:nvSpPr>
          <p:spPr bwMode="auto">
            <a:xfrm>
              <a:off x="1002934" y="338453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35" name="Freeform 1338"/>
            <p:cNvSpPr/>
            <p:nvPr/>
          </p:nvSpPr>
          <p:spPr bwMode="auto">
            <a:xfrm>
              <a:off x="1002934" y="338453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36" name="Freeform 1339"/>
            <p:cNvSpPr/>
            <p:nvPr/>
          </p:nvSpPr>
          <p:spPr bwMode="auto">
            <a:xfrm>
              <a:off x="1002934" y="3443677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37" name="Freeform 1340"/>
            <p:cNvSpPr/>
            <p:nvPr/>
          </p:nvSpPr>
          <p:spPr bwMode="auto">
            <a:xfrm>
              <a:off x="1002934" y="3443677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38" name="Freeform 1341"/>
            <p:cNvSpPr/>
            <p:nvPr/>
          </p:nvSpPr>
          <p:spPr bwMode="auto">
            <a:xfrm>
              <a:off x="1002934" y="350550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39" name="Freeform 1342"/>
            <p:cNvSpPr/>
            <p:nvPr/>
          </p:nvSpPr>
          <p:spPr bwMode="auto">
            <a:xfrm>
              <a:off x="1002934" y="350550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40" name="Freeform 1343"/>
            <p:cNvSpPr/>
            <p:nvPr/>
          </p:nvSpPr>
          <p:spPr bwMode="auto">
            <a:xfrm>
              <a:off x="1002934" y="3566443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41" name="Freeform 1344"/>
            <p:cNvSpPr/>
            <p:nvPr/>
          </p:nvSpPr>
          <p:spPr bwMode="auto">
            <a:xfrm>
              <a:off x="1002934" y="3566443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42" name="Freeform 1345"/>
            <p:cNvSpPr/>
            <p:nvPr/>
          </p:nvSpPr>
          <p:spPr bwMode="auto">
            <a:xfrm>
              <a:off x="1002934" y="3628274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43" name="Freeform 1346"/>
            <p:cNvSpPr/>
            <p:nvPr/>
          </p:nvSpPr>
          <p:spPr bwMode="auto">
            <a:xfrm>
              <a:off x="1002934" y="3628274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44" name="Freeform 1347"/>
            <p:cNvSpPr/>
            <p:nvPr/>
          </p:nvSpPr>
          <p:spPr bwMode="auto">
            <a:xfrm>
              <a:off x="1002934" y="3689209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7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45" name="Freeform 1348"/>
            <p:cNvSpPr/>
            <p:nvPr/>
          </p:nvSpPr>
          <p:spPr bwMode="auto">
            <a:xfrm>
              <a:off x="1002934" y="3689209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7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46" name="Freeform 1349"/>
            <p:cNvSpPr/>
            <p:nvPr/>
          </p:nvSpPr>
          <p:spPr bwMode="auto">
            <a:xfrm>
              <a:off x="1002934" y="374924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47" name="Freeform 1350"/>
            <p:cNvSpPr/>
            <p:nvPr/>
          </p:nvSpPr>
          <p:spPr bwMode="auto">
            <a:xfrm>
              <a:off x="1002934" y="374924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48" name="Freeform 1351"/>
            <p:cNvSpPr/>
            <p:nvPr/>
          </p:nvSpPr>
          <p:spPr bwMode="auto">
            <a:xfrm>
              <a:off x="1002934" y="3810183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49" name="Freeform 1352"/>
            <p:cNvSpPr/>
            <p:nvPr/>
          </p:nvSpPr>
          <p:spPr bwMode="auto">
            <a:xfrm>
              <a:off x="1002934" y="3810183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50" name="Freeform 1353"/>
            <p:cNvSpPr/>
            <p:nvPr/>
          </p:nvSpPr>
          <p:spPr bwMode="auto">
            <a:xfrm>
              <a:off x="1002934" y="3872014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51" name="Freeform 1354"/>
            <p:cNvSpPr/>
            <p:nvPr/>
          </p:nvSpPr>
          <p:spPr bwMode="auto">
            <a:xfrm>
              <a:off x="1002934" y="3872014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52" name="Freeform 1355"/>
            <p:cNvSpPr/>
            <p:nvPr/>
          </p:nvSpPr>
          <p:spPr bwMode="auto">
            <a:xfrm>
              <a:off x="1002934" y="3932949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53" name="Freeform 1356"/>
            <p:cNvSpPr/>
            <p:nvPr/>
          </p:nvSpPr>
          <p:spPr bwMode="auto">
            <a:xfrm>
              <a:off x="1002934" y="3932949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54" name="Freeform 1357"/>
            <p:cNvSpPr/>
            <p:nvPr/>
          </p:nvSpPr>
          <p:spPr bwMode="auto">
            <a:xfrm>
              <a:off x="1002934" y="3992091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55" name="Freeform 1358"/>
            <p:cNvSpPr/>
            <p:nvPr/>
          </p:nvSpPr>
          <p:spPr bwMode="auto">
            <a:xfrm>
              <a:off x="1002934" y="3992091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56" name="Freeform 1359"/>
            <p:cNvSpPr/>
            <p:nvPr/>
          </p:nvSpPr>
          <p:spPr bwMode="auto">
            <a:xfrm>
              <a:off x="1002934" y="405392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57" name="Freeform 1360"/>
            <p:cNvSpPr/>
            <p:nvPr/>
          </p:nvSpPr>
          <p:spPr bwMode="auto">
            <a:xfrm>
              <a:off x="1002934" y="405392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58" name="Freeform 1361"/>
            <p:cNvSpPr/>
            <p:nvPr/>
          </p:nvSpPr>
          <p:spPr bwMode="auto">
            <a:xfrm>
              <a:off x="1002934" y="4115753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8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59" name="Freeform 1362"/>
            <p:cNvSpPr/>
            <p:nvPr/>
          </p:nvSpPr>
          <p:spPr bwMode="auto">
            <a:xfrm>
              <a:off x="1002934" y="4115753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8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60" name="Freeform 1363"/>
            <p:cNvSpPr/>
            <p:nvPr/>
          </p:nvSpPr>
          <p:spPr bwMode="auto">
            <a:xfrm>
              <a:off x="1002934" y="4176688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61" name="Freeform 1364"/>
            <p:cNvSpPr/>
            <p:nvPr/>
          </p:nvSpPr>
          <p:spPr bwMode="auto">
            <a:xfrm>
              <a:off x="1002934" y="4176688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62" name="Freeform 1365"/>
            <p:cNvSpPr/>
            <p:nvPr/>
          </p:nvSpPr>
          <p:spPr bwMode="auto">
            <a:xfrm>
              <a:off x="1002934" y="4238519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3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63" name="Freeform 1366"/>
            <p:cNvSpPr/>
            <p:nvPr/>
          </p:nvSpPr>
          <p:spPr bwMode="auto">
            <a:xfrm>
              <a:off x="1002934" y="4238519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3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64" name="Freeform 1367"/>
            <p:cNvSpPr/>
            <p:nvPr/>
          </p:nvSpPr>
          <p:spPr bwMode="auto">
            <a:xfrm>
              <a:off x="1002934" y="429766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65" name="Freeform 1368"/>
            <p:cNvSpPr/>
            <p:nvPr/>
          </p:nvSpPr>
          <p:spPr bwMode="auto">
            <a:xfrm>
              <a:off x="1002934" y="429766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66" name="Freeform 1369"/>
            <p:cNvSpPr/>
            <p:nvPr/>
          </p:nvSpPr>
          <p:spPr bwMode="auto">
            <a:xfrm>
              <a:off x="1002934" y="4359493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67" name="Freeform 1370"/>
            <p:cNvSpPr/>
            <p:nvPr/>
          </p:nvSpPr>
          <p:spPr bwMode="auto">
            <a:xfrm>
              <a:off x="1002934" y="4359493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68" name="Freeform 1371"/>
            <p:cNvSpPr/>
            <p:nvPr/>
          </p:nvSpPr>
          <p:spPr bwMode="auto">
            <a:xfrm>
              <a:off x="1002934" y="4420428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69" name="Freeform 1372"/>
            <p:cNvSpPr/>
            <p:nvPr/>
          </p:nvSpPr>
          <p:spPr bwMode="auto">
            <a:xfrm>
              <a:off x="1002934" y="4420428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70" name="Freeform 1373"/>
            <p:cNvSpPr/>
            <p:nvPr/>
          </p:nvSpPr>
          <p:spPr bwMode="auto">
            <a:xfrm>
              <a:off x="1002934" y="4482259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71" name="Freeform 1374"/>
            <p:cNvSpPr/>
            <p:nvPr/>
          </p:nvSpPr>
          <p:spPr bwMode="auto">
            <a:xfrm>
              <a:off x="1002934" y="4482259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72" name="Freeform 1375"/>
            <p:cNvSpPr/>
            <p:nvPr/>
          </p:nvSpPr>
          <p:spPr bwMode="auto">
            <a:xfrm>
              <a:off x="1002934" y="454319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73" name="Freeform 1376"/>
            <p:cNvSpPr/>
            <p:nvPr/>
          </p:nvSpPr>
          <p:spPr bwMode="auto">
            <a:xfrm>
              <a:off x="1002934" y="454319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74" name="Freeform 1377"/>
            <p:cNvSpPr/>
            <p:nvPr/>
          </p:nvSpPr>
          <p:spPr bwMode="auto">
            <a:xfrm>
              <a:off x="1002934" y="4602337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75" name="Freeform 1378"/>
            <p:cNvSpPr/>
            <p:nvPr/>
          </p:nvSpPr>
          <p:spPr bwMode="auto">
            <a:xfrm>
              <a:off x="1002934" y="4602337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76" name="Freeform 1379"/>
            <p:cNvSpPr/>
            <p:nvPr/>
          </p:nvSpPr>
          <p:spPr bwMode="auto">
            <a:xfrm>
              <a:off x="1002934" y="466416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77" name="Freeform 1380"/>
            <p:cNvSpPr/>
            <p:nvPr/>
          </p:nvSpPr>
          <p:spPr bwMode="auto">
            <a:xfrm>
              <a:off x="1002934" y="466416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78" name="Freeform 1381"/>
            <p:cNvSpPr/>
            <p:nvPr/>
          </p:nvSpPr>
          <p:spPr bwMode="auto">
            <a:xfrm>
              <a:off x="1002934" y="4725999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79" name="Freeform 1382"/>
            <p:cNvSpPr/>
            <p:nvPr/>
          </p:nvSpPr>
          <p:spPr bwMode="auto">
            <a:xfrm>
              <a:off x="1002934" y="4725999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80" name="Freeform 1383"/>
            <p:cNvSpPr/>
            <p:nvPr/>
          </p:nvSpPr>
          <p:spPr bwMode="auto">
            <a:xfrm>
              <a:off x="1002934" y="478693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81" name="Freeform 1384"/>
            <p:cNvSpPr/>
            <p:nvPr/>
          </p:nvSpPr>
          <p:spPr bwMode="auto">
            <a:xfrm>
              <a:off x="1002934" y="478693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82" name="Freeform 1385"/>
            <p:cNvSpPr/>
            <p:nvPr/>
          </p:nvSpPr>
          <p:spPr bwMode="auto">
            <a:xfrm>
              <a:off x="1002934" y="4846077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83" name="Freeform 1386"/>
            <p:cNvSpPr/>
            <p:nvPr/>
          </p:nvSpPr>
          <p:spPr bwMode="auto">
            <a:xfrm>
              <a:off x="1002934" y="4846077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84" name="Freeform 1387"/>
            <p:cNvSpPr/>
            <p:nvPr/>
          </p:nvSpPr>
          <p:spPr bwMode="auto">
            <a:xfrm>
              <a:off x="1002934" y="490790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85" name="Freeform 1388"/>
            <p:cNvSpPr/>
            <p:nvPr/>
          </p:nvSpPr>
          <p:spPr bwMode="auto">
            <a:xfrm>
              <a:off x="1002934" y="490790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86" name="Freeform 1389"/>
            <p:cNvSpPr/>
            <p:nvPr/>
          </p:nvSpPr>
          <p:spPr bwMode="auto">
            <a:xfrm>
              <a:off x="1002934" y="4969739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8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87" name="Freeform 1390"/>
            <p:cNvSpPr/>
            <p:nvPr/>
          </p:nvSpPr>
          <p:spPr bwMode="auto">
            <a:xfrm>
              <a:off x="1002934" y="4969739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8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88" name="Freeform 1391"/>
            <p:cNvSpPr/>
            <p:nvPr/>
          </p:nvSpPr>
          <p:spPr bwMode="auto">
            <a:xfrm>
              <a:off x="1002934" y="503067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89" name="Freeform 1392"/>
            <p:cNvSpPr/>
            <p:nvPr/>
          </p:nvSpPr>
          <p:spPr bwMode="auto">
            <a:xfrm>
              <a:off x="1002934" y="503067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90" name="Freeform 1393"/>
            <p:cNvSpPr/>
            <p:nvPr/>
          </p:nvSpPr>
          <p:spPr bwMode="auto">
            <a:xfrm>
              <a:off x="1002934" y="5092505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3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91" name="Freeform 1394"/>
            <p:cNvSpPr/>
            <p:nvPr/>
          </p:nvSpPr>
          <p:spPr bwMode="auto">
            <a:xfrm>
              <a:off x="1002934" y="5092505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3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92" name="Freeform 1395"/>
            <p:cNvSpPr/>
            <p:nvPr/>
          </p:nvSpPr>
          <p:spPr bwMode="auto">
            <a:xfrm>
              <a:off x="1002934" y="515164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93" name="Freeform 1396"/>
            <p:cNvSpPr/>
            <p:nvPr/>
          </p:nvSpPr>
          <p:spPr bwMode="auto">
            <a:xfrm>
              <a:off x="1002934" y="515164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94" name="Freeform 1397"/>
            <p:cNvSpPr/>
            <p:nvPr/>
          </p:nvSpPr>
          <p:spPr bwMode="auto">
            <a:xfrm>
              <a:off x="1002934" y="521258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95" name="Freeform 1398"/>
            <p:cNvSpPr/>
            <p:nvPr/>
          </p:nvSpPr>
          <p:spPr bwMode="auto">
            <a:xfrm>
              <a:off x="1002934" y="521258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96" name="Freeform 1399"/>
            <p:cNvSpPr/>
            <p:nvPr/>
          </p:nvSpPr>
          <p:spPr bwMode="auto">
            <a:xfrm>
              <a:off x="1002934" y="527441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5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97" name="Freeform 1400"/>
            <p:cNvSpPr/>
            <p:nvPr/>
          </p:nvSpPr>
          <p:spPr bwMode="auto">
            <a:xfrm>
              <a:off x="1002934" y="527441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5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98" name="Freeform 1401"/>
            <p:cNvSpPr/>
            <p:nvPr/>
          </p:nvSpPr>
          <p:spPr bwMode="auto">
            <a:xfrm>
              <a:off x="1002934" y="5336245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199" name="Freeform 1402"/>
            <p:cNvSpPr/>
            <p:nvPr/>
          </p:nvSpPr>
          <p:spPr bwMode="auto">
            <a:xfrm>
              <a:off x="1002934" y="5336245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00" name="Freeform 1403"/>
            <p:cNvSpPr/>
            <p:nvPr/>
          </p:nvSpPr>
          <p:spPr bwMode="auto">
            <a:xfrm>
              <a:off x="1002934" y="5397179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01" name="Freeform 1404"/>
            <p:cNvSpPr/>
            <p:nvPr/>
          </p:nvSpPr>
          <p:spPr bwMode="auto">
            <a:xfrm>
              <a:off x="1002934" y="5397179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02" name="Freeform 1405"/>
            <p:cNvSpPr/>
            <p:nvPr/>
          </p:nvSpPr>
          <p:spPr bwMode="auto">
            <a:xfrm>
              <a:off x="1002934" y="545632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03" name="Freeform 1406"/>
            <p:cNvSpPr/>
            <p:nvPr/>
          </p:nvSpPr>
          <p:spPr bwMode="auto">
            <a:xfrm>
              <a:off x="1002934" y="545632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04" name="Freeform 1407"/>
            <p:cNvSpPr/>
            <p:nvPr/>
          </p:nvSpPr>
          <p:spPr bwMode="auto">
            <a:xfrm>
              <a:off x="1002934" y="5518153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05" name="Freeform 1408"/>
            <p:cNvSpPr/>
            <p:nvPr/>
          </p:nvSpPr>
          <p:spPr bwMode="auto">
            <a:xfrm>
              <a:off x="1002934" y="5518153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06" name="Freeform 1409"/>
            <p:cNvSpPr/>
            <p:nvPr/>
          </p:nvSpPr>
          <p:spPr bwMode="auto">
            <a:xfrm>
              <a:off x="1002934" y="6096139"/>
              <a:ext cx="1792" cy="2688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3 h 3"/>
                <a:gd name="T4" fmla="*/ 2 w 2"/>
                <a:gd name="T5" fmla="*/ 3 h 3"/>
                <a:gd name="T6" fmla="*/ 2 w 2"/>
                <a:gd name="T7" fmla="*/ 3 h 3"/>
                <a:gd name="T8" fmla="*/ 2 w 2"/>
                <a:gd name="T9" fmla="*/ 0 h 3"/>
                <a:gd name="T10" fmla="*/ 0 w 2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07" name="Freeform 1410"/>
            <p:cNvSpPr/>
            <p:nvPr/>
          </p:nvSpPr>
          <p:spPr bwMode="auto">
            <a:xfrm>
              <a:off x="1002934" y="6096139"/>
              <a:ext cx="1792" cy="2688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3 h 3"/>
                <a:gd name="T4" fmla="*/ 2 w 2"/>
                <a:gd name="T5" fmla="*/ 3 h 3"/>
                <a:gd name="T6" fmla="*/ 2 w 2"/>
                <a:gd name="T7" fmla="*/ 3 h 3"/>
                <a:gd name="T8" fmla="*/ 2 w 2"/>
                <a:gd name="T9" fmla="*/ 0 h 3"/>
                <a:gd name="T10" fmla="*/ 0 w 2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0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08" name="Rectangle 1411"/>
            <p:cNvSpPr>
              <a:spLocks noChangeArrowheads="1"/>
            </p:cNvSpPr>
            <p:nvPr/>
          </p:nvSpPr>
          <p:spPr bwMode="auto">
            <a:xfrm>
              <a:off x="1004726" y="6096139"/>
              <a:ext cx="896" cy="26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09" name="Freeform 1412"/>
            <p:cNvSpPr/>
            <p:nvPr/>
          </p:nvSpPr>
          <p:spPr bwMode="auto">
            <a:xfrm>
              <a:off x="1004726" y="6096139"/>
              <a:ext cx="0" cy="2688"/>
            </a:xfrm>
            <a:custGeom>
              <a:avLst/>
              <a:gdLst>
                <a:gd name="T0" fmla="*/ 0 h 3"/>
                <a:gd name="T1" fmla="*/ 3 h 3"/>
                <a:gd name="T2" fmla="*/ 3 h 3"/>
                <a:gd name="T3" fmla="*/ 0 h 3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3">
                  <a:moveTo>
                    <a:pt x="0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10" name="Freeform 1413"/>
            <p:cNvSpPr/>
            <p:nvPr/>
          </p:nvSpPr>
          <p:spPr bwMode="auto">
            <a:xfrm>
              <a:off x="1002934" y="5579088"/>
              <a:ext cx="489272" cy="519739"/>
            </a:xfrm>
            <a:custGeom>
              <a:avLst/>
              <a:gdLst>
                <a:gd name="T0" fmla="*/ 546 w 546"/>
                <a:gd name="T1" fmla="*/ 0 h 580"/>
                <a:gd name="T2" fmla="*/ 0 w 546"/>
                <a:gd name="T3" fmla="*/ 549 h 580"/>
                <a:gd name="T4" fmla="*/ 0 w 546"/>
                <a:gd name="T5" fmla="*/ 577 h 580"/>
                <a:gd name="T6" fmla="*/ 2 w 546"/>
                <a:gd name="T7" fmla="*/ 577 h 580"/>
                <a:gd name="T8" fmla="*/ 2 w 546"/>
                <a:gd name="T9" fmla="*/ 580 h 580"/>
                <a:gd name="T10" fmla="*/ 546 w 546"/>
                <a:gd name="T11" fmla="*/ 34 h 580"/>
                <a:gd name="T12" fmla="*/ 546 w 546"/>
                <a:gd name="T13" fmla="*/ 0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6" h="580">
                  <a:moveTo>
                    <a:pt x="546" y="0"/>
                  </a:moveTo>
                  <a:lnTo>
                    <a:pt x="0" y="549"/>
                  </a:lnTo>
                  <a:lnTo>
                    <a:pt x="0" y="577"/>
                  </a:lnTo>
                  <a:lnTo>
                    <a:pt x="2" y="577"/>
                  </a:lnTo>
                  <a:lnTo>
                    <a:pt x="2" y="580"/>
                  </a:lnTo>
                  <a:lnTo>
                    <a:pt x="546" y="34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11" name="Freeform 1414"/>
            <p:cNvSpPr/>
            <p:nvPr/>
          </p:nvSpPr>
          <p:spPr bwMode="auto">
            <a:xfrm>
              <a:off x="1002934" y="5579088"/>
              <a:ext cx="489272" cy="519739"/>
            </a:xfrm>
            <a:custGeom>
              <a:avLst/>
              <a:gdLst>
                <a:gd name="T0" fmla="*/ 546 w 546"/>
                <a:gd name="T1" fmla="*/ 0 h 580"/>
                <a:gd name="T2" fmla="*/ 0 w 546"/>
                <a:gd name="T3" fmla="*/ 549 h 580"/>
                <a:gd name="T4" fmla="*/ 0 w 546"/>
                <a:gd name="T5" fmla="*/ 577 h 580"/>
                <a:gd name="T6" fmla="*/ 2 w 546"/>
                <a:gd name="T7" fmla="*/ 577 h 580"/>
                <a:gd name="T8" fmla="*/ 2 w 546"/>
                <a:gd name="T9" fmla="*/ 580 h 580"/>
                <a:gd name="T10" fmla="*/ 546 w 546"/>
                <a:gd name="T11" fmla="*/ 34 h 580"/>
                <a:gd name="T12" fmla="*/ 546 w 546"/>
                <a:gd name="T13" fmla="*/ 0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6" h="580">
                  <a:moveTo>
                    <a:pt x="546" y="0"/>
                  </a:moveTo>
                  <a:lnTo>
                    <a:pt x="0" y="549"/>
                  </a:lnTo>
                  <a:lnTo>
                    <a:pt x="0" y="577"/>
                  </a:lnTo>
                  <a:lnTo>
                    <a:pt x="2" y="577"/>
                  </a:lnTo>
                  <a:lnTo>
                    <a:pt x="2" y="580"/>
                  </a:lnTo>
                  <a:lnTo>
                    <a:pt x="546" y="34"/>
                  </a:lnTo>
                  <a:lnTo>
                    <a:pt x="54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12" name="Freeform 1415"/>
            <p:cNvSpPr/>
            <p:nvPr/>
          </p:nvSpPr>
          <p:spPr bwMode="auto">
            <a:xfrm>
              <a:off x="1026233" y="6105100"/>
              <a:ext cx="25091" cy="8065"/>
            </a:xfrm>
            <a:custGeom>
              <a:avLst/>
              <a:gdLst>
                <a:gd name="T0" fmla="*/ 2 w 28"/>
                <a:gd name="T1" fmla="*/ 0 h 9"/>
                <a:gd name="T2" fmla="*/ 0 w 28"/>
                <a:gd name="T3" fmla="*/ 2 h 9"/>
                <a:gd name="T4" fmla="*/ 26 w 28"/>
                <a:gd name="T5" fmla="*/ 9 h 9"/>
                <a:gd name="T6" fmla="*/ 28 w 28"/>
                <a:gd name="T7" fmla="*/ 7 h 9"/>
                <a:gd name="T8" fmla="*/ 2 w 28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9">
                  <a:moveTo>
                    <a:pt x="2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13" name="Freeform 1416"/>
            <p:cNvSpPr/>
            <p:nvPr/>
          </p:nvSpPr>
          <p:spPr bwMode="auto">
            <a:xfrm>
              <a:off x="1026233" y="6105100"/>
              <a:ext cx="25091" cy="8065"/>
            </a:xfrm>
            <a:custGeom>
              <a:avLst/>
              <a:gdLst>
                <a:gd name="T0" fmla="*/ 2 w 28"/>
                <a:gd name="T1" fmla="*/ 0 h 9"/>
                <a:gd name="T2" fmla="*/ 0 w 28"/>
                <a:gd name="T3" fmla="*/ 2 h 9"/>
                <a:gd name="T4" fmla="*/ 26 w 28"/>
                <a:gd name="T5" fmla="*/ 9 h 9"/>
                <a:gd name="T6" fmla="*/ 28 w 28"/>
                <a:gd name="T7" fmla="*/ 7 h 9"/>
                <a:gd name="T8" fmla="*/ 2 w 28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9">
                  <a:moveTo>
                    <a:pt x="2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14" name="Freeform 1417"/>
            <p:cNvSpPr/>
            <p:nvPr/>
          </p:nvSpPr>
          <p:spPr bwMode="auto">
            <a:xfrm>
              <a:off x="1028025" y="5639127"/>
              <a:ext cx="464181" cy="472246"/>
            </a:xfrm>
            <a:custGeom>
              <a:avLst/>
              <a:gdLst>
                <a:gd name="T0" fmla="*/ 518 w 518"/>
                <a:gd name="T1" fmla="*/ 0 h 527"/>
                <a:gd name="T2" fmla="*/ 0 w 518"/>
                <a:gd name="T3" fmla="*/ 520 h 527"/>
                <a:gd name="T4" fmla="*/ 26 w 518"/>
                <a:gd name="T5" fmla="*/ 527 h 527"/>
                <a:gd name="T6" fmla="*/ 518 w 518"/>
                <a:gd name="T7" fmla="*/ 35 h 527"/>
                <a:gd name="T8" fmla="*/ 518 w 518"/>
                <a:gd name="T9" fmla="*/ 0 h 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8" h="527">
                  <a:moveTo>
                    <a:pt x="518" y="0"/>
                  </a:moveTo>
                  <a:lnTo>
                    <a:pt x="0" y="520"/>
                  </a:lnTo>
                  <a:lnTo>
                    <a:pt x="26" y="527"/>
                  </a:lnTo>
                  <a:lnTo>
                    <a:pt x="518" y="35"/>
                  </a:lnTo>
                  <a:lnTo>
                    <a:pt x="5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15" name="Freeform 1418"/>
            <p:cNvSpPr/>
            <p:nvPr/>
          </p:nvSpPr>
          <p:spPr bwMode="auto">
            <a:xfrm>
              <a:off x="1028025" y="5639127"/>
              <a:ext cx="464181" cy="472246"/>
            </a:xfrm>
            <a:custGeom>
              <a:avLst/>
              <a:gdLst>
                <a:gd name="T0" fmla="*/ 518 w 518"/>
                <a:gd name="T1" fmla="*/ 0 h 527"/>
                <a:gd name="T2" fmla="*/ 0 w 518"/>
                <a:gd name="T3" fmla="*/ 520 h 527"/>
                <a:gd name="T4" fmla="*/ 26 w 518"/>
                <a:gd name="T5" fmla="*/ 527 h 527"/>
                <a:gd name="T6" fmla="*/ 518 w 518"/>
                <a:gd name="T7" fmla="*/ 35 h 527"/>
                <a:gd name="T8" fmla="*/ 518 w 518"/>
                <a:gd name="T9" fmla="*/ 0 h 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8" h="527">
                  <a:moveTo>
                    <a:pt x="518" y="0"/>
                  </a:moveTo>
                  <a:lnTo>
                    <a:pt x="0" y="520"/>
                  </a:lnTo>
                  <a:lnTo>
                    <a:pt x="26" y="527"/>
                  </a:lnTo>
                  <a:lnTo>
                    <a:pt x="518" y="35"/>
                  </a:lnTo>
                  <a:lnTo>
                    <a:pt x="518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16" name="Freeform 1419"/>
            <p:cNvSpPr/>
            <p:nvPr/>
          </p:nvSpPr>
          <p:spPr bwMode="auto">
            <a:xfrm>
              <a:off x="1072830" y="6119438"/>
              <a:ext cx="25091" cy="8961"/>
            </a:xfrm>
            <a:custGeom>
              <a:avLst/>
              <a:gdLst>
                <a:gd name="T0" fmla="*/ 2 w 28"/>
                <a:gd name="T1" fmla="*/ 0 h 10"/>
                <a:gd name="T2" fmla="*/ 0 w 28"/>
                <a:gd name="T3" fmla="*/ 0 h 10"/>
                <a:gd name="T4" fmla="*/ 26 w 28"/>
                <a:gd name="T5" fmla="*/ 10 h 10"/>
                <a:gd name="T6" fmla="*/ 28 w 28"/>
                <a:gd name="T7" fmla="*/ 8 h 10"/>
                <a:gd name="T8" fmla="*/ 2 w 2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0">
                  <a:moveTo>
                    <a:pt x="2" y="0"/>
                  </a:moveTo>
                  <a:lnTo>
                    <a:pt x="0" y="0"/>
                  </a:lnTo>
                  <a:lnTo>
                    <a:pt x="26" y="10"/>
                  </a:lnTo>
                  <a:lnTo>
                    <a:pt x="28" y="8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17" name="Freeform 1420"/>
            <p:cNvSpPr/>
            <p:nvPr/>
          </p:nvSpPr>
          <p:spPr bwMode="auto">
            <a:xfrm>
              <a:off x="1072830" y="6119438"/>
              <a:ext cx="25091" cy="8961"/>
            </a:xfrm>
            <a:custGeom>
              <a:avLst/>
              <a:gdLst>
                <a:gd name="T0" fmla="*/ 2 w 28"/>
                <a:gd name="T1" fmla="*/ 0 h 10"/>
                <a:gd name="T2" fmla="*/ 0 w 28"/>
                <a:gd name="T3" fmla="*/ 0 h 10"/>
                <a:gd name="T4" fmla="*/ 26 w 28"/>
                <a:gd name="T5" fmla="*/ 10 h 10"/>
                <a:gd name="T6" fmla="*/ 28 w 28"/>
                <a:gd name="T7" fmla="*/ 8 h 10"/>
                <a:gd name="T8" fmla="*/ 2 w 2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0">
                  <a:moveTo>
                    <a:pt x="2" y="0"/>
                  </a:moveTo>
                  <a:lnTo>
                    <a:pt x="0" y="0"/>
                  </a:lnTo>
                  <a:lnTo>
                    <a:pt x="26" y="10"/>
                  </a:lnTo>
                  <a:lnTo>
                    <a:pt x="28" y="8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18" name="Freeform 1421"/>
            <p:cNvSpPr/>
            <p:nvPr/>
          </p:nvSpPr>
          <p:spPr bwMode="auto">
            <a:xfrm>
              <a:off x="1074622" y="5700062"/>
              <a:ext cx="417584" cy="426545"/>
            </a:xfrm>
            <a:custGeom>
              <a:avLst/>
              <a:gdLst>
                <a:gd name="T0" fmla="*/ 466 w 466"/>
                <a:gd name="T1" fmla="*/ 0 h 476"/>
                <a:gd name="T2" fmla="*/ 0 w 466"/>
                <a:gd name="T3" fmla="*/ 468 h 476"/>
                <a:gd name="T4" fmla="*/ 26 w 466"/>
                <a:gd name="T5" fmla="*/ 476 h 476"/>
                <a:gd name="T6" fmla="*/ 466 w 466"/>
                <a:gd name="T7" fmla="*/ 36 h 476"/>
                <a:gd name="T8" fmla="*/ 466 w 466"/>
                <a:gd name="T9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6" h="476">
                  <a:moveTo>
                    <a:pt x="466" y="0"/>
                  </a:moveTo>
                  <a:lnTo>
                    <a:pt x="0" y="468"/>
                  </a:lnTo>
                  <a:lnTo>
                    <a:pt x="26" y="476"/>
                  </a:lnTo>
                  <a:lnTo>
                    <a:pt x="466" y="36"/>
                  </a:lnTo>
                  <a:lnTo>
                    <a:pt x="4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19" name="Freeform 1422"/>
            <p:cNvSpPr/>
            <p:nvPr/>
          </p:nvSpPr>
          <p:spPr bwMode="auto">
            <a:xfrm>
              <a:off x="1074622" y="5700062"/>
              <a:ext cx="417584" cy="426545"/>
            </a:xfrm>
            <a:custGeom>
              <a:avLst/>
              <a:gdLst>
                <a:gd name="T0" fmla="*/ 466 w 466"/>
                <a:gd name="T1" fmla="*/ 0 h 476"/>
                <a:gd name="T2" fmla="*/ 0 w 466"/>
                <a:gd name="T3" fmla="*/ 468 h 476"/>
                <a:gd name="T4" fmla="*/ 26 w 466"/>
                <a:gd name="T5" fmla="*/ 476 h 476"/>
                <a:gd name="T6" fmla="*/ 466 w 466"/>
                <a:gd name="T7" fmla="*/ 36 h 476"/>
                <a:gd name="T8" fmla="*/ 466 w 466"/>
                <a:gd name="T9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6" h="476">
                  <a:moveTo>
                    <a:pt x="466" y="0"/>
                  </a:moveTo>
                  <a:lnTo>
                    <a:pt x="0" y="468"/>
                  </a:lnTo>
                  <a:lnTo>
                    <a:pt x="26" y="476"/>
                  </a:lnTo>
                  <a:lnTo>
                    <a:pt x="466" y="36"/>
                  </a:lnTo>
                  <a:lnTo>
                    <a:pt x="46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20" name="Freeform 1423"/>
            <p:cNvSpPr/>
            <p:nvPr/>
          </p:nvSpPr>
          <p:spPr bwMode="auto">
            <a:xfrm>
              <a:off x="1119427" y="6134672"/>
              <a:ext cx="25091" cy="8065"/>
            </a:xfrm>
            <a:custGeom>
              <a:avLst/>
              <a:gdLst>
                <a:gd name="T0" fmla="*/ 2 w 28"/>
                <a:gd name="T1" fmla="*/ 0 h 9"/>
                <a:gd name="T2" fmla="*/ 0 w 28"/>
                <a:gd name="T3" fmla="*/ 0 h 9"/>
                <a:gd name="T4" fmla="*/ 26 w 28"/>
                <a:gd name="T5" fmla="*/ 9 h 9"/>
                <a:gd name="T6" fmla="*/ 28 w 28"/>
                <a:gd name="T7" fmla="*/ 7 h 9"/>
                <a:gd name="T8" fmla="*/ 2 w 28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9">
                  <a:moveTo>
                    <a:pt x="2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21" name="Freeform 1424"/>
            <p:cNvSpPr/>
            <p:nvPr/>
          </p:nvSpPr>
          <p:spPr bwMode="auto">
            <a:xfrm>
              <a:off x="1119427" y="6134672"/>
              <a:ext cx="25091" cy="8065"/>
            </a:xfrm>
            <a:custGeom>
              <a:avLst/>
              <a:gdLst>
                <a:gd name="T0" fmla="*/ 2 w 28"/>
                <a:gd name="T1" fmla="*/ 0 h 9"/>
                <a:gd name="T2" fmla="*/ 0 w 28"/>
                <a:gd name="T3" fmla="*/ 0 h 9"/>
                <a:gd name="T4" fmla="*/ 26 w 28"/>
                <a:gd name="T5" fmla="*/ 9 h 9"/>
                <a:gd name="T6" fmla="*/ 28 w 28"/>
                <a:gd name="T7" fmla="*/ 7 h 9"/>
                <a:gd name="T8" fmla="*/ 2 w 28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9">
                  <a:moveTo>
                    <a:pt x="2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22" name="Freeform 1425"/>
            <p:cNvSpPr/>
            <p:nvPr/>
          </p:nvSpPr>
          <p:spPr bwMode="auto">
            <a:xfrm>
              <a:off x="1121220" y="5761893"/>
              <a:ext cx="370986" cy="379051"/>
            </a:xfrm>
            <a:custGeom>
              <a:avLst/>
              <a:gdLst>
                <a:gd name="T0" fmla="*/ 414 w 414"/>
                <a:gd name="T1" fmla="*/ 0 h 423"/>
                <a:gd name="T2" fmla="*/ 0 w 414"/>
                <a:gd name="T3" fmla="*/ 416 h 423"/>
                <a:gd name="T4" fmla="*/ 26 w 414"/>
                <a:gd name="T5" fmla="*/ 423 h 423"/>
                <a:gd name="T6" fmla="*/ 414 w 414"/>
                <a:gd name="T7" fmla="*/ 35 h 423"/>
                <a:gd name="T8" fmla="*/ 414 w 414"/>
                <a:gd name="T9" fmla="*/ 0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4" h="423">
                  <a:moveTo>
                    <a:pt x="414" y="0"/>
                  </a:moveTo>
                  <a:lnTo>
                    <a:pt x="0" y="416"/>
                  </a:lnTo>
                  <a:lnTo>
                    <a:pt x="26" y="423"/>
                  </a:lnTo>
                  <a:lnTo>
                    <a:pt x="414" y="35"/>
                  </a:lnTo>
                  <a:lnTo>
                    <a:pt x="41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23" name="Freeform 1426"/>
            <p:cNvSpPr/>
            <p:nvPr/>
          </p:nvSpPr>
          <p:spPr bwMode="auto">
            <a:xfrm>
              <a:off x="1121220" y="5761893"/>
              <a:ext cx="370986" cy="379051"/>
            </a:xfrm>
            <a:custGeom>
              <a:avLst/>
              <a:gdLst>
                <a:gd name="T0" fmla="*/ 414 w 414"/>
                <a:gd name="T1" fmla="*/ 0 h 423"/>
                <a:gd name="T2" fmla="*/ 0 w 414"/>
                <a:gd name="T3" fmla="*/ 416 h 423"/>
                <a:gd name="T4" fmla="*/ 26 w 414"/>
                <a:gd name="T5" fmla="*/ 423 h 423"/>
                <a:gd name="T6" fmla="*/ 414 w 414"/>
                <a:gd name="T7" fmla="*/ 35 h 423"/>
                <a:gd name="T8" fmla="*/ 414 w 414"/>
                <a:gd name="T9" fmla="*/ 0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4" h="423">
                  <a:moveTo>
                    <a:pt x="414" y="0"/>
                  </a:moveTo>
                  <a:lnTo>
                    <a:pt x="0" y="416"/>
                  </a:lnTo>
                  <a:lnTo>
                    <a:pt x="26" y="423"/>
                  </a:lnTo>
                  <a:lnTo>
                    <a:pt x="414" y="35"/>
                  </a:lnTo>
                  <a:lnTo>
                    <a:pt x="414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24" name="Freeform 1427"/>
            <p:cNvSpPr/>
            <p:nvPr/>
          </p:nvSpPr>
          <p:spPr bwMode="auto">
            <a:xfrm>
              <a:off x="1166025" y="6149905"/>
              <a:ext cx="25091" cy="8065"/>
            </a:xfrm>
            <a:custGeom>
              <a:avLst/>
              <a:gdLst>
                <a:gd name="T0" fmla="*/ 0 w 28"/>
                <a:gd name="T1" fmla="*/ 0 h 9"/>
                <a:gd name="T2" fmla="*/ 0 w 28"/>
                <a:gd name="T3" fmla="*/ 0 h 9"/>
                <a:gd name="T4" fmla="*/ 26 w 28"/>
                <a:gd name="T5" fmla="*/ 9 h 9"/>
                <a:gd name="T6" fmla="*/ 28 w 28"/>
                <a:gd name="T7" fmla="*/ 7 h 9"/>
                <a:gd name="T8" fmla="*/ 0 w 28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9">
                  <a:moveTo>
                    <a:pt x="0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25" name="Freeform 1428"/>
            <p:cNvSpPr/>
            <p:nvPr/>
          </p:nvSpPr>
          <p:spPr bwMode="auto">
            <a:xfrm>
              <a:off x="1166025" y="6149905"/>
              <a:ext cx="25091" cy="8065"/>
            </a:xfrm>
            <a:custGeom>
              <a:avLst/>
              <a:gdLst>
                <a:gd name="T0" fmla="*/ 0 w 28"/>
                <a:gd name="T1" fmla="*/ 0 h 9"/>
                <a:gd name="T2" fmla="*/ 0 w 28"/>
                <a:gd name="T3" fmla="*/ 0 h 9"/>
                <a:gd name="T4" fmla="*/ 26 w 28"/>
                <a:gd name="T5" fmla="*/ 9 h 9"/>
                <a:gd name="T6" fmla="*/ 28 w 28"/>
                <a:gd name="T7" fmla="*/ 7 h 9"/>
                <a:gd name="T8" fmla="*/ 0 w 28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9">
                  <a:moveTo>
                    <a:pt x="0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26" name="Freeform 1429"/>
            <p:cNvSpPr/>
            <p:nvPr/>
          </p:nvSpPr>
          <p:spPr bwMode="auto">
            <a:xfrm>
              <a:off x="1166025" y="5822828"/>
              <a:ext cx="326181" cy="333350"/>
            </a:xfrm>
            <a:custGeom>
              <a:avLst/>
              <a:gdLst>
                <a:gd name="T0" fmla="*/ 364 w 364"/>
                <a:gd name="T1" fmla="*/ 0 h 372"/>
                <a:gd name="T2" fmla="*/ 0 w 364"/>
                <a:gd name="T3" fmla="*/ 365 h 372"/>
                <a:gd name="T4" fmla="*/ 28 w 364"/>
                <a:gd name="T5" fmla="*/ 372 h 372"/>
                <a:gd name="T6" fmla="*/ 364 w 364"/>
                <a:gd name="T7" fmla="*/ 36 h 372"/>
                <a:gd name="T8" fmla="*/ 364 w 364"/>
                <a:gd name="T9" fmla="*/ 0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4" h="372">
                  <a:moveTo>
                    <a:pt x="364" y="0"/>
                  </a:moveTo>
                  <a:lnTo>
                    <a:pt x="0" y="365"/>
                  </a:lnTo>
                  <a:lnTo>
                    <a:pt x="28" y="372"/>
                  </a:lnTo>
                  <a:lnTo>
                    <a:pt x="364" y="36"/>
                  </a:lnTo>
                  <a:lnTo>
                    <a:pt x="3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27" name="Freeform 1430"/>
            <p:cNvSpPr/>
            <p:nvPr/>
          </p:nvSpPr>
          <p:spPr bwMode="auto">
            <a:xfrm>
              <a:off x="1166025" y="5822828"/>
              <a:ext cx="326181" cy="333350"/>
            </a:xfrm>
            <a:custGeom>
              <a:avLst/>
              <a:gdLst>
                <a:gd name="T0" fmla="*/ 364 w 364"/>
                <a:gd name="T1" fmla="*/ 0 h 372"/>
                <a:gd name="T2" fmla="*/ 0 w 364"/>
                <a:gd name="T3" fmla="*/ 365 h 372"/>
                <a:gd name="T4" fmla="*/ 28 w 364"/>
                <a:gd name="T5" fmla="*/ 372 h 372"/>
                <a:gd name="T6" fmla="*/ 364 w 364"/>
                <a:gd name="T7" fmla="*/ 36 h 372"/>
                <a:gd name="T8" fmla="*/ 364 w 364"/>
                <a:gd name="T9" fmla="*/ 0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4" h="372">
                  <a:moveTo>
                    <a:pt x="364" y="0"/>
                  </a:moveTo>
                  <a:lnTo>
                    <a:pt x="0" y="365"/>
                  </a:lnTo>
                  <a:lnTo>
                    <a:pt x="28" y="372"/>
                  </a:lnTo>
                  <a:lnTo>
                    <a:pt x="364" y="36"/>
                  </a:lnTo>
                  <a:lnTo>
                    <a:pt x="364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28" name="Freeform 1431"/>
            <p:cNvSpPr/>
            <p:nvPr/>
          </p:nvSpPr>
          <p:spPr bwMode="auto">
            <a:xfrm>
              <a:off x="1212622" y="6162451"/>
              <a:ext cx="25091" cy="10753"/>
            </a:xfrm>
            <a:custGeom>
              <a:avLst/>
              <a:gdLst>
                <a:gd name="T0" fmla="*/ 0 w 28"/>
                <a:gd name="T1" fmla="*/ 0 h 12"/>
                <a:gd name="T2" fmla="*/ 0 w 28"/>
                <a:gd name="T3" fmla="*/ 2 h 12"/>
                <a:gd name="T4" fmla="*/ 26 w 28"/>
                <a:gd name="T5" fmla="*/ 12 h 12"/>
                <a:gd name="T6" fmla="*/ 28 w 28"/>
                <a:gd name="T7" fmla="*/ 9 h 12"/>
                <a:gd name="T8" fmla="*/ 0 w 28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2">
                  <a:moveTo>
                    <a:pt x="0" y="0"/>
                  </a:moveTo>
                  <a:lnTo>
                    <a:pt x="0" y="2"/>
                  </a:lnTo>
                  <a:lnTo>
                    <a:pt x="26" y="12"/>
                  </a:lnTo>
                  <a:lnTo>
                    <a:pt x="28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29" name="Freeform 1432"/>
            <p:cNvSpPr/>
            <p:nvPr/>
          </p:nvSpPr>
          <p:spPr bwMode="auto">
            <a:xfrm>
              <a:off x="1212622" y="6162451"/>
              <a:ext cx="25091" cy="10753"/>
            </a:xfrm>
            <a:custGeom>
              <a:avLst/>
              <a:gdLst>
                <a:gd name="T0" fmla="*/ 0 w 28"/>
                <a:gd name="T1" fmla="*/ 0 h 12"/>
                <a:gd name="T2" fmla="*/ 0 w 28"/>
                <a:gd name="T3" fmla="*/ 2 h 12"/>
                <a:gd name="T4" fmla="*/ 26 w 28"/>
                <a:gd name="T5" fmla="*/ 12 h 12"/>
                <a:gd name="T6" fmla="*/ 28 w 28"/>
                <a:gd name="T7" fmla="*/ 9 h 12"/>
                <a:gd name="T8" fmla="*/ 0 w 28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2">
                  <a:moveTo>
                    <a:pt x="0" y="0"/>
                  </a:moveTo>
                  <a:lnTo>
                    <a:pt x="0" y="2"/>
                  </a:lnTo>
                  <a:lnTo>
                    <a:pt x="26" y="12"/>
                  </a:lnTo>
                  <a:lnTo>
                    <a:pt x="28" y="9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30" name="Freeform 1433"/>
            <p:cNvSpPr/>
            <p:nvPr/>
          </p:nvSpPr>
          <p:spPr bwMode="auto">
            <a:xfrm>
              <a:off x="1212622" y="5884659"/>
              <a:ext cx="279584" cy="285857"/>
            </a:xfrm>
            <a:custGeom>
              <a:avLst/>
              <a:gdLst>
                <a:gd name="T0" fmla="*/ 312 w 312"/>
                <a:gd name="T1" fmla="*/ 0 h 319"/>
                <a:gd name="T2" fmla="*/ 0 w 312"/>
                <a:gd name="T3" fmla="*/ 310 h 319"/>
                <a:gd name="T4" fmla="*/ 28 w 312"/>
                <a:gd name="T5" fmla="*/ 319 h 319"/>
                <a:gd name="T6" fmla="*/ 312 w 312"/>
                <a:gd name="T7" fmla="*/ 33 h 319"/>
                <a:gd name="T8" fmla="*/ 312 w 312"/>
                <a:gd name="T9" fmla="*/ 0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2" h="319">
                  <a:moveTo>
                    <a:pt x="312" y="0"/>
                  </a:moveTo>
                  <a:lnTo>
                    <a:pt x="0" y="310"/>
                  </a:lnTo>
                  <a:lnTo>
                    <a:pt x="28" y="319"/>
                  </a:lnTo>
                  <a:lnTo>
                    <a:pt x="312" y="33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31" name="Freeform 1434"/>
            <p:cNvSpPr/>
            <p:nvPr/>
          </p:nvSpPr>
          <p:spPr bwMode="auto">
            <a:xfrm>
              <a:off x="1212622" y="5884659"/>
              <a:ext cx="279584" cy="285857"/>
            </a:xfrm>
            <a:custGeom>
              <a:avLst/>
              <a:gdLst>
                <a:gd name="T0" fmla="*/ 312 w 312"/>
                <a:gd name="T1" fmla="*/ 0 h 319"/>
                <a:gd name="T2" fmla="*/ 0 w 312"/>
                <a:gd name="T3" fmla="*/ 310 h 319"/>
                <a:gd name="T4" fmla="*/ 28 w 312"/>
                <a:gd name="T5" fmla="*/ 319 h 319"/>
                <a:gd name="T6" fmla="*/ 312 w 312"/>
                <a:gd name="T7" fmla="*/ 33 h 319"/>
                <a:gd name="T8" fmla="*/ 312 w 312"/>
                <a:gd name="T9" fmla="*/ 0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2" h="319">
                  <a:moveTo>
                    <a:pt x="312" y="0"/>
                  </a:moveTo>
                  <a:lnTo>
                    <a:pt x="0" y="310"/>
                  </a:lnTo>
                  <a:lnTo>
                    <a:pt x="28" y="319"/>
                  </a:lnTo>
                  <a:lnTo>
                    <a:pt x="312" y="33"/>
                  </a:lnTo>
                  <a:lnTo>
                    <a:pt x="312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32" name="Freeform 1435"/>
            <p:cNvSpPr/>
            <p:nvPr/>
          </p:nvSpPr>
          <p:spPr bwMode="auto">
            <a:xfrm>
              <a:off x="1259219" y="6176788"/>
              <a:ext cx="25091" cy="8961"/>
            </a:xfrm>
            <a:custGeom>
              <a:avLst/>
              <a:gdLst>
                <a:gd name="T0" fmla="*/ 0 w 28"/>
                <a:gd name="T1" fmla="*/ 0 h 10"/>
                <a:gd name="T2" fmla="*/ 0 w 28"/>
                <a:gd name="T3" fmla="*/ 3 h 10"/>
                <a:gd name="T4" fmla="*/ 26 w 28"/>
                <a:gd name="T5" fmla="*/ 10 h 10"/>
                <a:gd name="T6" fmla="*/ 28 w 28"/>
                <a:gd name="T7" fmla="*/ 10 h 10"/>
                <a:gd name="T8" fmla="*/ 0 w 2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0">
                  <a:moveTo>
                    <a:pt x="0" y="0"/>
                  </a:moveTo>
                  <a:lnTo>
                    <a:pt x="0" y="3"/>
                  </a:lnTo>
                  <a:lnTo>
                    <a:pt x="26" y="10"/>
                  </a:lnTo>
                  <a:lnTo>
                    <a:pt x="28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33" name="Freeform 1436"/>
            <p:cNvSpPr/>
            <p:nvPr/>
          </p:nvSpPr>
          <p:spPr bwMode="auto">
            <a:xfrm>
              <a:off x="1259219" y="6176788"/>
              <a:ext cx="25091" cy="8961"/>
            </a:xfrm>
            <a:custGeom>
              <a:avLst/>
              <a:gdLst>
                <a:gd name="T0" fmla="*/ 0 w 28"/>
                <a:gd name="T1" fmla="*/ 0 h 10"/>
                <a:gd name="T2" fmla="*/ 0 w 28"/>
                <a:gd name="T3" fmla="*/ 3 h 10"/>
                <a:gd name="T4" fmla="*/ 26 w 28"/>
                <a:gd name="T5" fmla="*/ 10 h 10"/>
                <a:gd name="T6" fmla="*/ 28 w 28"/>
                <a:gd name="T7" fmla="*/ 10 h 10"/>
                <a:gd name="T8" fmla="*/ 0 w 2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0">
                  <a:moveTo>
                    <a:pt x="0" y="0"/>
                  </a:moveTo>
                  <a:lnTo>
                    <a:pt x="0" y="3"/>
                  </a:lnTo>
                  <a:lnTo>
                    <a:pt x="26" y="10"/>
                  </a:lnTo>
                  <a:lnTo>
                    <a:pt x="28" y="10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34" name="Freeform 1437"/>
            <p:cNvSpPr/>
            <p:nvPr/>
          </p:nvSpPr>
          <p:spPr bwMode="auto">
            <a:xfrm>
              <a:off x="1259219" y="5943802"/>
              <a:ext cx="232987" cy="241948"/>
            </a:xfrm>
            <a:custGeom>
              <a:avLst/>
              <a:gdLst>
                <a:gd name="T0" fmla="*/ 260 w 260"/>
                <a:gd name="T1" fmla="*/ 0 h 270"/>
                <a:gd name="T2" fmla="*/ 0 w 260"/>
                <a:gd name="T3" fmla="*/ 260 h 270"/>
                <a:gd name="T4" fmla="*/ 28 w 260"/>
                <a:gd name="T5" fmla="*/ 270 h 270"/>
                <a:gd name="T6" fmla="*/ 260 w 260"/>
                <a:gd name="T7" fmla="*/ 36 h 270"/>
                <a:gd name="T8" fmla="*/ 260 w 260"/>
                <a:gd name="T9" fmla="*/ 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0" h="270">
                  <a:moveTo>
                    <a:pt x="260" y="0"/>
                  </a:moveTo>
                  <a:lnTo>
                    <a:pt x="0" y="260"/>
                  </a:lnTo>
                  <a:lnTo>
                    <a:pt x="28" y="270"/>
                  </a:lnTo>
                  <a:lnTo>
                    <a:pt x="260" y="36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35" name="Freeform 1439"/>
            <p:cNvSpPr/>
            <p:nvPr/>
          </p:nvSpPr>
          <p:spPr bwMode="auto">
            <a:xfrm>
              <a:off x="1259219" y="5943802"/>
              <a:ext cx="232987" cy="241947"/>
            </a:xfrm>
            <a:custGeom>
              <a:avLst/>
              <a:gdLst>
                <a:gd name="T0" fmla="*/ 260 w 260"/>
                <a:gd name="T1" fmla="*/ 0 h 270"/>
                <a:gd name="T2" fmla="*/ 0 w 260"/>
                <a:gd name="T3" fmla="*/ 260 h 270"/>
                <a:gd name="T4" fmla="*/ 28 w 260"/>
                <a:gd name="T5" fmla="*/ 270 h 270"/>
                <a:gd name="T6" fmla="*/ 260 w 260"/>
                <a:gd name="T7" fmla="*/ 36 h 270"/>
                <a:gd name="T8" fmla="*/ 260 w 260"/>
                <a:gd name="T9" fmla="*/ 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0" h="270">
                  <a:moveTo>
                    <a:pt x="260" y="0"/>
                  </a:moveTo>
                  <a:lnTo>
                    <a:pt x="0" y="260"/>
                  </a:lnTo>
                  <a:lnTo>
                    <a:pt x="28" y="270"/>
                  </a:lnTo>
                  <a:lnTo>
                    <a:pt x="260" y="36"/>
                  </a:lnTo>
                  <a:lnTo>
                    <a:pt x="26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36" name="Freeform 1440"/>
            <p:cNvSpPr/>
            <p:nvPr/>
          </p:nvSpPr>
          <p:spPr bwMode="auto">
            <a:xfrm>
              <a:off x="1305816" y="6192023"/>
              <a:ext cx="23299" cy="8065"/>
            </a:xfrm>
            <a:custGeom>
              <a:avLst/>
              <a:gdLst>
                <a:gd name="T0" fmla="*/ 0 w 26"/>
                <a:gd name="T1" fmla="*/ 0 h 9"/>
                <a:gd name="T2" fmla="*/ 0 w 26"/>
                <a:gd name="T3" fmla="*/ 2 h 9"/>
                <a:gd name="T4" fmla="*/ 26 w 26"/>
                <a:gd name="T5" fmla="*/ 9 h 9"/>
                <a:gd name="T6" fmla="*/ 26 w 26"/>
                <a:gd name="T7" fmla="*/ 9 h 9"/>
                <a:gd name="T8" fmla="*/ 0 w 26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9">
                  <a:moveTo>
                    <a:pt x="0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37" name="Freeform 1441"/>
            <p:cNvSpPr/>
            <p:nvPr/>
          </p:nvSpPr>
          <p:spPr bwMode="auto">
            <a:xfrm>
              <a:off x="1305816" y="6192023"/>
              <a:ext cx="23299" cy="8065"/>
            </a:xfrm>
            <a:custGeom>
              <a:avLst/>
              <a:gdLst>
                <a:gd name="T0" fmla="*/ 0 w 26"/>
                <a:gd name="T1" fmla="*/ 0 h 9"/>
                <a:gd name="T2" fmla="*/ 0 w 26"/>
                <a:gd name="T3" fmla="*/ 2 h 9"/>
                <a:gd name="T4" fmla="*/ 26 w 26"/>
                <a:gd name="T5" fmla="*/ 9 h 9"/>
                <a:gd name="T6" fmla="*/ 26 w 26"/>
                <a:gd name="T7" fmla="*/ 9 h 9"/>
                <a:gd name="T8" fmla="*/ 0 w 26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9">
                  <a:moveTo>
                    <a:pt x="0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38" name="Freeform 1442"/>
            <p:cNvSpPr/>
            <p:nvPr/>
          </p:nvSpPr>
          <p:spPr bwMode="auto">
            <a:xfrm>
              <a:off x="1305816" y="6005633"/>
              <a:ext cx="186389" cy="194455"/>
            </a:xfrm>
            <a:custGeom>
              <a:avLst/>
              <a:gdLst>
                <a:gd name="T0" fmla="*/ 208 w 208"/>
                <a:gd name="T1" fmla="*/ 0 h 217"/>
                <a:gd name="T2" fmla="*/ 0 w 208"/>
                <a:gd name="T3" fmla="*/ 208 h 217"/>
                <a:gd name="T4" fmla="*/ 26 w 208"/>
                <a:gd name="T5" fmla="*/ 217 h 217"/>
                <a:gd name="T6" fmla="*/ 208 w 208"/>
                <a:gd name="T7" fmla="*/ 35 h 217"/>
                <a:gd name="T8" fmla="*/ 208 w 208"/>
                <a:gd name="T9" fmla="*/ 0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8" h="217">
                  <a:moveTo>
                    <a:pt x="208" y="0"/>
                  </a:moveTo>
                  <a:lnTo>
                    <a:pt x="0" y="208"/>
                  </a:lnTo>
                  <a:lnTo>
                    <a:pt x="26" y="217"/>
                  </a:lnTo>
                  <a:lnTo>
                    <a:pt x="208" y="35"/>
                  </a:lnTo>
                  <a:lnTo>
                    <a:pt x="2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39" name="Freeform 1443"/>
            <p:cNvSpPr/>
            <p:nvPr/>
          </p:nvSpPr>
          <p:spPr bwMode="auto">
            <a:xfrm>
              <a:off x="1305816" y="6005633"/>
              <a:ext cx="186389" cy="194455"/>
            </a:xfrm>
            <a:custGeom>
              <a:avLst/>
              <a:gdLst>
                <a:gd name="T0" fmla="*/ 208 w 208"/>
                <a:gd name="T1" fmla="*/ 0 h 217"/>
                <a:gd name="T2" fmla="*/ 0 w 208"/>
                <a:gd name="T3" fmla="*/ 208 h 217"/>
                <a:gd name="T4" fmla="*/ 26 w 208"/>
                <a:gd name="T5" fmla="*/ 217 h 217"/>
                <a:gd name="T6" fmla="*/ 208 w 208"/>
                <a:gd name="T7" fmla="*/ 35 h 217"/>
                <a:gd name="T8" fmla="*/ 208 w 208"/>
                <a:gd name="T9" fmla="*/ 0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8" h="217">
                  <a:moveTo>
                    <a:pt x="208" y="0"/>
                  </a:moveTo>
                  <a:lnTo>
                    <a:pt x="0" y="208"/>
                  </a:lnTo>
                  <a:lnTo>
                    <a:pt x="26" y="217"/>
                  </a:lnTo>
                  <a:lnTo>
                    <a:pt x="208" y="35"/>
                  </a:lnTo>
                  <a:lnTo>
                    <a:pt x="208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40" name="Freeform 1444"/>
            <p:cNvSpPr/>
            <p:nvPr/>
          </p:nvSpPr>
          <p:spPr bwMode="auto">
            <a:xfrm>
              <a:off x="1350621" y="6206360"/>
              <a:ext cx="25091" cy="8961"/>
            </a:xfrm>
            <a:custGeom>
              <a:avLst/>
              <a:gdLst>
                <a:gd name="T0" fmla="*/ 2 w 28"/>
                <a:gd name="T1" fmla="*/ 0 h 10"/>
                <a:gd name="T2" fmla="*/ 0 w 28"/>
                <a:gd name="T3" fmla="*/ 3 h 10"/>
                <a:gd name="T4" fmla="*/ 28 w 28"/>
                <a:gd name="T5" fmla="*/ 10 h 10"/>
                <a:gd name="T6" fmla="*/ 28 w 28"/>
                <a:gd name="T7" fmla="*/ 10 h 10"/>
                <a:gd name="T8" fmla="*/ 2 w 2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0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1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41" name="Freeform 1445"/>
            <p:cNvSpPr/>
            <p:nvPr/>
          </p:nvSpPr>
          <p:spPr bwMode="auto">
            <a:xfrm>
              <a:off x="1350621" y="6206360"/>
              <a:ext cx="25091" cy="8961"/>
            </a:xfrm>
            <a:custGeom>
              <a:avLst/>
              <a:gdLst>
                <a:gd name="T0" fmla="*/ 2 w 28"/>
                <a:gd name="T1" fmla="*/ 0 h 10"/>
                <a:gd name="T2" fmla="*/ 0 w 28"/>
                <a:gd name="T3" fmla="*/ 3 h 10"/>
                <a:gd name="T4" fmla="*/ 28 w 28"/>
                <a:gd name="T5" fmla="*/ 10 h 10"/>
                <a:gd name="T6" fmla="*/ 28 w 28"/>
                <a:gd name="T7" fmla="*/ 10 h 10"/>
                <a:gd name="T8" fmla="*/ 2 w 2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0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10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42" name="Freeform 1446"/>
            <p:cNvSpPr/>
            <p:nvPr/>
          </p:nvSpPr>
          <p:spPr bwMode="auto">
            <a:xfrm>
              <a:off x="1352414" y="6066569"/>
              <a:ext cx="139792" cy="148753"/>
            </a:xfrm>
            <a:custGeom>
              <a:avLst/>
              <a:gdLst>
                <a:gd name="T0" fmla="*/ 156 w 156"/>
                <a:gd name="T1" fmla="*/ 0 h 166"/>
                <a:gd name="T2" fmla="*/ 0 w 156"/>
                <a:gd name="T3" fmla="*/ 156 h 166"/>
                <a:gd name="T4" fmla="*/ 26 w 156"/>
                <a:gd name="T5" fmla="*/ 166 h 166"/>
                <a:gd name="T6" fmla="*/ 156 w 156"/>
                <a:gd name="T7" fmla="*/ 36 h 166"/>
                <a:gd name="T8" fmla="*/ 156 w 156"/>
                <a:gd name="T9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6" h="166">
                  <a:moveTo>
                    <a:pt x="156" y="0"/>
                  </a:moveTo>
                  <a:lnTo>
                    <a:pt x="0" y="156"/>
                  </a:lnTo>
                  <a:lnTo>
                    <a:pt x="26" y="166"/>
                  </a:lnTo>
                  <a:lnTo>
                    <a:pt x="156" y="36"/>
                  </a:lnTo>
                  <a:lnTo>
                    <a:pt x="1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43" name="Freeform 1447"/>
            <p:cNvSpPr/>
            <p:nvPr/>
          </p:nvSpPr>
          <p:spPr bwMode="auto">
            <a:xfrm>
              <a:off x="1352414" y="6066569"/>
              <a:ext cx="139792" cy="148753"/>
            </a:xfrm>
            <a:custGeom>
              <a:avLst/>
              <a:gdLst>
                <a:gd name="T0" fmla="*/ 156 w 156"/>
                <a:gd name="T1" fmla="*/ 0 h 166"/>
                <a:gd name="T2" fmla="*/ 0 w 156"/>
                <a:gd name="T3" fmla="*/ 156 h 166"/>
                <a:gd name="T4" fmla="*/ 26 w 156"/>
                <a:gd name="T5" fmla="*/ 166 h 166"/>
                <a:gd name="T6" fmla="*/ 156 w 156"/>
                <a:gd name="T7" fmla="*/ 36 h 166"/>
                <a:gd name="T8" fmla="*/ 156 w 156"/>
                <a:gd name="T9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6" h="166">
                  <a:moveTo>
                    <a:pt x="156" y="0"/>
                  </a:moveTo>
                  <a:lnTo>
                    <a:pt x="0" y="156"/>
                  </a:lnTo>
                  <a:lnTo>
                    <a:pt x="26" y="166"/>
                  </a:lnTo>
                  <a:lnTo>
                    <a:pt x="156" y="36"/>
                  </a:lnTo>
                  <a:lnTo>
                    <a:pt x="15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44" name="Freeform 1448"/>
            <p:cNvSpPr/>
            <p:nvPr/>
          </p:nvSpPr>
          <p:spPr bwMode="auto">
            <a:xfrm>
              <a:off x="1397219" y="6221594"/>
              <a:ext cx="25091" cy="8065"/>
            </a:xfrm>
            <a:custGeom>
              <a:avLst/>
              <a:gdLst>
                <a:gd name="T0" fmla="*/ 2 w 28"/>
                <a:gd name="T1" fmla="*/ 0 h 9"/>
                <a:gd name="T2" fmla="*/ 0 w 28"/>
                <a:gd name="T3" fmla="*/ 2 h 9"/>
                <a:gd name="T4" fmla="*/ 28 w 28"/>
                <a:gd name="T5" fmla="*/ 9 h 9"/>
                <a:gd name="T6" fmla="*/ 28 w 28"/>
                <a:gd name="T7" fmla="*/ 9 h 9"/>
                <a:gd name="T8" fmla="*/ 2 w 28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9">
                  <a:moveTo>
                    <a:pt x="2" y="0"/>
                  </a:moveTo>
                  <a:lnTo>
                    <a:pt x="0" y="2"/>
                  </a:lnTo>
                  <a:lnTo>
                    <a:pt x="28" y="9"/>
                  </a:lnTo>
                  <a:lnTo>
                    <a:pt x="28" y="9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45" name="Freeform 1449"/>
            <p:cNvSpPr/>
            <p:nvPr/>
          </p:nvSpPr>
          <p:spPr bwMode="auto">
            <a:xfrm>
              <a:off x="1397219" y="6221594"/>
              <a:ext cx="25091" cy="8065"/>
            </a:xfrm>
            <a:custGeom>
              <a:avLst/>
              <a:gdLst>
                <a:gd name="T0" fmla="*/ 2 w 28"/>
                <a:gd name="T1" fmla="*/ 0 h 9"/>
                <a:gd name="T2" fmla="*/ 0 w 28"/>
                <a:gd name="T3" fmla="*/ 2 h 9"/>
                <a:gd name="T4" fmla="*/ 28 w 28"/>
                <a:gd name="T5" fmla="*/ 9 h 9"/>
                <a:gd name="T6" fmla="*/ 28 w 28"/>
                <a:gd name="T7" fmla="*/ 9 h 9"/>
                <a:gd name="T8" fmla="*/ 2 w 28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9">
                  <a:moveTo>
                    <a:pt x="2" y="0"/>
                  </a:moveTo>
                  <a:lnTo>
                    <a:pt x="0" y="2"/>
                  </a:lnTo>
                  <a:lnTo>
                    <a:pt x="28" y="9"/>
                  </a:lnTo>
                  <a:lnTo>
                    <a:pt x="28" y="9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46" name="Freeform 1450"/>
            <p:cNvSpPr/>
            <p:nvPr/>
          </p:nvSpPr>
          <p:spPr bwMode="auto">
            <a:xfrm>
              <a:off x="1399011" y="6128400"/>
              <a:ext cx="93194" cy="101259"/>
            </a:xfrm>
            <a:custGeom>
              <a:avLst/>
              <a:gdLst>
                <a:gd name="T0" fmla="*/ 104 w 104"/>
                <a:gd name="T1" fmla="*/ 0 h 113"/>
                <a:gd name="T2" fmla="*/ 0 w 104"/>
                <a:gd name="T3" fmla="*/ 104 h 113"/>
                <a:gd name="T4" fmla="*/ 26 w 104"/>
                <a:gd name="T5" fmla="*/ 113 h 113"/>
                <a:gd name="T6" fmla="*/ 104 w 104"/>
                <a:gd name="T7" fmla="*/ 33 h 113"/>
                <a:gd name="T8" fmla="*/ 104 w 104"/>
                <a:gd name="T9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113">
                  <a:moveTo>
                    <a:pt x="104" y="0"/>
                  </a:moveTo>
                  <a:lnTo>
                    <a:pt x="0" y="104"/>
                  </a:lnTo>
                  <a:lnTo>
                    <a:pt x="26" y="113"/>
                  </a:lnTo>
                  <a:lnTo>
                    <a:pt x="104" y="33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47" name="Freeform 1451"/>
            <p:cNvSpPr/>
            <p:nvPr/>
          </p:nvSpPr>
          <p:spPr bwMode="auto">
            <a:xfrm>
              <a:off x="1399011" y="6128400"/>
              <a:ext cx="93194" cy="101259"/>
            </a:xfrm>
            <a:custGeom>
              <a:avLst/>
              <a:gdLst>
                <a:gd name="T0" fmla="*/ 104 w 104"/>
                <a:gd name="T1" fmla="*/ 0 h 113"/>
                <a:gd name="T2" fmla="*/ 0 w 104"/>
                <a:gd name="T3" fmla="*/ 104 h 113"/>
                <a:gd name="T4" fmla="*/ 26 w 104"/>
                <a:gd name="T5" fmla="*/ 113 h 113"/>
                <a:gd name="T6" fmla="*/ 104 w 104"/>
                <a:gd name="T7" fmla="*/ 33 h 113"/>
                <a:gd name="T8" fmla="*/ 104 w 104"/>
                <a:gd name="T9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113">
                  <a:moveTo>
                    <a:pt x="104" y="0"/>
                  </a:moveTo>
                  <a:lnTo>
                    <a:pt x="0" y="104"/>
                  </a:lnTo>
                  <a:lnTo>
                    <a:pt x="26" y="113"/>
                  </a:lnTo>
                  <a:lnTo>
                    <a:pt x="104" y="33"/>
                  </a:lnTo>
                  <a:lnTo>
                    <a:pt x="104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48" name="Freeform 1452"/>
            <p:cNvSpPr/>
            <p:nvPr/>
          </p:nvSpPr>
          <p:spPr bwMode="auto">
            <a:xfrm>
              <a:off x="1443816" y="6235932"/>
              <a:ext cx="25091" cy="8961"/>
            </a:xfrm>
            <a:custGeom>
              <a:avLst/>
              <a:gdLst>
                <a:gd name="T0" fmla="*/ 2 w 28"/>
                <a:gd name="T1" fmla="*/ 0 h 10"/>
                <a:gd name="T2" fmla="*/ 0 w 28"/>
                <a:gd name="T3" fmla="*/ 3 h 10"/>
                <a:gd name="T4" fmla="*/ 28 w 28"/>
                <a:gd name="T5" fmla="*/ 10 h 10"/>
                <a:gd name="T6" fmla="*/ 28 w 28"/>
                <a:gd name="T7" fmla="*/ 8 h 10"/>
                <a:gd name="T8" fmla="*/ 2 w 2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0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8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49" name="Freeform 1453"/>
            <p:cNvSpPr/>
            <p:nvPr/>
          </p:nvSpPr>
          <p:spPr bwMode="auto">
            <a:xfrm>
              <a:off x="1443816" y="6235932"/>
              <a:ext cx="25091" cy="8961"/>
            </a:xfrm>
            <a:custGeom>
              <a:avLst/>
              <a:gdLst>
                <a:gd name="T0" fmla="*/ 2 w 28"/>
                <a:gd name="T1" fmla="*/ 0 h 10"/>
                <a:gd name="T2" fmla="*/ 0 w 28"/>
                <a:gd name="T3" fmla="*/ 3 h 10"/>
                <a:gd name="T4" fmla="*/ 28 w 28"/>
                <a:gd name="T5" fmla="*/ 10 h 10"/>
                <a:gd name="T6" fmla="*/ 28 w 28"/>
                <a:gd name="T7" fmla="*/ 8 h 10"/>
                <a:gd name="T8" fmla="*/ 2 w 2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0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8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50" name="Freeform 1454"/>
            <p:cNvSpPr/>
            <p:nvPr/>
          </p:nvSpPr>
          <p:spPr bwMode="auto">
            <a:xfrm>
              <a:off x="1445608" y="6187543"/>
              <a:ext cx="46597" cy="55559"/>
            </a:xfrm>
            <a:custGeom>
              <a:avLst/>
              <a:gdLst>
                <a:gd name="T0" fmla="*/ 52 w 52"/>
                <a:gd name="T1" fmla="*/ 0 h 62"/>
                <a:gd name="T2" fmla="*/ 0 w 52"/>
                <a:gd name="T3" fmla="*/ 54 h 62"/>
                <a:gd name="T4" fmla="*/ 26 w 52"/>
                <a:gd name="T5" fmla="*/ 62 h 62"/>
                <a:gd name="T6" fmla="*/ 52 w 52"/>
                <a:gd name="T7" fmla="*/ 36 h 62"/>
                <a:gd name="T8" fmla="*/ 52 w 52"/>
                <a:gd name="T9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62">
                  <a:moveTo>
                    <a:pt x="52" y="0"/>
                  </a:moveTo>
                  <a:lnTo>
                    <a:pt x="0" y="54"/>
                  </a:lnTo>
                  <a:lnTo>
                    <a:pt x="26" y="62"/>
                  </a:lnTo>
                  <a:lnTo>
                    <a:pt x="52" y="36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51" name="Freeform 1455"/>
            <p:cNvSpPr/>
            <p:nvPr/>
          </p:nvSpPr>
          <p:spPr bwMode="auto">
            <a:xfrm>
              <a:off x="1445608" y="6187543"/>
              <a:ext cx="46597" cy="55559"/>
            </a:xfrm>
            <a:custGeom>
              <a:avLst/>
              <a:gdLst>
                <a:gd name="T0" fmla="*/ 52 w 52"/>
                <a:gd name="T1" fmla="*/ 0 h 62"/>
                <a:gd name="T2" fmla="*/ 0 w 52"/>
                <a:gd name="T3" fmla="*/ 54 h 62"/>
                <a:gd name="T4" fmla="*/ 26 w 52"/>
                <a:gd name="T5" fmla="*/ 62 h 62"/>
                <a:gd name="T6" fmla="*/ 52 w 52"/>
                <a:gd name="T7" fmla="*/ 36 h 62"/>
                <a:gd name="T8" fmla="*/ 52 w 52"/>
                <a:gd name="T9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62">
                  <a:moveTo>
                    <a:pt x="52" y="0"/>
                  </a:moveTo>
                  <a:lnTo>
                    <a:pt x="0" y="54"/>
                  </a:lnTo>
                  <a:lnTo>
                    <a:pt x="26" y="62"/>
                  </a:lnTo>
                  <a:lnTo>
                    <a:pt x="52" y="36"/>
                  </a:lnTo>
                  <a:lnTo>
                    <a:pt x="52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52" name="Freeform 1456"/>
            <p:cNvSpPr/>
            <p:nvPr/>
          </p:nvSpPr>
          <p:spPr bwMode="auto">
            <a:xfrm>
              <a:off x="1490414" y="6249374"/>
              <a:ext cx="1792" cy="3585"/>
            </a:xfrm>
            <a:custGeom>
              <a:avLst/>
              <a:gdLst>
                <a:gd name="T0" fmla="*/ 2 w 2"/>
                <a:gd name="T1" fmla="*/ 0 h 4"/>
                <a:gd name="T2" fmla="*/ 2 w 2"/>
                <a:gd name="T3" fmla="*/ 0 h 4"/>
                <a:gd name="T4" fmla="*/ 2 w 2"/>
                <a:gd name="T5" fmla="*/ 2 h 4"/>
                <a:gd name="T6" fmla="*/ 2 w 2"/>
                <a:gd name="T7" fmla="*/ 2 h 4"/>
                <a:gd name="T8" fmla="*/ 0 w 2"/>
                <a:gd name="T9" fmla="*/ 2 h 4"/>
                <a:gd name="T10" fmla="*/ 2 w 2"/>
                <a:gd name="T11" fmla="*/ 4 h 4"/>
                <a:gd name="T12" fmla="*/ 2 w 2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4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2" y="4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53" name="Freeform 1457"/>
            <p:cNvSpPr/>
            <p:nvPr/>
          </p:nvSpPr>
          <p:spPr bwMode="auto">
            <a:xfrm>
              <a:off x="1490414" y="6249374"/>
              <a:ext cx="1792" cy="3585"/>
            </a:xfrm>
            <a:custGeom>
              <a:avLst/>
              <a:gdLst>
                <a:gd name="T0" fmla="*/ 2 w 2"/>
                <a:gd name="T1" fmla="*/ 0 h 4"/>
                <a:gd name="T2" fmla="*/ 2 w 2"/>
                <a:gd name="T3" fmla="*/ 0 h 4"/>
                <a:gd name="T4" fmla="*/ 2 w 2"/>
                <a:gd name="T5" fmla="*/ 2 h 4"/>
                <a:gd name="T6" fmla="*/ 2 w 2"/>
                <a:gd name="T7" fmla="*/ 2 h 4"/>
                <a:gd name="T8" fmla="*/ 0 w 2"/>
                <a:gd name="T9" fmla="*/ 2 h 4"/>
                <a:gd name="T10" fmla="*/ 2 w 2"/>
                <a:gd name="T11" fmla="*/ 4 h 4"/>
                <a:gd name="T12" fmla="*/ 2 w 2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4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2" y="4"/>
                  </a:lnTo>
                  <a:lnTo>
                    <a:pt x="2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54" name="Rectangle 1458"/>
            <p:cNvSpPr>
              <a:spLocks noChangeArrowheads="1"/>
            </p:cNvSpPr>
            <p:nvPr/>
          </p:nvSpPr>
          <p:spPr bwMode="auto">
            <a:xfrm>
              <a:off x="1492205" y="6249374"/>
              <a:ext cx="896" cy="17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55" name="Freeform 1459"/>
            <p:cNvSpPr/>
            <p:nvPr/>
          </p:nvSpPr>
          <p:spPr bwMode="auto">
            <a:xfrm>
              <a:off x="1492205" y="6249374"/>
              <a:ext cx="0" cy="1792"/>
            </a:xfrm>
            <a:custGeom>
              <a:avLst/>
              <a:gdLst>
                <a:gd name="T0" fmla="*/ 0 h 2"/>
                <a:gd name="T1" fmla="*/ 2 h 2"/>
                <a:gd name="T2" fmla="*/ 2 h 2"/>
                <a:gd name="T3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56" name="Freeform 1460"/>
            <p:cNvSpPr/>
            <p:nvPr/>
          </p:nvSpPr>
          <p:spPr bwMode="auto">
            <a:xfrm>
              <a:off x="1492205" y="1943602"/>
              <a:ext cx="491961" cy="4309355"/>
            </a:xfrm>
            <a:custGeom>
              <a:avLst/>
              <a:gdLst>
                <a:gd name="T0" fmla="*/ 549 w 549"/>
                <a:gd name="T1" fmla="*/ 4637 h 4809"/>
                <a:gd name="T2" fmla="*/ 0 w 549"/>
                <a:gd name="T3" fmla="*/ 4809 h 4809"/>
                <a:gd name="T4" fmla="*/ 0 w 549"/>
                <a:gd name="T5" fmla="*/ 0 h 4809"/>
                <a:gd name="T6" fmla="*/ 549 w 549"/>
                <a:gd name="T7" fmla="*/ 173 h 4809"/>
                <a:gd name="T8" fmla="*/ 549 w 549"/>
                <a:gd name="T9" fmla="*/ 4637 h 48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4809">
                  <a:moveTo>
                    <a:pt x="549" y="4637"/>
                  </a:moveTo>
                  <a:lnTo>
                    <a:pt x="0" y="4809"/>
                  </a:lnTo>
                  <a:lnTo>
                    <a:pt x="0" y="0"/>
                  </a:lnTo>
                  <a:lnTo>
                    <a:pt x="549" y="173"/>
                  </a:lnTo>
                  <a:lnTo>
                    <a:pt x="549" y="463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</p:grpSp>
      <p:grpSp>
        <p:nvGrpSpPr>
          <p:cNvPr id="258" name="Group 4799"/>
          <p:cNvGrpSpPr/>
          <p:nvPr/>
        </p:nvGrpSpPr>
        <p:grpSpPr>
          <a:xfrm>
            <a:off x="9421333" y="1924683"/>
            <a:ext cx="638315" cy="1457328"/>
            <a:chOff x="2227905" y="2850457"/>
            <a:chExt cx="983025" cy="3714344"/>
          </a:xfrm>
        </p:grpSpPr>
        <p:sp>
          <p:nvSpPr>
            <p:cNvPr id="260" name="Freeform 905"/>
            <p:cNvSpPr/>
            <p:nvPr/>
          </p:nvSpPr>
          <p:spPr bwMode="auto">
            <a:xfrm>
              <a:off x="2229698" y="2850457"/>
              <a:ext cx="489272" cy="3712552"/>
            </a:xfrm>
            <a:custGeom>
              <a:avLst/>
              <a:gdLst>
                <a:gd name="T0" fmla="*/ 546 w 546"/>
                <a:gd name="T1" fmla="*/ 4143 h 4143"/>
                <a:gd name="T2" fmla="*/ 0 w 546"/>
                <a:gd name="T3" fmla="*/ 3970 h 4143"/>
                <a:gd name="T4" fmla="*/ 0 w 546"/>
                <a:gd name="T5" fmla="*/ 173 h 4143"/>
                <a:gd name="T6" fmla="*/ 546 w 546"/>
                <a:gd name="T7" fmla="*/ 0 h 4143"/>
                <a:gd name="T8" fmla="*/ 546 w 546"/>
                <a:gd name="T9" fmla="*/ 4143 h 4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4143">
                  <a:moveTo>
                    <a:pt x="546" y="4143"/>
                  </a:moveTo>
                  <a:lnTo>
                    <a:pt x="0" y="3970"/>
                  </a:lnTo>
                  <a:lnTo>
                    <a:pt x="0" y="173"/>
                  </a:lnTo>
                  <a:lnTo>
                    <a:pt x="546" y="0"/>
                  </a:lnTo>
                  <a:lnTo>
                    <a:pt x="546" y="4143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61" name="Freeform 906"/>
            <p:cNvSpPr/>
            <p:nvPr/>
          </p:nvSpPr>
          <p:spPr bwMode="auto">
            <a:xfrm>
              <a:off x="2229698" y="2850457"/>
              <a:ext cx="489272" cy="3712552"/>
            </a:xfrm>
            <a:custGeom>
              <a:avLst/>
              <a:gdLst>
                <a:gd name="T0" fmla="*/ 546 w 546"/>
                <a:gd name="T1" fmla="*/ 4143 h 4143"/>
                <a:gd name="T2" fmla="*/ 0 w 546"/>
                <a:gd name="T3" fmla="*/ 3970 h 4143"/>
                <a:gd name="T4" fmla="*/ 0 w 546"/>
                <a:gd name="T5" fmla="*/ 173 h 4143"/>
                <a:gd name="T6" fmla="*/ 546 w 546"/>
                <a:gd name="T7" fmla="*/ 0 h 4143"/>
                <a:gd name="T8" fmla="*/ 546 w 546"/>
                <a:gd name="T9" fmla="*/ 4143 h 4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4143">
                  <a:moveTo>
                    <a:pt x="546" y="4143"/>
                  </a:moveTo>
                  <a:lnTo>
                    <a:pt x="0" y="3970"/>
                  </a:lnTo>
                  <a:lnTo>
                    <a:pt x="0" y="173"/>
                  </a:lnTo>
                  <a:lnTo>
                    <a:pt x="546" y="0"/>
                  </a:lnTo>
                  <a:lnTo>
                    <a:pt x="546" y="414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62" name="Freeform 907"/>
            <p:cNvSpPr/>
            <p:nvPr/>
          </p:nvSpPr>
          <p:spPr bwMode="auto">
            <a:xfrm>
              <a:off x="2718969" y="2852249"/>
              <a:ext cx="491961" cy="3712552"/>
            </a:xfrm>
            <a:custGeom>
              <a:avLst/>
              <a:gdLst>
                <a:gd name="T0" fmla="*/ 549 w 549"/>
                <a:gd name="T1" fmla="*/ 3970 h 4143"/>
                <a:gd name="T2" fmla="*/ 0 w 549"/>
                <a:gd name="T3" fmla="*/ 4143 h 4143"/>
                <a:gd name="T4" fmla="*/ 0 w 549"/>
                <a:gd name="T5" fmla="*/ 0 h 4143"/>
                <a:gd name="T6" fmla="*/ 549 w 549"/>
                <a:gd name="T7" fmla="*/ 173 h 4143"/>
                <a:gd name="T8" fmla="*/ 549 w 549"/>
                <a:gd name="T9" fmla="*/ 3970 h 4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4143">
                  <a:moveTo>
                    <a:pt x="549" y="3970"/>
                  </a:moveTo>
                  <a:lnTo>
                    <a:pt x="0" y="4143"/>
                  </a:lnTo>
                  <a:lnTo>
                    <a:pt x="0" y="0"/>
                  </a:lnTo>
                  <a:lnTo>
                    <a:pt x="549" y="173"/>
                  </a:lnTo>
                  <a:lnTo>
                    <a:pt x="549" y="397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63" name="Freeform 1121"/>
            <p:cNvSpPr/>
            <p:nvPr/>
          </p:nvSpPr>
          <p:spPr bwMode="auto">
            <a:xfrm>
              <a:off x="2227905" y="2937379"/>
              <a:ext cx="489272" cy="3313786"/>
            </a:xfrm>
            <a:custGeom>
              <a:avLst/>
              <a:gdLst>
                <a:gd name="T0" fmla="*/ 546 w 546"/>
                <a:gd name="T1" fmla="*/ 3698 h 3698"/>
                <a:gd name="T2" fmla="*/ 0 w 546"/>
                <a:gd name="T3" fmla="*/ 3525 h 3698"/>
                <a:gd name="T4" fmla="*/ 0 w 546"/>
                <a:gd name="T5" fmla="*/ 173 h 3698"/>
                <a:gd name="T6" fmla="*/ 546 w 546"/>
                <a:gd name="T7" fmla="*/ 0 h 3698"/>
                <a:gd name="T8" fmla="*/ 546 w 546"/>
                <a:gd name="T9" fmla="*/ 3698 h 3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698">
                  <a:moveTo>
                    <a:pt x="546" y="3698"/>
                  </a:moveTo>
                  <a:lnTo>
                    <a:pt x="0" y="3525"/>
                  </a:lnTo>
                  <a:lnTo>
                    <a:pt x="0" y="173"/>
                  </a:lnTo>
                  <a:lnTo>
                    <a:pt x="546" y="0"/>
                  </a:lnTo>
                  <a:lnTo>
                    <a:pt x="546" y="369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64" name="Freeform 1122"/>
            <p:cNvSpPr/>
            <p:nvPr/>
          </p:nvSpPr>
          <p:spPr bwMode="auto">
            <a:xfrm>
              <a:off x="2227905" y="2937379"/>
              <a:ext cx="489272" cy="3313786"/>
            </a:xfrm>
            <a:custGeom>
              <a:avLst/>
              <a:gdLst>
                <a:gd name="T0" fmla="*/ 546 w 546"/>
                <a:gd name="T1" fmla="*/ 3698 h 3698"/>
                <a:gd name="T2" fmla="*/ 0 w 546"/>
                <a:gd name="T3" fmla="*/ 3525 h 3698"/>
                <a:gd name="T4" fmla="*/ 0 w 546"/>
                <a:gd name="T5" fmla="*/ 173 h 3698"/>
                <a:gd name="T6" fmla="*/ 546 w 546"/>
                <a:gd name="T7" fmla="*/ 0 h 3698"/>
                <a:gd name="T8" fmla="*/ 546 w 546"/>
                <a:gd name="T9" fmla="*/ 3698 h 3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698">
                  <a:moveTo>
                    <a:pt x="546" y="3698"/>
                  </a:moveTo>
                  <a:lnTo>
                    <a:pt x="0" y="3525"/>
                  </a:lnTo>
                  <a:lnTo>
                    <a:pt x="0" y="173"/>
                  </a:lnTo>
                  <a:lnTo>
                    <a:pt x="546" y="0"/>
                  </a:lnTo>
                  <a:lnTo>
                    <a:pt x="546" y="3698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65" name="Freeform 1123"/>
            <p:cNvSpPr/>
            <p:nvPr/>
          </p:nvSpPr>
          <p:spPr bwMode="auto">
            <a:xfrm>
              <a:off x="2227905" y="3081651"/>
              <a:ext cx="37636" cy="40325"/>
            </a:xfrm>
            <a:custGeom>
              <a:avLst/>
              <a:gdLst>
                <a:gd name="T0" fmla="*/ 42 w 42"/>
                <a:gd name="T1" fmla="*/ 0 h 45"/>
                <a:gd name="T2" fmla="*/ 0 w 42"/>
                <a:gd name="T3" fmla="*/ 14 h 45"/>
                <a:gd name="T4" fmla="*/ 0 w 42"/>
                <a:gd name="T5" fmla="*/ 45 h 45"/>
                <a:gd name="T6" fmla="*/ 42 w 42"/>
                <a:gd name="T7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2" h="45">
                  <a:moveTo>
                    <a:pt x="42" y="0"/>
                  </a:moveTo>
                  <a:lnTo>
                    <a:pt x="0" y="14"/>
                  </a:lnTo>
                  <a:lnTo>
                    <a:pt x="0" y="45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66" name="Freeform 1124"/>
            <p:cNvSpPr/>
            <p:nvPr/>
          </p:nvSpPr>
          <p:spPr bwMode="auto">
            <a:xfrm>
              <a:off x="2227905" y="3081651"/>
              <a:ext cx="37636" cy="40325"/>
            </a:xfrm>
            <a:custGeom>
              <a:avLst/>
              <a:gdLst>
                <a:gd name="T0" fmla="*/ 42 w 42"/>
                <a:gd name="T1" fmla="*/ 0 h 45"/>
                <a:gd name="T2" fmla="*/ 0 w 42"/>
                <a:gd name="T3" fmla="*/ 14 h 45"/>
                <a:gd name="T4" fmla="*/ 0 w 42"/>
                <a:gd name="T5" fmla="*/ 45 h 45"/>
                <a:gd name="T6" fmla="*/ 42 w 42"/>
                <a:gd name="T7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2" h="45">
                  <a:moveTo>
                    <a:pt x="42" y="0"/>
                  </a:moveTo>
                  <a:lnTo>
                    <a:pt x="0" y="14"/>
                  </a:lnTo>
                  <a:lnTo>
                    <a:pt x="0" y="45"/>
                  </a:lnTo>
                  <a:lnTo>
                    <a:pt x="42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67" name="Freeform 1125"/>
            <p:cNvSpPr/>
            <p:nvPr/>
          </p:nvSpPr>
          <p:spPr bwMode="auto">
            <a:xfrm>
              <a:off x="2227905" y="3053872"/>
              <a:ext cx="127247" cy="127247"/>
            </a:xfrm>
            <a:custGeom>
              <a:avLst/>
              <a:gdLst>
                <a:gd name="T0" fmla="*/ 142 w 142"/>
                <a:gd name="T1" fmla="*/ 0 h 142"/>
                <a:gd name="T2" fmla="*/ 92 w 142"/>
                <a:gd name="T3" fmla="*/ 17 h 142"/>
                <a:gd name="T4" fmla="*/ 0 w 142"/>
                <a:gd name="T5" fmla="*/ 109 h 142"/>
                <a:gd name="T6" fmla="*/ 0 w 142"/>
                <a:gd name="T7" fmla="*/ 142 h 142"/>
                <a:gd name="T8" fmla="*/ 142 w 142"/>
                <a:gd name="T9" fmla="*/ 0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2" h="142">
                  <a:moveTo>
                    <a:pt x="142" y="0"/>
                  </a:moveTo>
                  <a:lnTo>
                    <a:pt x="92" y="17"/>
                  </a:lnTo>
                  <a:lnTo>
                    <a:pt x="0" y="109"/>
                  </a:lnTo>
                  <a:lnTo>
                    <a:pt x="0" y="142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68" name="Freeform 1126"/>
            <p:cNvSpPr/>
            <p:nvPr/>
          </p:nvSpPr>
          <p:spPr bwMode="auto">
            <a:xfrm>
              <a:off x="2227905" y="3053872"/>
              <a:ext cx="127247" cy="127247"/>
            </a:xfrm>
            <a:custGeom>
              <a:avLst/>
              <a:gdLst>
                <a:gd name="T0" fmla="*/ 142 w 142"/>
                <a:gd name="T1" fmla="*/ 0 h 142"/>
                <a:gd name="T2" fmla="*/ 92 w 142"/>
                <a:gd name="T3" fmla="*/ 17 h 142"/>
                <a:gd name="T4" fmla="*/ 0 w 142"/>
                <a:gd name="T5" fmla="*/ 109 h 142"/>
                <a:gd name="T6" fmla="*/ 0 w 142"/>
                <a:gd name="T7" fmla="*/ 142 h 142"/>
                <a:gd name="T8" fmla="*/ 142 w 142"/>
                <a:gd name="T9" fmla="*/ 0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2" h="142">
                  <a:moveTo>
                    <a:pt x="142" y="0"/>
                  </a:moveTo>
                  <a:lnTo>
                    <a:pt x="92" y="17"/>
                  </a:lnTo>
                  <a:lnTo>
                    <a:pt x="0" y="109"/>
                  </a:lnTo>
                  <a:lnTo>
                    <a:pt x="0" y="142"/>
                  </a:lnTo>
                  <a:lnTo>
                    <a:pt x="142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69" name="Freeform 1127"/>
            <p:cNvSpPr/>
            <p:nvPr/>
          </p:nvSpPr>
          <p:spPr bwMode="auto">
            <a:xfrm>
              <a:off x="2227905" y="3026093"/>
              <a:ext cx="215961" cy="215961"/>
            </a:xfrm>
            <a:custGeom>
              <a:avLst/>
              <a:gdLst>
                <a:gd name="T0" fmla="*/ 241 w 241"/>
                <a:gd name="T1" fmla="*/ 0 h 241"/>
                <a:gd name="T2" fmla="*/ 191 w 241"/>
                <a:gd name="T3" fmla="*/ 14 h 241"/>
                <a:gd name="T4" fmla="*/ 0 w 241"/>
                <a:gd name="T5" fmla="*/ 206 h 241"/>
                <a:gd name="T6" fmla="*/ 0 w 241"/>
                <a:gd name="T7" fmla="*/ 241 h 241"/>
                <a:gd name="T8" fmla="*/ 241 w 241"/>
                <a:gd name="T9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1" h="241">
                  <a:moveTo>
                    <a:pt x="241" y="0"/>
                  </a:moveTo>
                  <a:lnTo>
                    <a:pt x="191" y="14"/>
                  </a:lnTo>
                  <a:lnTo>
                    <a:pt x="0" y="206"/>
                  </a:lnTo>
                  <a:lnTo>
                    <a:pt x="0" y="241"/>
                  </a:lnTo>
                  <a:lnTo>
                    <a:pt x="24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70" name="Freeform 1128"/>
            <p:cNvSpPr/>
            <p:nvPr/>
          </p:nvSpPr>
          <p:spPr bwMode="auto">
            <a:xfrm>
              <a:off x="2227905" y="3026093"/>
              <a:ext cx="215961" cy="215961"/>
            </a:xfrm>
            <a:custGeom>
              <a:avLst/>
              <a:gdLst>
                <a:gd name="T0" fmla="*/ 241 w 241"/>
                <a:gd name="T1" fmla="*/ 0 h 241"/>
                <a:gd name="T2" fmla="*/ 191 w 241"/>
                <a:gd name="T3" fmla="*/ 14 h 241"/>
                <a:gd name="T4" fmla="*/ 0 w 241"/>
                <a:gd name="T5" fmla="*/ 206 h 241"/>
                <a:gd name="T6" fmla="*/ 0 w 241"/>
                <a:gd name="T7" fmla="*/ 241 h 241"/>
                <a:gd name="T8" fmla="*/ 241 w 241"/>
                <a:gd name="T9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1" h="241">
                  <a:moveTo>
                    <a:pt x="241" y="0"/>
                  </a:moveTo>
                  <a:lnTo>
                    <a:pt x="191" y="14"/>
                  </a:lnTo>
                  <a:lnTo>
                    <a:pt x="0" y="206"/>
                  </a:lnTo>
                  <a:lnTo>
                    <a:pt x="0" y="241"/>
                  </a:lnTo>
                  <a:lnTo>
                    <a:pt x="241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71" name="Freeform 1129"/>
            <p:cNvSpPr/>
            <p:nvPr/>
          </p:nvSpPr>
          <p:spPr bwMode="auto">
            <a:xfrm>
              <a:off x="2227905" y="2996522"/>
              <a:ext cx="304675" cy="307363"/>
            </a:xfrm>
            <a:custGeom>
              <a:avLst/>
              <a:gdLst>
                <a:gd name="T0" fmla="*/ 340 w 340"/>
                <a:gd name="T1" fmla="*/ 0 h 343"/>
                <a:gd name="T2" fmla="*/ 291 w 340"/>
                <a:gd name="T3" fmla="*/ 17 h 343"/>
                <a:gd name="T4" fmla="*/ 0 w 340"/>
                <a:gd name="T5" fmla="*/ 308 h 343"/>
                <a:gd name="T6" fmla="*/ 0 w 340"/>
                <a:gd name="T7" fmla="*/ 343 h 343"/>
                <a:gd name="T8" fmla="*/ 340 w 340"/>
                <a:gd name="T9" fmla="*/ 0 h 3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0" h="343">
                  <a:moveTo>
                    <a:pt x="340" y="0"/>
                  </a:moveTo>
                  <a:lnTo>
                    <a:pt x="291" y="17"/>
                  </a:lnTo>
                  <a:lnTo>
                    <a:pt x="0" y="308"/>
                  </a:lnTo>
                  <a:lnTo>
                    <a:pt x="0" y="343"/>
                  </a:lnTo>
                  <a:lnTo>
                    <a:pt x="34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72" name="Freeform 1130"/>
            <p:cNvSpPr/>
            <p:nvPr/>
          </p:nvSpPr>
          <p:spPr bwMode="auto">
            <a:xfrm>
              <a:off x="2227905" y="2996522"/>
              <a:ext cx="304675" cy="307363"/>
            </a:xfrm>
            <a:custGeom>
              <a:avLst/>
              <a:gdLst>
                <a:gd name="T0" fmla="*/ 340 w 340"/>
                <a:gd name="T1" fmla="*/ 0 h 343"/>
                <a:gd name="T2" fmla="*/ 291 w 340"/>
                <a:gd name="T3" fmla="*/ 17 h 343"/>
                <a:gd name="T4" fmla="*/ 0 w 340"/>
                <a:gd name="T5" fmla="*/ 308 h 343"/>
                <a:gd name="T6" fmla="*/ 0 w 340"/>
                <a:gd name="T7" fmla="*/ 343 h 343"/>
                <a:gd name="T8" fmla="*/ 340 w 340"/>
                <a:gd name="T9" fmla="*/ 0 h 3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0" h="343">
                  <a:moveTo>
                    <a:pt x="340" y="0"/>
                  </a:moveTo>
                  <a:lnTo>
                    <a:pt x="291" y="17"/>
                  </a:lnTo>
                  <a:lnTo>
                    <a:pt x="0" y="308"/>
                  </a:lnTo>
                  <a:lnTo>
                    <a:pt x="0" y="343"/>
                  </a:lnTo>
                  <a:lnTo>
                    <a:pt x="340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73" name="Freeform 1131"/>
            <p:cNvSpPr/>
            <p:nvPr/>
          </p:nvSpPr>
          <p:spPr bwMode="auto">
            <a:xfrm>
              <a:off x="2227905" y="2968743"/>
              <a:ext cx="394285" cy="396973"/>
            </a:xfrm>
            <a:custGeom>
              <a:avLst/>
              <a:gdLst>
                <a:gd name="T0" fmla="*/ 440 w 440"/>
                <a:gd name="T1" fmla="*/ 0 h 443"/>
                <a:gd name="T2" fmla="*/ 390 w 440"/>
                <a:gd name="T3" fmla="*/ 17 h 443"/>
                <a:gd name="T4" fmla="*/ 0 w 440"/>
                <a:gd name="T5" fmla="*/ 407 h 443"/>
                <a:gd name="T6" fmla="*/ 0 w 440"/>
                <a:gd name="T7" fmla="*/ 443 h 443"/>
                <a:gd name="T8" fmla="*/ 440 w 440"/>
                <a:gd name="T9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443">
                  <a:moveTo>
                    <a:pt x="440" y="0"/>
                  </a:moveTo>
                  <a:lnTo>
                    <a:pt x="390" y="17"/>
                  </a:lnTo>
                  <a:lnTo>
                    <a:pt x="0" y="407"/>
                  </a:lnTo>
                  <a:lnTo>
                    <a:pt x="0" y="443"/>
                  </a:lnTo>
                  <a:lnTo>
                    <a:pt x="44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74" name="Freeform 1132"/>
            <p:cNvSpPr/>
            <p:nvPr/>
          </p:nvSpPr>
          <p:spPr bwMode="auto">
            <a:xfrm>
              <a:off x="2227905" y="2968743"/>
              <a:ext cx="394285" cy="396973"/>
            </a:xfrm>
            <a:custGeom>
              <a:avLst/>
              <a:gdLst>
                <a:gd name="T0" fmla="*/ 440 w 440"/>
                <a:gd name="T1" fmla="*/ 0 h 443"/>
                <a:gd name="T2" fmla="*/ 390 w 440"/>
                <a:gd name="T3" fmla="*/ 17 h 443"/>
                <a:gd name="T4" fmla="*/ 0 w 440"/>
                <a:gd name="T5" fmla="*/ 407 h 443"/>
                <a:gd name="T6" fmla="*/ 0 w 440"/>
                <a:gd name="T7" fmla="*/ 443 h 443"/>
                <a:gd name="T8" fmla="*/ 440 w 440"/>
                <a:gd name="T9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443">
                  <a:moveTo>
                    <a:pt x="440" y="0"/>
                  </a:moveTo>
                  <a:lnTo>
                    <a:pt x="390" y="17"/>
                  </a:lnTo>
                  <a:lnTo>
                    <a:pt x="0" y="407"/>
                  </a:lnTo>
                  <a:lnTo>
                    <a:pt x="0" y="443"/>
                  </a:lnTo>
                  <a:lnTo>
                    <a:pt x="440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75" name="Freeform 1133"/>
            <p:cNvSpPr/>
            <p:nvPr/>
          </p:nvSpPr>
          <p:spPr bwMode="auto">
            <a:xfrm>
              <a:off x="2227905" y="2941860"/>
              <a:ext cx="482999" cy="484791"/>
            </a:xfrm>
            <a:custGeom>
              <a:avLst/>
              <a:gdLst>
                <a:gd name="T0" fmla="*/ 539 w 539"/>
                <a:gd name="T1" fmla="*/ 0 h 541"/>
                <a:gd name="T2" fmla="*/ 489 w 539"/>
                <a:gd name="T3" fmla="*/ 16 h 541"/>
                <a:gd name="T4" fmla="*/ 0 w 539"/>
                <a:gd name="T5" fmla="*/ 506 h 541"/>
                <a:gd name="T6" fmla="*/ 0 w 539"/>
                <a:gd name="T7" fmla="*/ 541 h 541"/>
                <a:gd name="T8" fmla="*/ 539 w 539"/>
                <a:gd name="T9" fmla="*/ 0 h 5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9" h="541">
                  <a:moveTo>
                    <a:pt x="539" y="0"/>
                  </a:moveTo>
                  <a:lnTo>
                    <a:pt x="489" y="16"/>
                  </a:lnTo>
                  <a:lnTo>
                    <a:pt x="0" y="506"/>
                  </a:lnTo>
                  <a:lnTo>
                    <a:pt x="0" y="541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76" name="Freeform 1134"/>
            <p:cNvSpPr/>
            <p:nvPr/>
          </p:nvSpPr>
          <p:spPr bwMode="auto">
            <a:xfrm>
              <a:off x="2227905" y="2941860"/>
              <a:ext cx="482999" cy="484791"/>
            </a:xfrm>
            <a:custGeom>
              <a:avLst/>
              <a:gdLst>
                <a:gd name="T0" fmla="*/ 539 w 539"/>
                <a:gd name="T1" fmla="*/ 0 h 541"/>
                <a:gd name="T2" fmla="*/ 489 w 539"/>
                <a:gd name="T3" fmla="*/ 16 h 541"/>
                <a:gd name="T4" fmla="*/ 0 w 539"/>
                <a:gd name="T5" fmla="*/ 506 h 541"/>
                <a:gd name="T6" fmla="*/ 0 w 539"/>
                <a:gd name="T7" fmla="*/ 541 h 541"/>
                <a:gd name="T8" fmla="*/ 539 w 539"/>
                <a:gd name="T9" fmla="*/ 0 h 5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9" h="541">
                  <a:moveTo>
                    <a:pt x="539" y="0"/>
                  </a:moveTo>
                  <a:lnTo>
                    <a:pt x="489" y="16"/>
                  </a:lnTo>
                  <a:lnTo>
                    <a:pt x="0" y="506"/>
                  </a:lnTo>
                  <a:lnTo>
                    <a:pt x="0" y="541"/>
                  </a:lnTo>
                  <a:lnTo>
                    <a:pt x="539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77" name="Freeform 1135"/>
            <p:cNvSpPr/>
            <p:nvPr/>
          </p:nvSpPr>
          <p:spPr bwMode="auto">
            <a:xfrm>
              <a:off x="2227905" y="2965158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8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78" name="Freeform 1136"/>
            <p:cNvSpPr/>
            <p:nvPr/>
          </p:nvSpPr>
          <p:spPr bwMode="auto">
            <a:xfrm>
              <a:off x="2227905" y="2965158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8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79" name="Freeform 1137"/>
            <p:cNvSpPr/>
            <p:nvPr/>
          </p:nvSpPr>
          <p:spPr bwMode="auto">
            <a:xfrm>
              <a:off x="2227905" y="3026093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80" name="Freeform 1138"/>
            <p:cNvSpPr/>
            <p:nvPr/>
          </p:nvSpPr>
          <p:spPr bwMode="auto">
            <a:xfrm>
              <a:off x="2227905" y="3026093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81" name="Freeform 1139"/>
            <p:cNvSpPr/>
            <p:nvPr/>
          </p:nvSpPr>
          <p:spPr bwMode="auto">
            <a:xfrm>
              <a:off x="2227905" y="3087924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3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82" name="Freeform 1140"/>
            <p:cNvSpPr/>
            <p:nvPr/>
          </p:nvSpPr>
          <p:spPr bwMode="auto">
            <a:xfrm>
              <a:off x="2227905" y="3087924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3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83" name="Freeform 1141"/>
            <p:cNvSpPr/>
            <p:nvPr/>
          </p:nvSpPr>
          <p:spPr bwMode="auto">
            <a:xfrm>
              <a:off x="2227905" y="3147067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84" name="Freeform 1142"/>
            <p:cNvSpPr/>
            <p:nvPr/>
          </p:nvSpPr>
          <p:spPr bwMode="auto">
            <a:xfrm>
              <a:off x="2227905" y="3147067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85" name="Freeform 1143"/>
            <p:cNvSpPr/>
            <p:nvPr/>
          </p:nvSpPr>
          <p:spPr bwMode="auto">
            <a:xfrm>
              <a:off x="2227905" y="320889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86" name="Freeform 1144"/>
            <p:cNvSpPr/>
            <p:nvPr/>
          </p:nvSpPr>
          <p:spPr bwMode="auto">
            <a:xfrm>
              <a:off x="2227905" y="320889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87" name="Freeform 1145"/>
            <p:cNvSpPr/>
            <p:nvPr/>
          </p:nvSpPr>
          <p:spPr bwMode="auto">
            <a:xfrm>
              <a:off x="2227905" y="3269833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88" name="Freeform 1146"/>
            <p:cNvSpPr/>
            <p:nvPr/>
          </p:nvSpPr>
          <p:spPr bwMode="auto">
            <a:xfrm>
              <a:off x="2227905" y="3269833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89" name="Freeform 1147"/>
            <p:cNvSpPr/>
            <p:nvPr/>
          </p:nvSpPr>
          <p:spPr bwMode="auto">
            <a:xfrm>
              <a:off x="2227905" y="3331664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90" name="Freeform 1148"/>
            <p:cNvSpPr/>
            <p:nvPr/>
          </p:nvSpPr>
          <p:spPr bwMode="auto">
            <a:xfrm>
              <a:off x="2227905" y="3331664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91" name="Freeform 1149"/>
            <p:cNvSpPr/>
            <p:nvPr/>
          </p:nvSpPr>
          <p:spPr bwMode="auto">
            <a:xfrm>
              <a:off x="2227905" y="3392599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7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92" name="Freeform 1150"/>
            <p:cNvSpPr/>
            <p:nvPr/>
          </p:nvSpPr>
          <p:spPr bwMode="auto">
            <a:xfrm>
              <a:off x="2227905" y="3392599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7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93" name="Freeform 1151"/>
            <p:cNvSpPr/>
            <p:nvPr/>
          </p:nvSpPr>
          <p:spPr bwMode="auto">
            <a:xfrm>
              <a:off x="2227905" y="345263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94" name="Freeform 1152"/>
            <p:cNvSpPr/>
            <p:nvPr/>
          </p:nvSpPr>
          <p:spPr bwMode="auto">
            <a:xfrm>
              <a:off x="2227905" y="345263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95" name="Freeform 1153"/>
            <p:cNvSpPr/>
            <p:nvPr/>
          </p:nvSpPr>
          <p:spPr bwMode="auto">
            <a:xfrm>
              <a:off x="2227905" y="3513573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96" name="Freeform 1154"/>
            <p:cNvSpPr/>
            <p:nvPr/>
          </p:nvSpPr>
          <p:spPr bwMode="auto">
            <a:xfrm>
              <a:off x="2227905" y="3513573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97" name="Freeform 1155"/>
            <p:cNvSpPr/>
            <p:nvPr/>
          </p:nvSpPr>
          <p:spPr bwMode="auto">
            <a:xfrm>
              <a:off x="2227905" y="3575404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98" name="Freeform 1156"/>
            <p:cNvSpPr/>
            <p:nvPr/>
          </p:nvSpPr>
          <p:spPr bwMode="auto">
            <a:xfrm>
              <a:off x="2227905" y="3575404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99" name="Freeform 1157"/>
            <p:cNvSpPr/>
            <p:nvPr/>
          </p:nvSpPr>
          <p:spPr bwMode="auto">
            <a:xfrm>
              <a:off x="2227905" y="3636339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00" name="Freeform 1158"/>
            <p:cNvSpPr/>
            <p:nvPr/>
          </p:nvSpPr>
          <p:spPr bwMode="auto">
            <a:xfrm>
              <a:off x="2227905" y="3636339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01" name="Freeform 1159"/>
            <p:cNvSpPr/>
            <p:nvPr/>
          </p:nvSpPr>
          <p:spPr bwMode="auto">
            <a:xfrm>
              <a:off x="2227905" y="3695481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02" name="Freeform 1160"/>
            <p:cNvSpPr/>
            <p:nvPr/>
          </p:nvSpPr>
          <p:spPr bwMode="auto">
            <a:xfrm>
              <a:off x="2227905" y="3695481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03" name="Freeform 1161"/>
            <p:cNvSpPr/>
            <p:nvPr/>
          </p:nvSpPr>
          <p:spPr bwMode="auto">
            <a:xfrm>
              <a:off x="2227905" y="375731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04" name="Freeform 1162"/>
            <p:cNvSpPr/>
            <p:nvPr/>
          </p:nvSpPr>
          <p:spPr bwMode="auto">
            <a:xfrm>
              <a:off x="2227905" y="375731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05" name="Freeform 1163"/>
            <p:cNvSpPr/>
            <p:nvPr/>
          </p:nvSpPr>
          <p:spPr bwMode="auto">
            <a:xfrm>
              <a:off x="2227905" y="3819144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8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06" name="Freeform 1164"/>
            <p:cNvSpPr/>
            <p:nvPr/>
          </p:nvSpPr>
          <p:spPr bwMode="auto">
            <a:xfrm>
              <a:off x="2227905" y="3819144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8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07" name="Freeform 1165"/>
            <p:cNvSpPr/>
            <p:nvPr/>
          </p:nvSpPr>
          <p:spPr bwMode="auto">
            <a:xfrm>
              <a:off x="2227905" y="3880078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08" name="Freeform 1166"/>
            <p:cNvSpPr/>
            <p:nvPr/>
          </p:nvSpPr>
          <p:spPr bwMode="auto">
            <a:xfrm>
              <a:off x="2227905" y="3880078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09" name="Freeform 1167"/>
            <p:cNvSpPr/>
            <p:nvPr/>
          </p:nvSpPr>
          <p:spPr bwMode="auto">
            <a:xfrm>
              <a:off x="2227905" y="3941910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3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10" name="Freeform 1168"/>
            <p:cNvSpPr/>
            <p:nvPr/>
          </p:nvSpPr>
          <p:spPr bwMode="auto">
            <a:xfrm>
              <a:off x="2227905" y="3941910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3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11" name="Freeform 1169"/>
            <p:cNvSpPr/>
            <p:nvPr/>
          </p:nvSpPr>
          <p:spPr bwMode="auto">
            <a:xfrm>
              <a:off x="2227905" y="400105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12" name="Freeform 1170"/>
            <p:cNvSpPr/>
            <p:nvPr/>
          </p:nvSpPr>
          <p:spPr bwMode="auto">
            <a:xfrm>
              <a:off x="2227905" y="400105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13" name="Freeform 1171"/>
            <p:cNvSpPr/>
            <p:nvPr/>
          </p:nvSpPr>
          <p:spPr bwMode="auto">
            <a:xfrm>
              <a:off x="2227905" y="4061987"/>
              <a:ext cx="489272" cy="524220"/>
            </a:xfrm>
            <a:custGeom>
              <a:avLst/>
              <a:gdLst>
                <a:gd name="T0" fmla="*/ 546 w 546"/>
                <a:gd name="T1" fmla="*/ 0 h 585"/>
                <a:gd name="T2" fmla="*/ 0 w 546"/>
                <a:gd name="T3" fmla="*/ 549 h 585"/>
                <a:gd name="T4" fmla="*/ 0 w 546"/>
                <a:gd name="T5" fmla="*/ 585 h 585"/>
                <a:gd name="T6" fmla="*/ 546 w 546"/>
                <a:gd name="T7" fmla="*/ 36 h 585"/>
                <a:gd name="T8" fmla="*/ 546 w 546"/>
                <a:gd name="T9" fmla="*/ 0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5">
                  <a:moveTo>
                    <a:pt x="546" y="0"/>
                  </a:moveTo>
                  <a:lnTo>
                    <a:pt x="0" y="549"/>
                  </a:lnTo>
                  <a:lnTo>
                    <a:pt x="0" y="585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14" name="Freeform 1172"/>
            <p:cNvSpPr/>
            <p:nvPr/>
          </p:nvSpPr>
          <p:spPr bwMode="auto">
            <a:xfrm>
              <a:off x="2227905" y="4061987"/>
              <a:ext cx="489272" cy="524220"/>
            </a:xfrm>
            <a:custGeom>
              <a:avLst/>
              <a:gdLst>
                <a:gd name="T0" fmla="*/ 546 w 546"/>
                <a:gd name="T1" fmla="*/ 0 h 585"/>
                <a:gd name="T2" fmla="*/ 0 w 546"/>
                <a:gd name="T3" fmla="*/ 549 h 585"/>
                <a:gd name="T4" fmla="*/ 0 w 546"/>
                <a:gd name="T5" fmla="*/ 585 h 585"/>
                <a:gd name="T6" fmla="*/ 546 w 546"/>
                <a:gd name="T7" fmla="*/ 36 h 585"/>
                <a:gd name="T8" fmla="*/ 546 w 546"/>
                <a:gd name="T9" fmla="*/ 0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5">
                  <a:moveTo>
                    <a:pt x="546" y="0"/>
                  </a:moveTo>
                  <a:lnTo>
                    <a:pt x="0" y="549"/>
                  </a:lnTo>
                  <a:lnTo>
                    <a:pt x="0" y="585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15" name="Freeform 1173"/>
            <p:cNvSpPr/>
            <p:nvPr/>
          </p:nvSpPr>
          <p:spPr bwMode="auto">
            <a:xfrm>
              <a:off x="2227905" y="4123818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16" name="Freeform 1174"/>
            <p:cNvSpPr/>
            <p:nvPr/>
          </p:nvSpPr>
          <p:spPr bwMode="auto">
            <a:xfrm>
              <a:off x="2227905" y="4123818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17" name="Freeform 1175"/>
            <p:cNvSpPr/>
            <p:nvPr/>
          </p:nvSpPr>
          <p:spPr bwMode="auto">
            <a:xfrm>
              <a:off x="2227905" y="4185649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18" name="Freeform 1176"/>
            <p:cNvSpPr/>
            <p:nvPr/>
          </p:nvSpPr>
          <p:spPr bwMode="auto">
            <a:xfrm>
              <a:off x="2227905" y="4185649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19" name="Freeform 1177"/>
            <p:cNvSpPr/>
            <p:nvPr/>
          </p:nvSpPr>
          <p:spPr bwMode="auto">
            <a:xfrm>
              <a:off x="2227905" y="424658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20" name="Freeform 1178"/>
            <p:cNvSpPr/>
            <p:nvPr/>
          </p:nvSpPr>
          <p:spPr bwMode="auto">
            <a:xfrm>
              <a:off x="2227905" y="424658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21" name="Freeform 1179"/>
            <p:cNvSpPr/>
            <p:nvPr/>
          </p:nvSpPr>
          <p:spPr bwMode="auto">
            <a:xfrm>
              <a:off x="2227905" y="4305727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22" name="Freeform 1180"/>
            <p:cNvSpPr/>
            <p:nvPr/>
          </p:nvSpPr>
          <p:spPr bwMode="auto">
            <a:xfrm>
              <a:off x="2227905" y="4305727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23" name="Freeform 1181"/>
            <p:cNvSpPr/>
            <p:nvPr/>
          </p:nvSpPr>
          <p:spPr bwMode="auto">
            <a:xfrm>
              <a:off x="2227905" y="436755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24" name="Freeform 1182"/>
            <p:cNvSpPr/>
            <p:nvPr/>
          </p:nvSpPr>
          <p:spPr bwMode="auto">
            <a:xfrm>
              <a:off x="2227905" y="436755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25" name="Freeform 1183"/>
            <p:cNvSpPr/>
            <p:nvPr/>
          </p:nvSpPr>
          <p:spPr bwMode="auto">
            <a:xfrm>
              <a:off x="2227905" y="4429389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26" name="Freeform 1184"/>
            <p:cNvSpPr/>
            <p:nvPr/>
          </p:nvSpPr>
          <p:spPr bwMode="auto">
            <a:xfrm>
              <a:off x="2227905" y="4429389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27" name="Freeform 1185"/>
            <p:cNvSpPr/>
            <p:nvPr/>
          </p:nvSpPr>
          <p:spPr bwMode="auto">
            <a:xfrm>
              <a:off x="2227905" y="449032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28" name="Freeform 1186"/>
            <p:cNvSpPr/>
            <p:nvPr/>
          </p:nvSpPr>
          <p:spPr bwMode="auto">
            <a:xfrm>
              <a:off x="2227905" y="449032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29" name="Freeform 1187"/>
            <p:cNvSpPr/>
            <p:nvPr/>
          </p:nvSpPr>
          <p:spPr bwMode="auto">
            <a:xfrm>
              <a:off x="2227905" y="4549467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30" name="Freeform 1188"/>
            <p:cNvSpPr/>
            <p:nvPr/>
          </p:nvSpPr>
          <p:spPr bwMode="auto">
            <a:xfrm>
              <a:off x="2227905" y="4549467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31" name="Freeform 1189"/>
            <p:cNvSpPr/>
            <p:nvPr/>
          </p:nvSpPr>
          <p:spPr bwMode="auto">
            <a:xfrm>
              <a:off x="2227905" y="461129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32" name="Freeform 1190"/>
            <p:cNvSpPr/>
            <p:nvPr/>
          </p:nvSpPr>
          <p:spPr bwMode="auto">
            <a:xfrm>
              <a:off x="2227905" y="461129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33" name="Freeform 1191"/>
            <p:cNvSpPr/>
            <p:nvPr/>
          </p:nvSpPr>
          <p:spPr bwMode="auto">
            <a:xfrm>
              <a:off x="2227905" y="4672233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34" name="Freeform 1192"/>
            <p:cNvSpPr/>
            <p:nvPr/>
          </p:nvSpPr>
          <p:spPr bwMode="auto">
            <a:xfrm>
              <a:off x="2227905" y="4672233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35" name="Freeform 1193"/>
            <p:cNvSpPr/>
            <p:nvPr/>
          </p:nvSpPr>
          <p:spPr bwMode="auto">
            <a:xfrm>
              <a:off x="2227905" y="473406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36" name="Freeform 1194"/>
            <p:cNvSpPr/>
            <p:nvPr/>
          </p:nvSpPr>
          <p:spPr bwMode="auto">
            <a:xfrm>
              <a:off x="2227905" y="473406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37" name="Freeform 1195"/>
            <p:cNvSpPr/>
            <p:nvPr/>
          </p:nvSpPr>
          <p:spPr bwMode="auto">
            <a:xfrm>
              <a:off x="2227905" y="4795895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3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38" name="Freeform 1196"/>
            <p:cNvSpPr/>
            <p:nvPr/>
          </p:nvSpPr>
          <p:spPr bwMode="auto">
            <a:xfrm>
              <a:off x="2227905" y="4795895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3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39" name="Freeform 1197"/>
            <p:cNvSpPr/>
            <p:nvPr/>
          </p:nvSpPr>
          <p:spPr bwMode="auto">
            <a:xfrm>
              <a:off x="2227905" y="485503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40" name="Freeform 1198"/>
            <p:cNvSpPr/>
            <p:nvPr/>
          </p:nvSpPr>
          <p:spPr bwMode="auto">
            <a:xfrm>
              <a:off x="2227905" y="4855038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41" name="Freeform 1199"/>
            <p:cNvSpPr/>
            <p:nvPr/>
          </p:nvSpPr>
          <p:spPr bwMode="auto">
            <a:xfrm>
              <a:off x="2227905" y="4915973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42" name="Freeform 1200"/>
            <p:cNvSpPr/>
            <p:nvPr/>
          </p:nvSpPr>
          <p:spPr bwMode="auto">
            <a:xfrm>
              <a:off x="2227905" y="4915973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43" name="Freeform 1201"/>
            <p:cNvSpPr/>
            <p:nvPr/>
          </p:nvSpPr>
          <p:spPr bwMode="auto">
            <a:xfrm>
              <a:off x="2227905" y="497780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5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44" name="Freeform 1202"/>
            <p:cNvSpPr/>
            <p:nvPr/>
          </p:nvSpPr>
          <p:spPr bwMode="auto">
            <a:xfrm>
              <a:off x="2227905" y="4977804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5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45" name="Freeform 1203"/>
            <p:cNvSpPr/>
            <p:nvPr/>
          </p:nvSpPr>
          <p:spPr bwMode="auto">
            <a:xfrm>
              <a:off x="2227905" y="5039635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46" name="Freeform 1204"/>
            <p:cNvSpPr/>
            <p:nvPr/>
          </p:nvSpPr>
          <p:spPr bwMode="auto">
            <a:xfrm>
              <a:off x="2227905" y="5039635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5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47" name="Freeform 1205"/>
            <p:cNvSpPr/>
            <p:nvPr/>
          </p:nvSpPr>
          <p:spPr bwMode="auto">
            <a:xfrm>
              <a:off x="2227905" y="5100570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48" name="Freeform 1206"/>
            <p:cNvSpPr/>
            <p:nvPr/>
          </p:nvSpPr>
          <p:spPr bwMode="auto">
            <a:xfrm>
              <a:off x="2227905" y="5100570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3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49" name="Freeform 1207"/>
            <p:cNvSpPr/>
            <p:nvPr/>
          </p:nvSpPr>
          <p:spPr bwMode="auto">
            <a:xfrm>
              <a:off x="2227905" y="515971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50" name="Freeform 1208"/>
            <p:cNvSpPr/>
            <p:nvPr/>
          </p:nvSpPr>
          <p:spPr bwMode="auto">
            <a:xfrm>
              <a:off x="2227905" y="5159712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9 h 584"/>
                <a:gd name="T4" fmla="*/ 0 w 546"/>
                <a:gd name="T5" fmla="*/ 584 h 584"/>
                <a:gd name="T6" fmla="*/ 546 w 546"/>
                <a:gd name="T7" fmla="*/ 36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51" name="Freeform 1209"/>
            <p:cNvSpPr/>
            <p:nvPr/>
          </p:nvSpPr>
          <p:spPr bwMode="auto">
            <a:xfrm>
              <a:off x="2227905" y="5221543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52" name="Freeform 1210"/>
            <p:cNvSpPr/>
            <p:nvPr/>
          </p:nvSpPr>
          <p:spPr bwMode="auto">
            <a:xfrm>
              <a:off x="2227905" y="5221543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53" name="Freeform 1211"/>
            <p:cNvSpPr/>
            <p:nvPr/>
          </p:nvSpPr>
          <p:spPr bwMode="auto">
            <a:xfrm>
              <a:off x="2227905" y="5282478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54" name="Freeform 1212"/>
            <p:cNvSpPr/>
            <p:nvPr/>
          </p:nvSpPr>
          <p:spPr bwMode="auto">
            <a:xfrm>
              <a:off x="2227905" y="5282478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55" name="Freeform 1213"/>
            <p:cNvSpPr/>
            <p:nvPr/>
          </p:nvSpPr>
          <p:spPr bwMode="auto">
            <a:xfrm>
              <a:off x="2227905" y="5344309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5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56" name="Freeform 1214"/>
            <p:cNvSpPr/>
            <p:nvPr/>
          </p:nvSpPr>
          <p:spPr bwMode="auto">
            <a:xfrm>
              <a:off x="2227905" y="5344309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6 h 582"/>
                <a:gd name="T4" fmla="*/ 0 w 546"/>
                <a:gd name="T5" fmla="*/ 582 h 582"/>
                <a:gd name="T6" fmla="*/ 546 w 546"/>
                <a:gd name="T7" fmla="*/ 35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57" name="Freeform 1215"/>
            <p:cNvSpPr/>
            <p:nvPr/>
          </p:nvSpPr>
          <p:spPr bwMode="auto">
            <a:xfrm>
              <a:off x="2227905" y="5406140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3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58" name="Freeform 1216"/>
            <p:cNvSpPr/>
            <p:nvPr/>
          </p:nvSpPr>
          <p:spPr bwMode="auto">
            <a:xfrm>
              <a:off x="2227905" y="5406140"/>
              <a:ext cx="489272" cy="520635"/>
            </a:xfrm>
            <a:custGeom>
              <a:avLst/>
              <a:gdLst>
                <a:gd name="T0" fmla="*/ 546 w 546"/>
                <a:gd name="T1" fmla="*/ 0 h 581"/>
                <a:gd name="T2" fmla="*/ 0 w 546"/>
                <a:gd name="T3" fmla="*/ 546 h 581"/>
                <a:gd name="T4" fmla="*/ 0 w 546"/>
                <a:gd name="T5" fmla="*/ 581 h 581"/>
                <a:gd name="T6" fmla="*/ 546 w 546"/>
                <a:gd name="T7" fmla="*/ 33 h 581"/>
                <a:gd name="T8" fmla="*/ 546 w 546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1">
                  <a:moveTo>
                    <a:pt x="546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6" y="33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59" name="Freeform 1217"/>
            <p:cNvSpPr/>
            <p:nvPr/>
          </p:nvSpPr>
          <p:spPr bwMode="auto">
            <a:xfrm>
              <a:off x="2227905" y="5465283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60" name="Freeform 1218"/>
            <p:cNvSpPr/>
            <p:nvPr/>
          </p:nvSpPr>
          <p:spPr bwMode="auto">
            <a:xfrm>
              <a:off x="2227905" y="5465283"/>
              <a:ext cx="489272" cy="523324"/>
            </a:xfrm>
            <a:custGeom>
              <a:avLst/>
              <a:gdLst>
                <a:gd name="T0" fmla="*/ 546 w 546"/>
                <a:gd name="T1" fmla="*/ 0 h 584"/>
                <a:gd name="T2" fmla="*/ 0 w 546"/>
                <a:gd name="T3" fmla="*/ 548 h 584"/>
                <a:gd name="T4" fmla="*/ 0 w 546"/>
                <a:gd name="T5" fmla="*/ 584 h 584"/>
                <a:gd name="T6" fmla="*/ 546 w 546"/>
                <a:gd name="T7" fmla="*/ 35 h 584"/>
                <a:gd name="T8" fmla="*/ 546 w 546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4">
                  <a:moveTo>
                    <a:pt x="546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61" name="Freeform 1219"/>
            <p:cNvSpPr/>
            <p:nvPr/>
          </p:nvSpPr>
          <p:spPr bwMode="auto">
            <a:xfrm>
              <a:off x="2227905" y="5526218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62" name="Freeform 1220"/>
            <p:cNvSpPr/>
            <p:nvPr/>
          </p:nvSpPr>
          <p:spPr bwMode="auto">
            <a:xfrm>
              <a:off x="2227905" y="5526218"/>
              <a:ext cx="489272" cy="521531"/>
            </a:xfrm>
            <a:custGeom>
              <a:avLst/>
              <a:gdLst>
                <a:gd name="T0" fmla="*/ 546 w 546"/>
                <a:gd name="T1" fmla="*/ 0 h 582"/>
                <a:gd name="T2" fmla="*/ 0 w 546"/>
                <a:gd name="T3" fmla="*/ 549 h 582"/>
                <a:gd name="T4" fmla="*/ 0 w 546"/>
                <a:gd name="T5" fmla="*/ 582 h 582"/>
                <a:gd name="T6" fmla="*/ 546 w 546"/>
                <a:gd name="T7" fmla="*/ 36 h 582"/>
                <a:gd name="T8" fmla="*/ 546 w 546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82">
                  <a:moveTo>
                    <a:pt x="546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6" y="36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63" name="Freeform 1225"/>
            <p:cNvSpPr/>
            <p:nvPr/>
          </p:nvSpPr>
          <p:spPr bwMode="auto">
            <a:xfrm>
              <a:off x="2227905" y="5588049"/>
              <a:ext cx="489272" cy="512570"/>
            </a:xfrm>
            <a:custGeom>
              <a:avLst/>
              <a:gdLst>
                <a:gd name="T0" fmla="*/ 546 w 546"/>
                <a:gd name="T1" fmla="*/ 0 h 572"/>
                <a:gd name="T2" fmla="*/ 0 w 546"/>
                <a:gd name="T3" fmla="*/ 546 h 572"/>
                <a:gd name="T4" fmla="*/ 0 w 546"/>
                <a:gd name="T5" fmla="*/ 567 h 572"/>
                <a:gd name="T6" fmla="*/ 2 w 546"/>
                <a:gd name="T7" fmla="*/ 567 h 572"/>
                <a:gd name="T8" fmla="*/ 9 w 546"/>
                <a:gd name="T9" fmla="*/ 572 h 572"/>
                <a:gd name="T10" fmla="*/ 546 w 546"/>
                <a:gd name="T11" fmla="*/ 35 h 572"/>
                <a:gd name="T12" fmla="*/ 546 w 546"/>
                <a:gd name="T13" fmla="*/ 0 h 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6" h="572">
                  <a:moveTo>
                    <a:pt x="546" y="0"/>
                  </a:moveTo>
                  <a:lnTo>
                    <a:pt x="0" y="546"/>
                  </a:lnTo>
                  <a:lnTo>
                    <a:pt x="0" y="567"/>
                  </a:lnTo>
                  <a:lnTo>
                    <a:pt x="2" y="567"/>
                  </a:lnTo>
                  <a:lnTo>
                    <a:pt x="9" y="572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64" name="Freeform 1226"/>
            <p:cNvSpPr/>
            <p:nvPr/>
          </p:nvSpPr>
          <p:spPr bwMode="auto">
            <a:xfrm>
              <a:off x="2227905" y="5588049"/>
              <a:ext cx="489272" cy="512570"/>
            </a:xfrm>
            <a:custGeom>
              <a:avLst/>
              <a:gdLst>
                <a:gd name="T0" fmla="*/ 546 w 546"/>
                <a:gd name="T1" fmla="*/ 0 h 572"/>
                <a:gd name="T2" fmla="*/ 0 w 546"/>
                <a:gd name="T3" fmla="*/ 546 h 572"/>
                <a:gd name="T4" fmla="*/ 0 w 546"/>
                <a:gd name="T5" fmla="*/ 567 h 572"/>
                <a:gd name="T6" fmla="*/ 2 w 546"/>
                <a:gd name="T7" fmla="*/ 567 h 572"/>
                <a:gd name="T8" fmla="*/ 9 w 546"/>
                <a:gd name="T9" fmla="*/ 572 h 572"/>
                <a:gd name="T10" fmla="*/ 546 w 546"/>
                <a:gd name="T11" fmla="*/ 35 h 572"/>
                <a:gd name="T12" fmla="*/ 546 w 546"/>
                <a:gd name="T13" fmla="*/ 0 h 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6" h="572">
                  <a:moveTo>
                    <a:pt x="546" y="0"/>
                  </a:moveTo>
                  <a:lnTo>
                    <a:pt x="0" y="546"/>
                  </a:lnTo>
                  <a:lnTo>
                    <a:pt x="0" y="567"/>
                  </a:lnTo>
                  <a:lnTo>
                    <a:pt x="2" y="567"/>
                  </a:lnTo>
                  <a:lnTo>
                    <a:pt x="9" y="572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65" name="Freeform 1227"/>
            <p:cNvSpPr/>
            <p:nvPr/>
          </p:nvSpPr>
          <p:spPr bwMode="auto">
            <a:xfrm>
              <a:off x="2257476" y="6106892"/>
              <a:ext cx="25091" cy="8961"/>
            </a:xfrm>
            <a:custGeom>
              <a:avLst/>
              <a:gdLst>
                <a:gd name="T0" fmla="*/ 2 w 28"/>
                <a:gd name="T1" fmla="*/ 0 h 10"/>
                <a:gd name="T2" fmla="*/ 0 w 28"/>
                <a:gd name="T3" fmla="*/ 3 h 10"/>
                <a:gd name="T4" fmla="*/ 28 w 28"/>
                <a:gd name="T5" fmla="*/ 10 h 10"/>
                <a:gd name="T6" fmla="*/ 28 w 28"/>
                <a:gd name="T7" fmla="*/ 7 h 10"/>
                <a:gd name="T8" fmla="*/ 2 w 2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0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66" name="Freeform 1228"/>
            <p:cNvSpPr/>
            <p:nvPr/>
          </p:nvSpPr>
          <p:spPr bwMode="auto">
            <a:xfrm>
              <a:off x="2257476" y="6106892"/>
              <a:ext cx="25091" cy="8961"/>
            </a:xfrm>
            <a:custGeom>
              <a:avLst/>
              <a:gdLst>
                <a:gd name="T0" fmla="*/ 2 w 28"/>
                <a:gd name="T1" fmla="*/ 0 h 10"/>
                <a:gd name="T2" fmla="*/ 0 w 28"/>
                <a:gd name="T3" fmla="*/ 3 h 10"/>
                <a:gd name="T4" fmla="*/ 28 w 28"/>
                <a:gd name="T5" fmla="*/ 10 h 10"/>
                <a:gd name="T6" fmla="*/ 28 w 28"/>
                <a:gd name="T7" fmla="*/ 7 h 10"/>
                <a:gd name="T8" fmla="*/ 2 w 2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0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67" name="Freeform 1229"/>
            <p:cNvSpPr/>
            <p:nvPr/>
          </p:nvSpPr>
          <p:spPr bwMode="auto">
            <a:xfrm>
              <a:off x="2259269" y="5649880"/>
              <a:ext cx="457908" cy="463285"/>
            </a:xfrm>
            <a:custGeom>
              <a:avLst/>
              <a:gdLst>
                <a:gd name="T0" fmla="*/ 511 w 511"/>
                <a:gd name="T1" fmla="*/ 0 h 517"/>
                <a:gd name="T2" fmla="*/ 0 w 511"/>
                <a:gd name="T3" fmla="*/ 510 h 517"/>
                <a:gd name="T4" fmla="*/ 26 w 511"/>
                <a:gd name="T5" fmla="*/ 517 h 517"/>
                <a:gd name="T6" fmla="*/ 511 w 511"/>
                <a:gd name="T7" fmla="*/ 33 h 517"/>
                <a:gd name="T8" fmla="*/ 511 w 511"/>
                <a:gd name="T9" fmla="*/ 0 h 5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1" h="517">
                  <a:moveTo>
                    <a:pt x="511" y="0"/>
                  </a:moveTo>
                  <a:lnTo>
                    <a:pt x="0" y="510"/>
                  </a:lnTo>
                  <a:lnTo>
                    <a:pt x="26" y="517"/>
                  </a:lnTo>
                  <a:lnTo>
                    <a:pt x="511" y="33"/>
                  </a:lnTo>
                  <a:lnTo>
                    <a:pt x="51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68" name="Freeform 1230"/>
            <p:cNvSpPr/>
            <p:nvPr/>
          </p:nvSpPr>
          <p:spPr bwMode="auto">
            <a:xfrm>
              <a:off x="2259269" y="5649880"/>
              <a:ext cx="457908" cy="463285"/>
            </a:xfrm>
            <a:custGeom>
              <a:avLst/>
              <a:gdLst>
                <a:gd name="T0" fmla="*/ 511 w 511"/>
                <a:gd name="T1" fmla="*/ 0 h 517"/>
                <a:gd name="T2" fmla="*/ 0 w 511"/>
                <a:gd name="T3" fmla="*/ 510 h 517"/>
                <a:gd name="T4" fmla="*/ 26 w 511"/>
                <a:gd name="T5" fmla="*/ 517 h 517"/>
                <a:gd name="T6" fmla="*/ 511 w 511"/>
                <a:gd name="T7" fmla="*/ 33 h 517"/>
                <a:gd name="T8" fmla="*/ 511 w 511"/>
                <a:gd name="T9" fmla="*/ 0 h 5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1" h="517">
                  <a:moveTo>
                    <a:pt x="511" y="0"/>
                  </a:moveTo>
                  <a:lnTo>
                    <a:pt x="0" y="510"/>
                  </a:lnTo>
                  <a:lnTo>
                    <a:pt x="26" y="517"/>
                  </a:lnTo>
                  <a:lnTo>
                    <a:pt x="511" y="33"/>
                  </a:lnTo>
                  <a:lnTo>
                    <a:pt x="511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69" name="Freeform 1231"/>
            <p:cNvSpPr/>
            <p:nvPr/>
          </p:nvSpPr>
          <p:spPr bwMode="auto">
            <a:xfrm>
              <a:off x="2304074" y="6122126"/>
              <a:ext cx="25091" cy="8065"/>
            </a:xfrm>
            <a:custGeom>
              <a:avLst/>
              <a:gdLst>
                <a:gd name="T0" fmla="*/ 2 w 28"/>
                <a:gd name="T1" fmla="*/ 0 h 9"/>
                <a:gd name="T2" fmla="*/ 0 w 28"/>
                <a:gd name="T3" fmla="*/ 0 h 9"/>
                <a:gd name="T4" fmla="*/ 26 w 28"/>
                <a:gd name="T5" fmla="*/ 9 h 9"/>
                <a:gd name="T6" fmla="*/ 28 w 28"/>
                <a:gd name="T7" fmla="*/ 7 h 9"/>
                <a:gd name="T8" fmla="*/ 2 w 28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9">
                  <a:moveTo>
                    <a:pt x="2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70" name="Freeform 1232"/>
            <p:cNvSpPr/>
            <p:nvPr/>
          </p:nvSpPr>
          <p:spPr bwMode="auto">
            <a:xfrm>
              <a:off x="2304074" y="6122126"/>
              <a:ext cx="25091" cy="8065"/>
            </a:xfrm>
            <a:custGeom>
              <a:avLst/>
              <a:gdLst>
                <a:gd name="T0" fmla="*/ 2 w 28"/>
                <a:gd name="T1" fmla="*/ 0 h 9"/>
                <a:gd name="T2" fmla="*/ 0 w 28"/>
                <a:gd name="T3" fmla="*/ 0 h 9"/>
                <a:gd name="T4" fmla="*/ 26 w 28"/>
                <a:gd name="T5" fmla="*/ 9 h 9"/>
                <a:gd name="T6" fmla="*/ 28 w 28"/>
                <a:gd name="T7" fmla="*/ 7 h 9"/>
                <a:gd name="T8" fmla="*/ 2 w 28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9">
                  <a:moveTo>
                    <a:pt x="2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71" name="Freeform 1233"/>
            <p:cNvSpPr/>
            <p:nvPr/>
          </p:nvSpPr>
          <p:spPr bwMode="auto">
            <a:xfrm>
              <a:off x="2305866" y="5709023"/>
              <a:ext cx="411311" cy="419376"/>
            </a:xfrm>
            <a:custGeom>
              <a:avLst/>
              <a:gdLst>
                <a:gd name="T0" fmla="*/ 459 w 459"/>
                <a:gd name="T1" fmla="*/ 0 h 468"/>
                <a:gd name="T2" fmla="*/ 0 w 459"/>
                <a:gd name="T3" fmla="*/ 461 h 468"/>
                <a:gd name="T4" fmla="*/ 26 w 459"/>
                <a:gd name="T5" fmla="*/ 468 h 468"/>
                <a:gd name="T6" fmla="*/ 459 w 459"/>
                <a:gd name="T7" fmla="*/ 35 h 468"/>
                <a:gd name="T8" fmla="*/ 459 w 459"/>
                <a:gd name="T9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9" h="468">
                  <a:moveTo>
                    <a:pt x="459" y="0"/>
                  </a:moveTo>
                  <a:lnTo>
                    <a:pt x="0" y="461"/>
                  </a:lnTo>
                  <a:lnTo>
                    <a:pt x="26" y="468"/>
                  </a:lnTo>
                  <a:lnTo>
                    <a:pt x="459" y="35"/>
                  </a:lnTo>
                  <a:lnTo>
                    <a:pt x="45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72" name="Freeform 1234"/>
            <p:cNvSpPr/>
            <p:nvPr/>
          </p:nvSpPr>
          <p:spPr bwMode="auto">
            <a:xfrm>
              <a:off x="2305866" y="5709023"/>
              <a:ext cx="411311" cy="419376"/>
            </a:xfrm>
            <a:custGeom>
              <a:avLst/>
              <a:gdLst>
                <a:gd name="T0" fmla="*/ 459 w 459"/>
                <a:gd name="T1" fmla="*/ 0 h 468"/>
                <a:gd name="T2" fmla="*/ 0 w 459"/>
                <a:gd name="T3" fmla="*/ 461 h 468"/>
                <a:gd name="T4" fmla="*/ 26 w 459"/>
                <a:gd name="T5" fmla="*/ 468 h 468"/>
                <a:gd name="T6" fmla="*/ 459 w 459"/>
                <a:gd name="T7" fmla="*/ 35 h 468"/>
                <a:gd name="T8" fmla="*/ 459 w 459"/>
                <a:gd name="T9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9" h="468">
                  <a:moveTo>
                    <a:pt x="459" y="0"/>
                  </a:moveTo>
                  <a:lnTo>
                    <a:pt x="0" y="461"/>
                  </a:lnTo>
                  <a:lnTo>
                    <a:pt x="26" y="468"/>
                  </a:lnTo>
                  <a:lnTo>
                    <a:pt x="459" y="35"/>
                  </a:lnTo>
                  <a:lnTo>
                    <a:pt x="459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73" name="Freeform 1235"/>
            <p:cNvSpPr/>
            <p:nvPr/>
          </p:nvSpPr>
          <p:spPr bwMode="auto">
            <a:xfrm>
              <a:off x="2350671" y="6136464"/>
              <a:ext cx="25091" cy="8961"/>
            </a:xfrm>
            <a:custGeom>
              <a:avLst/>
              <a:gdLst>
                <a:gd name="T0" fmla="*/ 2 w 28"/>
                <a:gd name="T1" fmla="*/ 0 h 10"/>
                <a:gd name="T2" fmla="*/ 0 w 28"/>
                <a:gd name="T3" fmla="*/ 0 h 10"/>
                <a:gd name="T4" fmla="*/ 26 w 28"/>
                <a:gd name="T5" fmla="*/ 10 h 10"/>
                <a:gd name="T6" fmla="*/ 28 w 28"/>
                <a:gd name="T7" fmla="*/ 7 h 10"/>
                <a:gd name="T8" fmla="*/ 2 w 2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0">
                  <a:moveTo>
                    <a:pt x="2" y="0"/>
                  </a:moveTo>
                  <a:lnTo>
                    <a:pt x="0" y="0"/>
                  </a:lnTo>
                  <a:lnTo>
                    <a:pt x="26" y="10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74" name="Freeform 1236"/>
            <p:cNvSpPr/>
            <p:nvPr/>
          </p:nvSpPr>
          <p:spPr bwMode="auto">
            <a:xfrm>
              <a:off x="2350671" y="6136464"/>
              <a:ext cx="25091" cy="8961"/>
            </a:xfrm>
            <a:custGeom>
              <a:avLst/>
              <a:gdLst>
                <a:gd name="T0" fmla="*/ 2 w 28"/>
                <a:gd name="T1" fmla="*/ 0 h 10"/>
                <a:gd name="T2" fmla="*/ 0 w 28"/>
                <a:gd name="T3" fmla="*/ 0 h 10"/>
                <a:gd name="T4" fmla="*/ 26 w 28"/>
                <a:gd name="T5" fmla="*/ 10 h 10"/>
                <a:gd name="T6" fmla="*/ 28 w 28"/>
                <a:gd name="T7" fmla="*/ 7 h 10"/>
                <a:gd name="T8" fmla="*/ 2 w 2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0">
                  <a:moveTo>
                    <a:pt x="2" y="0"/>
                  </a:moveTo>
                  <a:lnTo>
                    <a:pt x="0" y="0"/>
                  </a:lnTo>
                  <a:lnTo>
                    <a:pt x="26" y="10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75" name="Freeform 1238"/>
            <p:cNvSpPr/>
            <p:nvPr/>
          </p:nvSpPr>
          <p:spPr bwMode="auto">
            <a:xfrm>
              <a:off x="2352464" y="5769958"/>
              <a:ext cx="364714" cy="372778"/>
            </a:xfrm>
            <a:custGeom>
              <a:avLst/>
              <a:gdLst>
                <a:gd name="T0" fmla="*/ 407 w 407"/>
                <a:gd name="T1" fmla="*/ 0 h 416"/>
                <a:gd name="T2" fmla="*/ 0 w 407"/>
                <a:gd name="T3" fmla="*/ 409 h 416"/>
                <a:gd name="T4" fmla="*/ 26 w 407"/>
                <a:gd name="T5" fmla="*/ 416 h 416"/>
                <a:gd name="T6" fmla="*/ 407 w 407"/>
                <a:gd name="T7" fmla="*/ 36 h 416"/>
                <a:gd name="T8" fmla="*/ 407 w 407"/>
                <a:gd name="T9" fmla="*/ 0 h 4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7" h="416">
                  <a:moveTo>
                    <a:pt x="407" y="0"/>
                  </a:moveTo>
                  <a:lnTo>
                    <a:pt x="0" y="409"/>
                  </a:lnTo>
                  <a:lnTo>
                    <a:pt x="26" y="416"/>
                  </a:lnTo>
                  <a:lnTo>
                    <a:pt x="407" y="36"/>
                  </a:lnTo>
                  <a:lnTo>
                    <a:pt x="40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76" name="Freeform 1239"/>
            <p:cNvSpPr/>
            <p:nvPr/>
          </p:nvSpPr>
          <p:spPr bwMode="auto">
            <a:xfrm>
              <a:off x="2352464" y="5769958"/>
              <a:ext cx="364714" cy="372778"/>
            </a:xfrm>
            <a:custGeom>
              <a:avLst/>
              <a:gdLst>
                <a:gd name="T0" fmla="*/ 407 w 407"/>
                <a:gd name="T1" fmla="*/ 0 h 416"/>
                <a:gd name="T2" fmla="*/ 0 w 407"/>
                <a:gd name="T3" fmla="*/ 409 h 416"/>
                <a:gd name="T4" fmla="*/ 26 w 407"/>
                <a:gd name="T5" fmla="*/ 416 h 416"/>
                <a:gd name="T6" fmla="*/ 407 w 407"/>
                <a:gd name="T7" fmla="*/ 36 h 416"/>
                <a:gd name="T8" fmla="*/ 407 w 407"/>
                <a:gd name="T9" fmla="*/ 0 h 4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7" h="416">
                  <a:moveTo>
                    <a:pt x="407" y="0"/>
                  </a:moveTo>
                  <a:lnTo>
                    <a:pt x="0" y="409"/>
                  </a:lnTo>
                  <a:lnTo>
                    <a:pt x="26" y="416"/>
                  </a:lnTo>
                  <a:lnTo>
                    <a:pt x="407" y="36"/>
                  </a:lnTo>
                  <a:lnTo>
                    <a:pt x="407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77" name="Freeform 1240"/>
            <p:cNvSpPr/>
            <p:nvPr/>
          </p:nvSpPr>
          <p:spPr bwMode="auto">
            <a:xfrm>
              <a:off x="2397269" y="6151697"/>
              <a:ext cx="25091" cy="8065"/>
            </a:xfrm>
            <a:custGeom>
              <a:avLst/>
              <a:gdLst>
                <a:gd name="T0" fmla="*/ 0 w 28"/>
                <a:gd name="T1" fmla="*/ 0 h 9"/>
                <a:gd name="T2" fmla="*/ 0 w 28"/>
                <a:gd name="T3" fmla="*/ 0 h 9"/>
                <a:gd name="T4" fmla="*/ 26 w 28"/>
                <a:gd name="T5" fmla="*/ 9 h 9"/>
                <a:gd name="T6" fmla="*/ 28 w 28"/>
                <a:gd name="T7" fmla="*/ 7 h 9"/>
                <a:gd name="T8" fmla="*/ 0 w 28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9">
                  <a:moveTo>
                    <a:pt x="0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78" name="Freeform 1241"/>
            <p:cNvSpPr/>
            <p:nvPr/>
          </p:nvSpPr>
          <p:spPr bwMode="auto">
            <a:xfrm>
              <a:off x="2397269" y="6151697"/>
              <a:ext cx="25091" cy="8065"/>
            </a:xfrm>
            <a:custGeom>
              <a:avLst/>
              <a:gdLst>
                <a:gd name="T0" fmla="*/ 0 w 28"/>
                <a:gd name="T1" fmla="*/ 0 h 9"/>
                <a:gd name="T2" fmla="*/ 0 w 28"/>
                <a:gd name="T3" fmla="*/ 0 h 9"/>
                <a:gd name="T4" fmla="*/ 26 w 28"/>
                <a:gd name="T5" fmla="*/ 9 h 9"/>
                <a:gd name="T6" fmla="*/ 28 w 28"/>
                <a:gd name="T7" fmla="*/ 7 h 9"/>
                <a:gd name="T8" fmla="*/ 0 w 28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9">
                  <a:moveTo>
                    <a:pt x="0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79" name="Freeform 1242"/>
            <p:cNvSpPr/>
            <p:nvPr/>
          </p:nvSpPr>
          <p:spPr bwMode="auto">
            <a:xfrm>
              <a:off x="2397269" y="5831789"/>
              <a:ext cx="319909" cy="326181"/>
            </a:xfrm>
            <a:custGeom>
              <a:avLst/>
              <a:gdLst>
                <a:gd name="T0" fmla="*/ 357 w 357"/>
                <a:gd name="T1" fmla="*/ 0 h 364"/>
                <a:gd name="T2" fmla="*/ 0 w 357"/>
                <a:gd name="T3" fmla="*/ 357 h 364"/>
                <a:gd name="T4" fmla="*/ 28 w 357"/>
                <a:gd name="T5" fmla="*/ 364 h 364"/>
                <a:gd name="T6" fmla="*/ 357 w 357"/>
                <a:gd name="T7" fmla="*/ 35 h 364"/>
                <a:gd name="T8" fmla="*/ 357 w 357"/>
                <a:gd name="T9" fmla="*/ 0 h 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7" h="364">
                  <a:moveTo>
                    <a:pt x="357" y="0"/>
                  </a:moveTo>
                  <a:lnTo>
                    <a:pt x="0" y="357"/>
                  </a:lnTo>
                  <a:lnTo>
                    <a:pt x="28" y="364"/>
                  </a:lnTo>
                  <a:lnTo>
                    <a:pt x="357" y="35"/>
                  </a:lnTo>
                  <a:lnTo>
                    <a:pt x="35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80" name="Freeform 1243"/>
            <p:cNvSpPr/>
            <p:nvPr/>
          </p:nvSpPr>
          <p:spPr bwMode="auto">
            <a:xfrm>
              <a:off x="2397269" y="5831789"/>
              <a:ext cx="319909" cy="326181"/>
            </a:xfrm>
            <a:custGeom>
              <a:avLst/>
              <a:gdLst>
                <a:gd name="T0" fmla="*/ 357 w 357"/>
                <a:gd name="T1" fmla="*/ 0 h 364"/>
                <a:gd name="T2" fmla="*/ 0 w 357"/>
                <a:gd name="T3" fmla="*/ 357 h 364"/>
                <a:gd name="T4" fmla="*/ 28 w 357"/>
                <a:gd name="T5" fmla="*/ 364 h 364"/>
                <a:gd name="T6" fmla="*/ 357 w 357"/>
                <a:gd name="T7" fmla="*/ 35 h 364"/>
                <a:gd name="T8" fmla="*/ 357 w 357"/>
                <a:gd name="T9" fmla="*/ 0 h 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7" h="364">
                  <a:moveTo>
                    <a:pt x="357" y="0"/>
                  </a:moveTo>
                  <a:lnTo>
                    <a:pt x="0" y="357"/>
                  </a:lnTo>
                  <a:lnTo>
                    <a:pt x="28" y="364"/>
                  </a:lnTo>
                  <a:lnTo>
                    <a:pt x="357" y="35"/>
                  </a:lnTo>
                  <a:lnTo>
                    <a:pt x="357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81" name="Freeform 1244"/>
            <p:cNvSpPr/>
            <p:nvPr/>
          </p:nvSpPr>
          <p:spPr bwMode="auto">
            <a:xfrm>
              <a:off x="2443867" y="6164243"/>
              <a:ext cx="25091" cy="10753"/>
            </a:xfrm>
            <a:custGeom>
              <a:avLst/>
              <a:gdLst>
                <a:gd name="T0" fmla="*/ 0 w 28"/>
                <a:gd name="T1" fmla="*/ 0 h 12"/>
                <a:gd name="T2" fmla="*/ 0 w 28"/>
                <a:gd name="T3" fmla="*/ 2 h 12"/>
                <a:gd name="T4" fmla="*/ 26 w 28"/>
                <a:gd name="T5" fmla="*/ 12 h 12"/>
                <a:gd name="T6" fmla="*/ 28 w 28"/>
                <a:gd name="T7" fmla="*/ 10 h 12"/>
                <a:gd name="T8" fmla="*/ 0 w 28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2">
                  <a:moveTo>
                    <a:pt x="0" y="0"/>
                  </a:moveTo>
                  <a:lnTo>
                    <a:pt x="0" y="2"/>
                  </a:lnTo>
                  <a:lnTo>
                    <a:pt x="26" y="12"/>
                  </a:lnTo>
                  <a:lnTo>
                    <a:pt x="28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82" name="Freeform 1245"/>
            <p:cNvSpPr/>
            <p:nvPr/>
          </p:nvSpPr>
          <p:spPr bwMode="auto">
            <a:xfrm>
              <a:off x="2443867" y="6164243"/>
              <a:ext cx="25091" cy="10753"/>
            </a:xfrm>
            <a:custGeom>
              <a:avLst/>
              <a:gdLst>
                <a:gd name="T0" fmla="*/ 0 w 28"/>
                <a:gd name="T1" fmla="*/ 0 h 12"/>
                <a:gd name="T2" fmla="*/ 0 w 28"/>
                <a:gd name="T3" fmla="*/ 2 h 12"/>
                <a:gd name="T4" fmla="*/ 26 w 28"/>
                <a:gd name="T5" fmla="*/ 12 h 12"/>
                <a:gd name="T6" fmla="*/ 28 w 28"/>
                <a:gd name="T7" fmla="*/ 10 h 12"/>
                <a:gd name="T8" fmla="*/ 0 w 28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2">
                  <a:moveTo>
                    <a:pt x="0" y="0"/>
                  </a:moveTo>
                  <a:lnTo>
                    <a:pt x="0" y="2"/>
                  </a:lnTo>
                  <a:lnTo>
                    <a:pt x="26" y="12"/>
                  </a:lnTo>
                  <a:lnTo>
                    <a:pt x="28" y="10"/>
                  </a:ln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83" name="Freeform 1246"/>
            <p:cNvSpPr/>
            <p:nvPr/>
          </p:nvSpPr>
          <p:spPr bwMode="auto">
            <a:xfrm>
              <a:off x="2443867" y="5890932"/>
              <a:ext cx="273311" cy="282272"/>
            </a:xfrm>
            <a:custGeom>
              <a:avLst/>
              <a:gdLst>
                <a:gd name="T0" fmla="*/ 305 w 305"/>
                <a:gd name="T1" fmla="*/ 0 h 315"/>
                <a:gd name="T2" fmla="*/ 0 w 305"/>
                <a:gd name="T3" fmla="*/ 305 h 315"/>
                <a:gd name="T4" fmla="*/ 28 w 305"/>
                <a:gd name="T5" fmla="*/ 315 h 315"/>
                <a:gd name="T6" fmla="*/ 305 w 305"/>
                <a:gd name="T7" fmla="*/ 36 h 315"/>
                <a:gd name="T8" fmla="*/ 305 w 305"/>
                <a:gd name="T9" fmla="*/ 0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5" h="315">
                  <a:moveTo>
                    <a:pt x="305" y="0"/>
                  </a:moveTo>
                  <a:lnTo>
                    <a:pt x="0" y="305"/>
                  </a:lnTo>
                  <a:lnTo>
                    <a:pt x="28" y="315"/>
                  </a:lnTo>
                  <a:lnTo>
                    <a:pt x="305" y="36"/>
                  </a:lnTo>
                  <a:lnTo>
                    <a:pt x="3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84" name="Freeform 1247"/>
            <p:cNvSpPr/>
            <p:nvPr/>
          </p:nvSpPr>
          <p:spPr bwMode="auto">
            <a:xfrm>
              <a:off x="2443867" y="5890932"/>
              <a:ext cx="273311" cy="282272"/>
            </a:xfrm>
            <a:custGeom>
              <a:avLst/>
              <a:gdLst>
                <a:gd name="T0" fmla="*/ 305 w 305"/>
                <a:gd name="T1" fmla="*/ 0 h 315"/>
                <a:gd name="T2" fmla="*/ 0 w 305"/>
                <a:gd name="T3" fmla="*/ 305 h 315"/>
                <a:gd name="T4" fmla="*/ 28 w 305"/>
                <a:gd name="T5" fmla="*/ 315 h 315"/>
                <a:gd name="T6" fmla="*/ 305 w 305"/>
                <a:gd name="T7" fmla="*/ 36 h 315"/>
                <a:gd name="T8" fmla="*/ 305 w 305"/>
                <a:gd name="T9" fmla="*/ 0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5" h="315">
                  <a:moveTo>
                    <a:pt x="305" y="0"/>
                  </a:moveTo>
                  <a:lnTo>
                    <a:pt x="0" y="305"/>
                  </a:lnTo>
                  <a:lnTo>
                    <a:pt x="28" y="315"/>
                  </a:lnTo>
                  <a:lnTo>
                    <a:pt x="305" y="36"/>
                  </a:lnTo>
                  <a:lnTo>
                    <a:pt x="305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85" name="Freeform 1248"/>
            <p:cNvSpPr/>
            <p:nvPr/>
          </p:nvSpPr>
          <p:spPr bwMode="auto">
            <a:xfrm>
              <a:off x="2490464" y="6179477"/>
              <a:ext cx="23299" cy="8065"/>
            </a:xfrm>
            <a:custGeom>
              <a:avLst/>
              <a:gdLst>
                <a:gd name="T0" fmla="*/ 0 w 26"/>
                <a:gd name="T1" fmla="*/ 0 h 9"/>
                <a:gd name="T2" fmla="*/ 0 w 26"/>
                <a:gd name="T3" fmla="*/ 2 h 9"/>
                <a:gd name="T4" fmla="*/ 26 w 26"/>
                <a:gd name="T5" fmla="*/ 9 h 9"/>
                <a:gd name="T6" fmla="*/ 26 w 26"/>
                <a:gd name="T7" fmla="*/ 9 h 9"/>
                <a:gd name="T8" fmla="*/ 0 w 26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9">
                  <a:moveTo>
                    <a:pt x="0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86" name="Freeform 1249"/>
            <p:cNvSpPr/>
            <p:nvPr/>
          </p:nvSpPr>
          <p:spPr bwMode="auto">
            <a:xfrm>
              <a:off x="2490464" y="6179477"/>
              <a:ext cx="23299" cy="8065"/>
            </a:xfrm>
            <a:custGeom>
              <a:avLst/>
              <a:gdLst>
                <a:gd name="T0" fmla="*/ 0 w 26"/>
                <a:gd name="T1" fmla="*/ 0 h 9"/>
                <a:gd name="T2" fmla="*/ 0 w 26"/>
                <a:gd name="T3" fmla="*/ 2 h 9"/>
                <a:gd name="T4" fmla="*/ 26 w 26"/>
                <a:gd name="T5" fmla="*/ 9 h 9"/>
                <a:gd name="T6" fmla="*/ 26 w 26"/>
                <a:gd name="T7" fmla="*/ 9 h 9"/>
                <a:gd name="T8" fmla="*/ 0 w 26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9">
                  <a:moveTo>
                    <a:pt x="0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87" name="Freeform 1250"/>
            <p:cNvSpPr/>
            <p:nvPr/>
          </p:nvSpPr>
          <p:spPr bwMode="auto">
            <a:xfrm>
              <a:off x="2490464" y="5952763"/>
              <a:ext cx="226714" cy="234779"/>
            </a:xfrm>
            <a:custGeom>
              <a:avLst/>
              <a:gdLst>
                <a:gd name="T0" fmla="*/ 253 w 253"/>
                <a:gd name="T1" fmla="*/ 0 h 262"/>
                <a:gd name="T2" fmla="*/ 0 w 253"/>
                <a:gd name="T3" fmla="*/ 253 h 262"/>
                <a:gd name="T4" fmla="*/ 26 w 253"/>
                <a:gd name="T5" fmla="*/ 262 h 262"/>
                <a:gd name="T6" fmla="*/ 253 w 253"/>
                <a:gd name="T7" fmla="*/ 35 h 262"/>
                <a:gd name="T8" fmla="*/ 253 w 253"/>
                <a:gd name="T9" fmla="*/ 0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3" h="262">
                  <a:moveTo>
                    <a:pt x="253" y="0"/>
                  </a:moveTo>
                  <a:lnTo>
                    <a:pt x="0" y="253"/>
                  </a:lnTo>
                  <a:lnTo>
                    <a:pt x="26" y="262"/>
                  </a:lnTo>
                  <a:lnTo>
                    <a:pt x="253" y="35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88" name="Freeform 1251"/>
            <p:cNvSpPr/>
            <p:nvPr/>
          </p:nvSpPr>
          <p:spPr bwMode="auto">
            <a:xfrm>
              <a:off x="2490464" y="5952763"/>
              <a:ext cx="226714" cy="234779"/>
            </a:xfrm>
            <a:custGeom>
              <a:avLst/>
              <a:gdLst>
                <a:gd name="T0" fmla="*/ 253 w 253"/>
                <a:gd name="T1" fmla="*/ 0 h 262"/>
                <a:gd name="T2" fmla="*/ 0 w 253"/>
                <a:gd name="T3" fmla="*/ 253 h 262"/>
                <a:gd name="T4" fmla="*/ 26 w 253"/>
                <a:gd name="T5" fmla="*/ 262 h 262"/>
                <a:gd name="T6" fmla="*/ 253 w 253"/>
                <a:gd name="T7" fmla="*/ 35 h 262"/>
                <a:gd name="T8" fmla="*/ 253 w 253"/>
                <a:gd name="T9" fmla="*/ 0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3" h="262">
                  <a:moveTo>
                    <a:pt x="253" y="0"/>
                  </a:moveTo>
                  <a:lnTo>
                    <a:pt x="0" y="253"/>
                  </a:lnTo>
                  <a:lnTo>
                    <a:pt x="26" y="262"/>
                  </a:lnTo>
                  <a:lnTo>
                    <a:pt x="253" y="35"/>
                  </a:lnTo>
                  <a:lnTo>
                    <a:pt x="253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89" name="Freeform 1252"/>
            <p:cNvSpPr/>
            <p:nvPr/>
          </p:nvSpPr>
          <p:spPr bwMode="auto">
            <a:xfrm>
              <a:off x="2535269" y="6193814"/>
              <a:ext cx="25091" cy="8961"/>
            </a:xfrm>
            <a:custGeom>
              <a:avLst/>
              <a:gdLst>
                <a:gd name="T0" fmla="*/ 2 w 28"/>
                <a:gd name="T1" fmla="*/ 0 h 10"/>
                <a:gd name="T2" fmla="*/ 0 w 28"/>
                <a:gd name="T3" fmla="*/ 3 h 10"/>
                <a:gd name="T4" fmla="*/ 28 w 28"/>
                <a:gd name="T5" fmla="*/ 10 h 10"/>
                <a:gd name="T6" fmla="*/ 28 w 28"/>
                <a:gd name="T7" fmla="*/ 10 h 10"/>
                <a:gd name="T8" fmla="*/ 2 w 2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0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1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90" name="Freeform 1253"/>
            <p:cNvSpPr/>
            <p:nvPr/>
          </p:nvSpPr>
          <p:spPr bwMode="auto">
            <a:xfrm>
              <a:off x="2535269" y="6193814"/>
              <a:ext cx="25091" cy="8961"/>
            </a:xfrm>
            <a:custGeom>
              <a:avLst/>
              <a:gdLst>
                <a:gd name="T0" fmla="*/ 2 w 28"/>
                <a:gd name="T1" fmla="*/ 0 h 10"/>
                <a:gd name="T2" fmla="*/ 0 w 28"/>
                <a:gd name="T3" fmla="*/ 3 h 10"/>
                <a:gd name="T4" fmla="*/ 28 w 28"/>
                <a:gd name="T5" fmla="*/ 10 h 10"/>
                <a:gd name="T6" fmla="*/ 28 w 28"/>
                <a:gd name="T7" fmla="*/ 10 h 10"/>
                <a:gd name="T8" fmla="*/ 2 w 2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0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10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91" name="Freeform 1254"/>
            <p:cNvSpPr/>
            <p:nvPr/>
          </p:nvSpPr>
          <p:spPr bwMode="auto">
            <a:xfrm>
              <a:off x="2537061" y="6013698"/>
              <a:ext cx="180117" cy="189078"/>
            </a:xfrm>
            <a:custGeom>
              <a:avLst/>
              <a:gdLst>
                <a:gd name="T0" fmla="*/ 201 w 201"/>
                <a:gd name="T1" fmla="*/ 0 h 211"/>
                <a:gd name="T2" fmla="*/ 0 w 201"/>
                <a:gd name="T3" fmla="*/ 201 h 211"/>
                <a:gd name="T4" fmla="*/ 26 w 201"/>
                <a:gd name="T5" fmla="*/ 211 h 211"/>
                <a:gd name="T6" fmla="*/ 201 w 201"/>
                <a:gd name="T7" fmla="*/ 36 h 211"/>
                <a:gd name="T8" fmla="*/ 201 w 201"/>
                <a:gd name="T9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1" h="211">
                  <a:moveTo>
                    <a:pt x="201" y="0"/>
                  </a:moveTo>
                  <a:lnTo>
                    <a:pt x="0" y="201"/>
                  </a:lnTo>
                  <a:lnTo>
                    <a:pt x="26" y="211"/>
                  </a:lnTo>
                  <a:lnTo>
                    <a:pt x="201" y="36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92" name="Freeform 1255"/>
            <p:cNvSpPr/>
            <p:nvPr/>
          </p:nvSpPr>
          <p:spPr bwMode="auto">
            <a:xfrm>
              <a:off x="2537061" y="6013698"/>
              <a:ext cx="180117" cy="189078"/>
            </a:xfrm>
            <a:custGeom>
              <a:avLst/>
              <a:gdLst>
                <a:gd name="T0" fmla="*/ 201 w 201"/>
                <a:gd name="T1" fmla="*/ 0 h 211"/>
                <a:gd name="T2" fmla="*/ 0 w 201"/>
                <a:gd name="T3" fmla="*/ 201 h 211"/>
                <a:gd name="T4" fmla="*/ 26 w 201"/>
                <a:gd name="T5" fmla="*/ 211 h 211"/>
                <a:gd name="T6" fmla="*/ 201 w 201"/>
                <a:gd name="T7" fmla="*/ 36 h 211"/>
                <a:gd name="T8" fmla="*/ 201 w 201"/>
                <a:gd name="T9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1" h="211">
                  <a:moveTo>
                    <a:pt x="201" y="0"/>
                  </a:moveTo>
                  <a:lnTo>
                    <a:pt x="0" y="201"/>
                  </a:lnTo>
                  <a:lnTo>
                    <a:pt x="26" y="211"/>
                  </a:lnTo>
                  <a:lnTo>
                    <a:pt x="201" y="36"/>
                  </a:lnTo>
                  <a:lnTo>
                    <a:pt x="201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93" name="Freeform 1256"/>
            <p:cNvSpPr/>
            <p:nvPr/>
          </p:nvSpPr>
          <p:spPr bwMode="auto">
            <a:xfrm>
              <a:off x="2581866" y="6209048"/>
              <a:ext cx="25091" cy="8065"/>
            </a:xfrm>
            <a:custGeom>
              <a:avLst/>
              <a:gdLst>
                <a:gd name="T0" fmla="*/ 2 w 28"/>
                <a:gd name="T1" fmla="*/ 0 h 9"/>
                <a:gd name="T2" fmla="*/ 0 w 28"/>
                <a:gd name="T3" fmla="*/ 2 h 9"/>
                <a:gd name="T4" fmla="*/ 28 w 28"/>
                <a:gd name="T5" fmla="*/ 9 h 9"/>
                <a:gd name="T6" fmla="*/ 28 w 28"/>
                <a:gd name="T7" fmla="*/ 9 h 9"/>
                <a:gd name="T8" fmla="*/ 2 w 28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9">
                  <a:moveTo>
                    <a:pt x="2" y="0"/>
                  </a:moveTo>
                  <a:lnTo>
                    <a:pt x="0" y="2"/>
                  </a:lnTo>
                  <a:lnTo>
                    <a:pt x="28" y="9"/>
                  </a:lnTo>
                  <a:lnTo>
                    <a:pt x="28" y="9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94" name="Freeform 1257"/>
            <p:cNvSpPr/>
            <p:nvPr/>
          </p:nvSpPr>
          <p:spPr bwMode="auto">
            <a:xfrm>
              <a:off x="2581866" y="6209048"/>
              <a:ext cx="25091" cy="8065"/>
            </a:xfrm>
            <a:custGeom>
              <a:avLst/>
              <a:gdLst>
                <a:gd name="T0" fmla="*/ 2 w 28"/>
                <a:gd name="T1" fmla="*/ 0 h 9"/>
                <a:gd name="T2" fmla="*/ 0 w 28"/>
                <a:gd name="T3" fmla="*/ 2 h 9"/>
                <a:gd name="T4" fmla="*/ 28 w 28"/>
                <a:gd name="T5" fmla="*/ 9 h 9"/>
                <a:gd name="T6" fmla="*/ 28 w 28"/>
                <a:gd name="T7" fmla="*/ 9 h 9"/>
                <a:gd name="T8" fmla="*/ 2 w 28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9">
                  <a:moveTo>
                    <a:pt x="2" y="0"/>
                  </a:moveTo>
                  <a:lnTo>
                    <a:pt x="0" y="2"/>
                  </a:lnTo>
                  <a:lnTo>
                    <a:pt x="28" y="9"/>
                  </a:lnTo>
                  <a:lnTo>
                    <a:pt x="28" y="9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95" name="Freeform 1258"/>
            <p:cNvSpPr/>
            <p:nvPr/>
          </p:nvSpPr>
          <p:spPr bwMode="auto">
            <a:xfrm>
              <a:off x="2583659" y="6075529"/>
              <a:ext cx="133519" cy="141584"/>
            </a:xfrm>
            <a:custGeom>
              <a:avLst/>
              <a:gdLst>
                <a:gd name="T0" fmla="*/ 149 w 149"/>
                <a:gd name="T1" fmla="*/ 0 h 158"/>
                <a:gd name="T2" fmla="*/ 0 w 149"/>
                <a:gd name="T3" fmla="*/ 149 h 158"/>
                <a:gd name="T4" fmla="*/ 26 w 149"/>
                <a:gd name="T5" fmla="*/ 158 h 158"/>
                <a:gd name="T6" fmla="*/ 149 w 149"/>
                <a:gd name="T7" fmla="*/ 35 h 158"/>
                <a:gd name="T8" fmla="*/ 149 w 149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158">
                  <a:moveTo>
                    <a:pt x="149" y="0"/>
                  </a:moveTo>
                  <a:lnTo>
                    <a:pt x="0" y="149"/>
                  </a:lnTo>
                  <a:lnTo>
                    <a:pt x="26" y="158"/>
                  </a:lnTo>
                  <a:lnTo>
                    <a:pt x="149" y="35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96" name="Freeform 1259"/>
            <p:cNvSpPr/>
            <p:nvPr/>
          </p:nvSpPr>
          <p:spPr bwMode="auto">
            <a:xfrm>
              <a:off x="2583659" y="6075529"/>
              <a:ext cx="133519" cy="141584"/>
            </a:xfrm>
            <a:custGeom>
              <a:avLst/>
              <a:gdLst>
                <a:gd name="T0" fmla="*/ 149 w 149"/>
                <a:gd name="T1" fmla="*/ 0 h 158"/>
                <a:gd name="T2" fmla="*/ 0 w 149"/>
                <a:gd name="T3" fmla="*/ 149 h 158"/>
                <a:gd name="T4" fmla="*/ 26 w 149"/>
                <a:gd name="T5" fmla="*/ 158 h 158"/>
                <a:gd name="T6" fmla="*/ 149 w 149"/>
                <a:gd name="T7" fmla="*/ 35 h 158"/>
                <a:gd name="T8" fmla="*/ 149 w 149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158">
                  <a:moveTo>
                    <a:pt x="149" y="0"/>
                  </a:moveTo>
                  <a:lnTo>
                    <a:pt x="0" y="149"/>
                  </a:lnTo>
                  <a:lnTo>
                    <a:pt x="26" y="158"/>
                  </a:lnTo>
                  <a:lnTo>
                    <a:pt x="149" y="35"/>
                  </a:lnTo>
                  <a:lnTo>
                    <a:pt x="149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97" name="Freeform 1260"/>
            <p:cNvSpPr/>
            <p:nvPr/>
          </p:nvSpPr>
          <p:spPr bwMode="auto">
            <a:xfrm>
              <a:off x="2628464" y="6223386"/>
              <a:ext cx="25091" cy="8961"/>
            </a:xfrm>
            <a:custGeom>
              <a:avLst/>
              <a:gdLst>
                <a:gd name="T0" fmla="*/ 2 w 28"/>
                <a:gd name="T1" fmla="*/ 0 h 10"/>
                <a:gd name="T2" fmla="*/ 0 w 28"/>
                <a:gd name="T3" fmla="*/ 3 h 10"/>
                <a:gd name="T4" fmla="*/ 28 w 28"/>
                <a:gd name="T5" fmla="*/ 10 h 10"/>
                <a:gd name="T6" fmla="*/ 28 w 28"/>
                <a:gd name="T7" fmla="*/ 7 h 10"/>
                <a:gd name="T8" fmla="*/ 2 w 2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0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98" name="Freeform 1261"/>
            <p:cNvSpPr/>
            <p:nvPr/>
          </p:nvSpPr>
          <p:spPr bwMode="auto">
            <a:xfrm>
              <a:off x="2628464" y="6223386"/>
              <a:ext cx="25091" cy="8961"/>
            </a:xfrm>
            <a:custGeom>
              <a:avLst/>
              <a:gdLst>
                <a:gd name="T0" fmla="*/ 2 w 28"/>
                <a:gd name="T1" fmla="*/ 0 h 10"/>
                <a:gd name="T2" fmla="*/ 0 w 28"/>
                <a:gd name="T3" fmla="*/ 3 h 10"/>
                <a:gd name="T4" fmla="*/ 28 w 28"/>
                <a:gd name="T5" fmla="*/ 10 h 10"/>
                <a:gd name="T6" fmla="*/ 28 w 28"/>
                <a:gd name="T7" fmla="*/ 7 h 10"/>
                <a:gd name="T8" fmla="*/ 2 w 2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0">
                  <a:moveTo>
                    <a:pt x="2" y="0"/>
                  </a:moveTo>
                  <a:lnTo>
                    <a:pt x="0" y="3"/>
                  </a:lnTo>
                  <a:lnTo>
                    <a:pt x="28" y="10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399" name="Freeform 1262"/>
            <p:cNvSpPr/>
            <p:nvPr/>
          </p:nvSpPr>
          <p:spPr bwMode="auto">
            <a:xfrm>
              <a:off x="2630256" y="6136464"/>
              <a:ext cx="86922" cy="93195"/>
            </a:xfrm>
            <a:custGeom>
              <a:avLst/>
              <a:gdLst>
                <a:gd name="T0" fmla="*/ 97 w 97"/>
                <a:gd name="T1" fmla="*/ 0 h 104"/>
                <a:gd name="T2" fmla="*/ 0 w 97"/>
                <a:gd name="T3" fmla="*/ 97 h 104"/>
                <a:gd name="T4" fmla="*/ 26 w 97"/>
                <a:gd name="T5" fmla="*/ 104 h 104"/>
                <a:gd name="T6" fmla="*/ 97 w 97"/>
                <a:gd name="T7" fmla="*/ 33 h 104"/>
                <a:gd name="T8" fmla="*/ 97 w 97"/>
                <a:gd name="T9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104">
                  <a:moveTo>
                    <a:pt x="97" y="0"/>
                  </a:moveTo>
                  <a:lnTo>
                    <a:pt x="0" y="97"/>
                  </a:lnTo>
                  <a:lnTo>
                    <a:pt x="26" y="104"/>
                  </a:lnTo>
                  <a:lnTo>
                    <a:pt x="97" y="33"/>
                  </a:lnTo>
                  <a:lnTo>
                    <a:pt x="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00" name="Freeform 1263"/>
            <p:cNvSpPr/>
            <p:nvPr/>
          </p:nvSpPr>
          <p:spPr bwMode="auto">
            <a:xfrm>
              <a:off x="2630256" y="6136464"/>
              <a:ext cx="86922" cy="93195"/>
            </a:xfrm>
            <a:custGeom>
              <a:avLst/>
              <a:gdLst>
                <a:gd name="T0" fmla="*/ 97 w 97"/>
                <a:gd name="T1" fmla="*/ 0 h 104"/>
                <a:gd name="T2" fmla="*/ 0 w 97"/>
                <a:gd name="T3" fmla="*/ 97 h 104"/>
                <a:gd name="T4" fmla="*/ 26 w 97"/>
                <a:gd name="T5" fmla="*/ 104 h 104"/>
                <a:gd name="T6" fmla="*/ 97 w 97"/>
                <a:gd name="T7" fmla="*/ 33 h 104"/>
                <a:gd name="T8" fmla="*/ 97 w 97"/>
                <a:gd name="T9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104">
                  <a:moveTo>
                    <a:pt x="97" y="0"/>
                  </a:moveTo>
                  <a:lnTo>
                    <a:pt x="0" y="97"/>
                  </a:lnTo>
                  <a:lnTo>
                    <a:pt x="26" y="104"/>
                  </a:lnTo>
                  <a:lnTo>
                    <a:pt x="97" y="33"/>
                  </a:lnTo>
                  <a:lnTo>
                    <a:pt x="97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01" name="Freeform 1264"/>
            <p:cNvSpPr/>
            <p:nvPr/>
          </p:nvSpPr>
          <p:spPr bwMode="auto">
            <a:xfrm>
              <a:off x="2675061" y="6238619"/>
              <a:ext cx="25091" cy="8065"/>
            </a:xfrm>
            <a:custGeom>
              <a:avLst/>
              <a:gdLst>
                <a:gd name="T0" fmla="*/ 2 w 28"/>
                <a:gd name="T1" fmla="*/ 0 h 9"/>
                <a:gd name="T2" fmla="*/ 0 w 28"/>
                <a:gd name="T3" fmla="*/ 0 h 9"/>
                <a:gd name="T4" fmla="*/ 26 w 28"/>
                <a:gd name="T5" fmla="*/ 9 h 9"/>
                <a:gd name="T6" fmla="*/ 28 w 28"/>
                <a:gd name="T7" fmla="*/ 7 h 9"/>
                <a:gd name="T8" fmla="*/ 2 w 28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9">
                  <a:moveTo>
                    <a:pt x="2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02" name="Freeform 1265"/>
            <p:cNvSpPr/>
            <p:nvPr/>
          </p:nvSpPr>
          <p:spPr bwMode="auto">
            <a:xfrm>
              <a:off x="2675061" y="6238619"/>
              <a:ext cx="25091" cy="8065"/>
            </a:xfrm>
            <a:custGeom>
              <a:avLst/>
              <a:gdLst>
                <a:gd name="T0" fmla="*/ 2 w 28"/>
                <a:gd name="T1" fmla="*/ 0 h 9"/>
                <a:gd name="T2" fmla="*/ 0 w 28"/>
                <a:gd name="T3" fmla="*/ 0 h 9"/>
                <a:gd name="T4" fmla="*/ 26 w 28"/>
                <a:gd name="T5" fmla="*/ 9 h 9"/>
                <a:gd name="T6" fmla="*/ 28 w 28"/>
                <a:gd name="T7" fmla="*/ 7 h 9"/>
                <a:gd name="T8" fmla="*/ 2 w 28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9">
                  <a:moveTo>
                    <a:pt x="2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03" name="Freeform 1266"/>
            <p:cNvSpPr/>
            <p:nvPr/>
          </p:nvSpPr>
          <p:spPr bwMode="auto">
            <a:xfrm>
              <a:off x="2676853" y="6196503"/>
              <a:ext cx="40325" cy="48390"/>
            </a:xfrm>
            <a:custGeom>
              <a:avLst/>
              <a:gdLst>
                <a:gd name="T0" fmla="*/ 45 w 45"/>
                <a:gd name="T1" fmla="*/ 0 h 54"/>
                <a:gd name="T2" fmla="*/ 0 w 45"/>
                <a:gd name="T3" fmla="*/ 47 h 54"/>
                <a:gd name="T4" fmla="*/ 26 w 45"/>
                <a:gd name="T5" fmla="*/ 54 h 54"/>
                <a:gd name="T6" fmla="*/ 45 w 45"/>
                <a:gd name="T7" fmla="*/ 35 h 54"/>
                <a:gd name="T8" fmla="*/ 45 w 45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54">
                  <a:moveTo>
                    <a:pt x="45" y="0"/>
                  </a:moveTo>
                  <a:lnTo>
                    <a:pt x="0" y="47"/>
                  </a:lnTo>
                  <a:lnTo>
                    <a:pt x="26" y="54"/>
                  </a:lnTo>
                  <a:lnTo>
                    <a:pt x="45" y="35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04" name="Freeform 1267"/>
            <p:cNvSpPr/>
            <p:nvPr/>
          </p:nvSpPr>
          <p:spPr bwMode="auto">
            <a:xfrm>
              <a:off x="2676853" y="6196503"/>
              <a:ext cx="40325" cy="48390"/>
            </a:xfrm>
            <a:custGeom>
              <a:avLst/>
              <a:gdLst>
                <a:gd name="T0" fmla="*/ 45 w 45"/>
                <a:gd name="T1" fmla="*/ 0 h 54"/>
                <a:gd name="T2" fmla="*/ 0 w 45"/>
                <a:gd name="T3" fmla="*/ 47 h 54"/>
                <a:gd name="T4" fmla="*/ 26 w 45"/>
                <a:gd name="T5" fmla="*/ 54 h 54"/>
                <a:gd name="T6" fmla="*/ 45 w 45"/>
                <a:gd name="T7" fmla="*/ 35 h 54"/>
                <a:gd name="T8" fmla="*/ 45 w 45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54">
                  <a:moveTo>
                    <a:pt x="45" y="0"/>
                  </a:moveTo>
                  <a:lnTo>
                    <a:pt x="0" y="47"/>
                  </a:lnTo>
                  <a:lnTo>
                    <a:pt x="26" y="54"/>
                  </a:lnTo>
                  <a:lnTo>
                    <a:pt x="45" y="35"/>
                  </a:lnTo>
                  <a:lnTo>
                    <a:pt x="45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05" name="Freeform 1268"/>
            <p:cNvSpPr/>
            <p:nvPr/>
          </p:nvSpPr>
          <p:spPr bwMode="auto">
            <a:xfrm>
              <a:off x="2717178" y="2939171"/>
              <a:ext cx="491960" cy="3313786"/>
            </a:xfrm>
            <a:custGeom>
              <a:avLst/>
              <a:gdLst>
                <a:gd name="T0" fmla="*/ 549 w 549"/>
                <a:gd name="T1" fmla="*/ 3526 h 3698"/>
                <a:gd name="T2" fmla="*/ 0 w 549"/>
                <a:gd name="T3" fmla="*/ 3698 h 3698"/>
                <a:gd name="T4" fmla="*/ 0 w 549"/>
                <a:gd name="T5" fmla="*/ 0 h 3698"/>
                <a:gd name="T6" fmla="*/ 549 w 549"/>
                <a:gd name="T7" fmla="*/ 173 h 3698"/>
                <a:gd name="T8" fmla="*/ 549 w 549"/>
                <a:gd name="T9" fmla="*/ 3526 h 3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3698">
                  <a:moveTo>
                    <a:pt x="549" y="3526"/>
                  </a:moveTo>
                  <a:lnTo>
                    <a:pt x="0" y="3698"/>
                  </a:lnTo>
                  <a:lnTo>
                    <a:pt x="0" y="0"/>
                  </a:lnTo>
                  <a:lnTo>
                    <a:pt x="549" y="173"/>
                  </a:lnTo>
                  <a:lnTo>
                    <a:pt x="549" y="3526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</p:grpSp>
      <p:grpSp>
        <p:nvGrpSpPr>
          <p:cNvPr id="407" name="Group 4800"/>
          <p:cNvGrpSpPr/>
          <p:nvPr/>
        </p:nvGrpSpPr>
        <p:grpSpPr>
          <a:xfrm>
            <a:off x="7852850" y="2298771"/>
            <a:ext cx="638897" cy="1083239"/>
            <a:chOff x="3433163" y="3803910"/>
            <a:chExt cx="983921" cy="2760891"/>
          </a:xfrm>
        </p:grpSpPr>
        <p:sp>
          <p:nvSpPr>
            <p:cNvPr id="409" name="Freeform 898"/>
            <p:cNvSpPr/>
            <p:nvPr/>
          </p:nvSpPr>
          <p:spPr bwMode="auto">
            <a:xfrm>
              <a:off x="3435851" y="3803910"/>
              <a:ext cx="491064" cy="2759099"/>
            </a:xfrm>
            <a:custGeom>
              <a:avLst/>
              <a:gdLst>
                <a:gd name="T0" fmla="*/ 548 w 548"/>
                <a:gd name="T1" fmla="*/ 3079 h 3079"/>
                <a:gd name="T2" fmla="*/ 0 w 548"/>
                <a:gd name="T3" fmla="*/ 2906 h 3079"/>
                <a:gd name="T4" fmla="*/ 0 w 548"/>
                <a:gd name="T5" fmla="*/ 170 h 3079"/>
                <a:gd name="T6" fmla="*/ 548 w 548"/>
                <a:gd name="T7" fmla="*/ 0 h 3079"/>
                <a:gd name="T8" fmla="*/ 548 w 548"/>
                <a:gd name="T9" fmla="*/ 3079 h 30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8" h="3079">
                  <a:moveTo>
                    <a:pt x="548" y="3079"/>
                  </a:moveTo>
                  <a:lnTo>
                    <a:pt x="0" y="2906"/>
                  </a:lnTo>
                  <a:lnTo>
                    <a:pt x="0" y="170"/>
                  </a:lnTo>
                  <a:lnTo>
                    <a:pt x="548" y="0"/>
                  </a:lnTo>
                  <a:lnTo>
                    <a:pt x="548" y="3079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10" name="Freeform 899"/>
            <p:cNvSpPr/>
            <p:nvPr/>
          </p:nvSpPr>
          <p:spPr bwMode="auto">
            <a:xfrm>
              <a:off x="3435851" y="3803910"/>
              <a:ext cx="491064" cy="2759099"/>
            </a:xfrm>
            <a:custGeom>
              <a:avLst/>
              <a:gdLst>
                <a:gd name="T0" fmla="*/ 548 w 548"/>
                <a:gd name="T1" fmla="*/ 3079 h 3079"/>
                <a:gd name="T2" fmla="*/ 0 w 548"/>
                <a:gd name="T3" fmla="*/ 2906 h 3079"/>
                <a:gd name="T4" fmla="*/ 0 w 548"/>
                <a:gd name="T5" fmla="*/ 170 h 3079"/>
                <a:gd name="T6" fmla="*/ 548 w 548"/>
                <a:gd name="T7" fmla="*/ 0 h 3079"/>
                <a:gd name="T8" fmla="*/ 548 w 548"/>
                <a:gd name="T9" fmla="*/ 3079 h 30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8" h="3079">
                  <a:moveTo>
                    <a:pt x="548" y="3079"/>
                  </a:moveTo>
                  <a:lnTo>
                    <a:pt x="0" y="2906"/>
                  </a:lnTo>
                  <a:lnTo>
                    <a:pt x="0" y="170"/>
                  </a:lnTo>
                  <a:lnTo>
                    <a:pt x="548" y="0"/>
                  </a:lnTo>
                  <a:lnTo>
                    <a:pt x="548" y="307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11" name="Freeform 900"/>
            <p:cNvSpPr/>
            <p:nvPr/>
          </p:nvSpPr>
          <p:spPr bwMode="auto">
            <a:xfrm>
              <a:off x="3926916" y="3803910"/>
              <a:ext cx="490168" cy="2760891"/>
            </a:xfrm>
            <a:custGeom>
              <a:avLst/>
              <a:gdLst>
                <a:gd name="T0" fmla="*/ 547 w 547"/>
                <a:gd name="T1" fmla="*/ 2908 h 3081"/>
                <a:gd name="T2" fmla="*/ 0 w 547"/>
                <a:gd name="T3" fmla="*/ 3081 h 3081"/>
                <a:gd name="T4" fmla="*/ 0 w 547"/>
                <a:gd name="T5" fmla="*/ 0 h 3081"/>
                <a:gd name="T6" fmla="*/ 547 w 547"/>
                <a:gd name="T7" fmla="*/ 173 h 3081"/>
                <a:gd name="T8" fmla="*/ 547 w 547"/>
                <a:gd name="T9" fmla="*/ 2908 h 3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7" h="3081">
                  <a:moveTo>
                    <a:pt x="547" y="2908"/>
                  </a:moveTo>
                  <a:lnTo>
                    <a:pt x="0" y="3081"/>
                  </a:lnTo>
                  <a:lnTo>
                    <a:pt x="0" y="0"/>
                  </a:lnTo>
                  <a:lnTo>
                    <a:pt x="547" y="173"/>
                  </a:lnTo>
                  <a:lnTo>
                    <a:pt x="547" y="29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12" name="Freeform 901"/>
            <p:cNvSpPr/>
            <p:nvPr/>
          </p:nvSpPr>
          <p:spPr bwMode="auto">
            <a:xfrm>
              <a:off x="3926916" y="3803910"/>
              <a:ext cx="490168" cy="2760891"/>
            </a:xfrm>
            <a:custGeom>
              <a:avLst/>
              <a:gdLst>
                <a:gd name="T0" fmla="*/ 547 w 547"/>
                <a:gd name="T1" fmla="*/ 2908 h 3081"/>
                <a:gd name="T2" fmla="*/ 0 w 547"/>
                <a:gd name="T3" fmla="*/ 3081 h 3081"/>
                <a:gd name="T4" fmla="*/ 0 w 547"/>
                <a:gd name="T5" fmla="*/ 0 h 3081"/>
                <a:gd name="T6" fmla="*/ 547 w 547"/>
                <a:gd name="T7" fmla="*/ 173 h 3081"/>
                <a:gd name="T8" fmla="*/ 547 w 547"/>
                <a:gd name="T9" fmla="*/ 2908 h 3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7" h="3081">
                  <a:moveTo>
                    <a:pt x="547" y="2908"/>
                  </a:moveTo>
                  <a:lnTo>
                    <a:pt x="0" y="3081"/>
                  </a:lnTo>
                  <a:lnTo>
                    <a:pt x="0" y="0"/>
                  </a:lnTo>
                  <a:lnTo>
                    <a:pt x="547" y="173"/>
                  </a:lnTo>
                  <a:lnTo>
                    <a:pt x="547" y="290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13" name="Freeform 912"/>
            <p:cNvSpPr/>
            <p:nvPr/>
          </p:nvSpPr>
          <p:spPr bwMode="auto">
            <a:xfrm>
              <a:off x="3433163" y="3889040"/>
              <a:ext cx="491961" cy="2362126"/>
            </a:xfrm>
            <a:custGeom>
              <a:avLst/>
              <a:gdLst>
                <a:gd name="T0" fmla="*/ 549 w 549"/>
                <a:gd name="T1" fmla="*/ 2636 h 2636"/>
                <a:gd name="T2" fmla="*/ 0 w 549"/>
                <a:gd name="T3" fmla="*/ 2463 h 2636"/>
                <a:gd name="T4" fmla="*/ 0 w 549"/>
                <a:gd name="T5" fmla="*/ 172 h 2636"/>
                <a:gd name="T6" fmla="*/ 549 w 549"/>
                <a:gd name="T7" fmla="*/ 0 h 2636"/>
                <a:gd name="T8" fmla="*/ 549 w 549"/>
                <a:gd name="T9" fmla="*/ 2636 h 2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2636">
                  <a:moveTo>
                    <a:pt x="549" y="2636"/>
                  </a:moveTo>
                  <a:lnTo>
                    <a:pt x="0" y="2463"/>
                  </a:lnTo>
                  <a:lnTo>
                    <a:pt x="0" y="172"/>
                  </a:lnTo>
                  <a:lnTo>
                    <a:pt x="549" y="0"/>
                  </a:lnTo>
                  <a:lnTo>
                    <a:pt x="549" y="263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14" name="Freeform 913"/>
            <p:cNvSpPr/>
            <p:nvPr/>
          </p:nvSpPr>
          <p:spPr bwMode="auto">
            <a:xfrm>
              <a:off x="3433163" y="3889040"/>
              <a:ext cx="491961" cy="2362126"/>
            </a:xfrm>
            <a:custGeom>
              <a:avLst/>
              <a:gdLst>
                <a:gd name="T0" fmla="*/ 549 w 549"/>
                <a:gd name="T1" fmla="*/ 2636 h 2636"/>
                <a:gd name="T2" fmla="*/ 0 w 549"/>
                <a:gd name="T3" fmla="*/ 2463 h 2636"/>
                <a:gd name="T4" fmla="*/ 0 w 549"/>
                <a:gd name="T5" fmla="*/ 172 h 2636"/>
                <a:gd name="T6" fmla="*/ 549 w 549"/>
                <a:gd name="T7" fmla="*/ 0 h 2636"/>
                <a:gd name="T8" fmla="*/ 549 w 549"/>
                <a:gd name="T9" fmla="*/ 2636 h 2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2636">
                  <a:moveTo>
                    <a:pt x="549" y="2636"/>
                  </a:moveTo>
                  <a:lnTo>
                    <a:pt x="0" y="2463"/>
                  </a:lnTo>
                  <a:lnTo>
                    <a:pt x="0" y="172"/>
                  </a:lnTo>
                  <a:lnTo>
                    <a:pt x="549" y="0"/>
                  </a:lnTo>
                  <a:lnTo>
                    <a:pt x="549" y="2636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15" name="Freeform 914"/>
            <p:cNvSpPr/>
            <p:nvPr/>
          </p:nvSpPr>
          <p:spPr bwMode="auto">
            <a:xfrm>
              <a:off x="3433163" y="4038688"/>
              <a:ext cx="19714" cy="19714"/>
            </a:xfrm>
            <a:custGeom>
              <a:avLst/>
              <a:gdLst>
                <a:gd name="T0" fmla="*/ 22 w 22"/>
                <a:gd name="T1" fmla="*/ 0 h 22"/>
                <a:gd name="T2" fmla="*/ 0 w 22"/>
                <a:gd name="T3" fmla="*/ 8 h 22"/>
                <a:gd name="T4" fmla="*/ 0 w 22"/>
                <a:gd name="T5" fmla="*/ 22 h 22"/>
                <a:gd name="T6" fmla="*/ 22 w 22"/>
                <a:gd name="T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22">
                  <a:moveTo>
                    <a:pt x="22" y="0"/>
                  </a:moveTo>
                  <a:lnTo>
                    <a:pt x="0" y="8"/>
                  </a:lnTo>
                  <a:lnTo>
                    <a:pt x="0" y="22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16" name="Freeform 915"/>
            <p:cNvSpPr/>
            <p:nvPr/>
          </p:nvSpPr>
          <p:spPr bwMode="auto">
            <a:xfrm>
              <a:off x="3433163" y="4038688"/>
              <a:ext cx="19714" cy="19714"/>
            </a:xfrm>
            <a:custGeom>
              <a:avLst/>
              <a:gdLst>
                <a:gd name="T0" fmla="*/ 22 w 22"/>
                <a:gd name="T1" fmla="*/ 0 h 22"/>
                <a:gd name="T2" fmla="*/ 0 w 22"/>
                <a:gd name="T3" fmla="*/ 8 h 22"/>
                <a:gd name="T4" fmla="*/ 0 w 22"/>
                <a:gd name="T5" fmla="*/ 22 h 22"/>
                <a:gd name="T6" fmla="*/ 22 w 22"/>
                <a:gd name="T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22">
                  <a:moveTo>
                    <a:pt x="22" y="0"/>
                  </a:moveTo>
                  <a:lnTo>
                    <a:pt x="0" y="8"/>
                  </a:lnTo>
                  <a:lnTo>
                    <a:pt x="0" y="22"/>
                  </a:lnTo>
                  <a:lnTo>
                    <a:pt x="22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17" name="Freeform 916"/>
            <p:cNvSpPr/>
            <p:nvPr/>
          </p:nvSpPr>
          <p:spPr bwMode="auto">
            <a:xfrm>
              <a:off x="3433163" y="4011805"/>
              <a:ext cx="108428" cy="107533"/>
            </a:xfrm>
            <a:custGeom>
              <a:avLst/>
              <a:gdLst>
                <a:gd name="T0" fmla="*/ 121 w 121"/>
                <a:gd name="T1" fmla="*/ 0 h 120"/>
                <a:gd name="T2" fmla="*/ 69 w 121"/>
                <a:gd name="T3" fmla="*/ 16 h 120"/>
                <a:gd name="T4" fmla="*/ 0 w 121"/>
                <a:gd name="T5" fmla="*/ 85 h 120"/>
                <a:gd name="T6" fmla="*/ 0 w 121"/>
                <a:gd name="T7" fmla="*/ 120 h 120"/>
                <a:gd name="T8" fmla="*/ 121 w 121"/>
                <a:gd name="T9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1" h="120">
                  <a:moveTo>
                    <a:pt x="121" y="0"/>
                  </a:moveTo>
                  <a:lnTo>
                    <a:pt x="69" y="16"/>
                  </a:lnTo>
                  <a:lnTo>
                    <a:pt x="0" y="85"/>
                  </a:lnTo>
                  <a:lnTo>
                    <a:pt x="0" y="120"/>
                  </a:lnTo>
                  <a:lnTo>
                    <a:pt x="1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18" name="Freeform 917"/>
            <p:cNvSpPr/>
            <p:nvPr/>
          </p:nvSpPr>
          <p:spPr bwMode="auto">
            <a:xfrm>
              <a:off x="3433163" y="4011805"/>
              <a:ext cx="108428" cy="107533"/>
            </a:xfrm>
            <a:custGeom>
              <a:avLst/>
              <a:gdLst>
                <a:gd name="T0" fmla="*/ 121 w 121"/>
                <a:gd name="T1" fmla="*/ 0 h 120"/>
                <a:gd name="T2" fmla="*/ 69 w 121"/>
                <a:gd name="T3" fmla="*/ 16 h 120"/>
                <a:gd name="T4" fmla="*/ 0 w 121"/>
                <a:gd name="T5" fmla="*/ 85 h 120"/>
                <a:gd name="T6" fmla="*/ 0 w 121"/>
                <a:gd name="T7" fmla="*/ 120 h 120"/>
                <a:gd name="T8" fmla="*/ 121 w 121"/>
                <a:gd name="T9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1" h="120">
                  <a:moveTo>
                    <a:pt x="121" y="0"/>
                  </a:moveTo>
                  <a:lnTo>
                    <a:pt x="69" y="16"/>
                  </a:lnTo>
                  <a:lnTo>
                    <a:pt x="0" y="85"/>
                  </a:lnTo>
                  <a:lnTo>
                    <a:pt x="0" y="120"/>
                  </a:lnTo>
                  <a:lnTo>
                    <a:pt x="121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19" name="Freeform 918"/>
            <p:cNvSpPr/>
            <p:nvPr/>
          </p:nvSpPr>
          <p:spPr bwMode="auto">
            <a:xfrm>
              <a:off x="3433163" y="3984026"/>
              <a:ext cx="197142" cy="195350"/>
            </a:xfrm>
            <a:custGeom>
              <a:avLst/>
              <a:gdLst>
                <a:gd name="T0" fmla="*/ 220 w 220"/>
                <a:gd name="T1" fmla="*/ 0 h 218"/>
                <a:gd name="T2" fmla="*/ 168 w 220"/>
                <a:gd name="T3" fmla="*/ 17 h 218"/>
                <a:gd name="T4" fmla="*/ 0 w 220"/>
                <a:gd name="T5" fmla="*/ 184 h 218"/>
                <a:gd name="T6" fmla="*/ 0 w 220"/>
                <a:gd name="T7" fmla="*/ 218 h 218"/>
                <a:gd name="T8" fmla="*/ 220 w 220"/>
                <a:gd name="T9" fmla="*/ 0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218">
                  <a:moveTo>
                    <a:pt x="220" y="0"/>
                  </a:moveTo>
                  <a:lnTo>
                    <a:pt x="168" y="17"/>
                  </a:lnTo>
                  <a:lnTo>
                    <a:pt x="0" y="184"/>
                  </a:lnTo>
                  <a:lnTo>
                    <a:pt x="0" y="218"/>
                  </a:lnTo>
                  <a:lnTo>
                    <a:pt x="22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20" name="Freeform 919"/>
            <p:cNvSpPr/>
            <p:nvPr/>
          </p:nvSpPr>
          <p:spPr bwMode="auto">
            <a:xfrm>
              <a:off x="3433163" y="3984026"/>
              <a:ext cx="197142" cy="195350"/>
            </a:xfrm>
            <a:custGeom>
              <a:avLst/>
              <a:gdLst>
                <a:gd name="T0" fmla="*/ 220 w 220"/>
                <a:gd name="T1" fmla="*/ 0 h 218"/>
                <a:gd name="T2" fmla="*/ 168 w 220"/>
                <a:gd name="T3" fmla="*/ 17 h 218"/>
                <a:gd name="T4" fmla="*/ 0 w 220"/>
                <a:gd name="T5" fmla="*/ 184 h 218"/>
                <a:gd name="T6" fmla="*/ 0 w 220"/>
                <a:gd name="T7" fmla="*/ 218 h 218"/>
                <a:gd name="T8" fmla="*/ 220 w 220"/>
                <a:gd name="T9" fmla="*/ 0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218">
                  <a:moveTo>
                    <a:pt x="220" y="0"/>
                  </a:moveTo>
                  <a:lnTo>
                    <a:pt x="168" y="17"/>
                  </a:lnTo>
                  <a:lnTo>
                    <a:pt x="0" y="184"/>
                  </a:lnTo>
                  <a:lnTo>
                    <a:pt x="0" y="218"/>
                  </a:lnTo>
                  <a:lnTo>
                    <a:pt x="220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21" name="Freeform 920"/>
            <p:cNvSpPr/>
            <p:nvPr/>
          </p:nvSpPr>
          <p:spPr bwMode="auto">
            <a:xfrm>
              <a:off x="3433163" y="3956248"/>
              <a:ext cx="286752" cy="284064"/>
            </a:xfrm>
            <a:custGeom>
              <a:avLst/>
              <a:gdLst>
                <a:gd name="T0" fmla="*/ 320 w 320"/>
                <a:gd name="T1" fmla="*/ 0 h 317"/>
                <a:gd name="T2" fmla="*/ 268 w 320"/>
                <a:gd name="T3" fmla="*/ 17 h 317"/>
                <a:gd name="T4" fmla="*/ 0 w 320"/>
                <a:gd name="T5" fmla="*/ 282 h 317"/>
                <a:gd name="T6" fmla="*/ 0 w 320"/>
                <a:gd name="T7" fmla="*/ 317 h 317"/>
                <a:gd name="T8" fmla="*/ 320 w 32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0" h="317">
                  <a:moveTo>
                    <a:pt x="320" y="0"/>
                  </a:moveTo>
                  <a:lnTo>
                    <a:pt x="268" y="17"/>
                  </a:lnTo>
                  <a:lnTo>
                    <a:pt x="0" y="282"/>
                  </a:lnTo>
                  <a:lnTo>
                    <a:pt x="0" y="317"/>
                  </a:lnTo>
                  <a:lnTo>
                    <a:pt x="32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22" name="Freeform 921"/>
            <p:cNvSpPr/>
            <p:nvPr/>
          </p:nvSpPr>
          <p:spPr bwMode="auto">
            <a:xfrm>
              <a:off x="3433163" y="3956248"/>
              <a:ext cx="286752" cy="284064"/>
            </a:xfrm>
            <a:custGeom>
              <a:avLst/>
              <a:gdLst>
                <a:gd name="T0" fmla="*/ 320 w 320"/>
                <a:gd name="T1" fmla="*/ 0 h 317"/>
                <a:gd name="T2" fmla="*/ 268 w 320"/>
                <a:gd name="T3" fmla="*/ 17 h 317"/>
                <a:gd name="T4" fmla="*/ 0 w 320"/>
                <a:gd name="T5" fmla="*/ 282 h 317"/>
                <a:gd name="T6" fmla="*/ 0 w 320"/>
                <a:gd name="T7" fmla="*/ 317 h 317"/>
                <a:gd name="T8" fmla="*/ 320 w 32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0" h="317">
                  <a:moveTo>
                    <a:pt x="320" y="0"/>
                  </a:moveTo>
                  <a:lnTo>
                    <a:pt x="268" y="17"/>
                  </a:lnTo>
                  <a:lnTo>
                    <a:pt x="0" y="282"/>
                  </a:lnTo>
                  <a:lnTo>
                    <a:pt x="0" y="317"/>
                  </a:lnTo>
                  <a:lnTo>
                    <a:pt x="320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23" name="Freeform 922"/>
            <p:cNvSpPr/>
            <p:nvPr/>
          </p:nvSpPr>
          <p:spPr bwMode="auto">
            <a:xfrm>
              <a:off x="3433163" y="3929364"/>
              <a:ext cx="375467" cy="372779"/>
            </a:xfrm>
            <a:custGeom>
              <a:avLst/>
              <a:gdLst>
                <a:gd name="T0" fmla="*/ 419 w 419"/>
                <a:gd name="T1" fmla="*/ 0 h 416"/>
                <a:gd name="T2" fmla="*/ 367 w 419"/>
                <a:gd name="T3" fmla="*/ 14 h 416"/>
                <a:gd name="T4" fmla="*/ 0 w 419"/>
                <a:gd name="T5" fmla="*/ 380 h 416"/>
                <a:gd name="T6" fmla="*/ 0 w 419"/>
                <a:gd name="T7" fmla="*/ 416 h 416"/>
                <a:gd name="T8" fmla="*/ 419 w 419"/>
                <a:gd name="T9" fmla="*/ 0 h 4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9" h="416">
                  <a:moveTo>
                    <a:pt x="419" y="0"/>
                  </a:moveTo>
                  <a:lnTo>
                    <a:pt x="367" y="14"/>
                  </a:lnTo>
                  <a:lnTo>
                    <a:pt x="0" y="380"/>
                  </a:lnTo>
                  <a:lnTo>
                    <a:pt x="0" y="416"/>
                  </a:lnTo>
                  <a:lnTo>
                    <a:pt x="41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24" name="Freeform 923"/>
            <p:cNvSpPr/>
            <p:nvPr/>
          </p:nvSpPr>
          <p:spPr bwMode="auto">
            <a:xfrm>
              <a:off x="3433163" y="3929364"/>
              <a:ext cx="375467" cy="372779"/>
            </a:xfrm>
            <a:custGeom>
              <a:avLst/>
              <a:gdLst>
                <a:gd name="T0" fmla="*/ 419 w 419"/>
                <a:gd name="T1" fmla="*/ 0 h 416"/>
                <a:gd name="T2" fmla="*/ 367 w 419"/>
                <a:gd name="T3" fmla="*/ 14 h 416"/>
                <a:gd name="T4" fmla="*/ 0 w 419"/>
                <a:gd name="T5" fmla="*/ 380 h 416"/>
                <a:gd name="T6" fmla="*/ 0 w 419"/>
                <a:gd name="T7" fmla="*/ 416 h 416"/>
                <a:gd name="T8" fmla="*/ 419 w 419"/>
                <a:gd name="T9" fmla="*/ 0 h 4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9" h="416">
                  <a:moveTo>
                    <a:pt x="419" y="0"/>
                  </a:moveTo>
                  <a:lnTo>
                    <a:pt x="367" y="14"/>
                  </a:lnTo>
                  <a:lnTo>
                    <a:pt x="0" y="380"/>
                  </a:lnTo>
                  <a:lnTo>
                    <a:pt x="0" y="416"/>
                  </a:lnTo>
                  <a:lnTo>
                    <a:pt x="419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25" name="Freeform 924"/>
            <p:cNvSpPr/>
            <p:nvPr/>
          </p:nvSpPr>
          <p:spPr bwMode="auto">
            <a:xfrm>
              <a:off x="3433163" y="3898897"/>
              <a:ext cx="464181" cy="464181"/>
            </a:xfrm>
            <a:custGeom>
              <a:avLst/>
              <a:gdLst>
                <a:gd name="T0" fmla="*/ 518 w 518"/>
                <a:gd name="T1" fmla="*/ 0 h 518"/>
                <a:gd name="T2" fmla="*/ 466 w 518"/>
                <a:gd name="T3" fmla="*/ 17 h 518"/>
                <a:gd name="T4" fmla="*/ 0 w 518"/>
                <a:gd name="T5" fmla="*/ 483 h 518"/>
                <a:gd name="T6" fmla="*/ 0 w 518"/>
                <a:gd name="T7" fmla="*/ 518 h 518"/>
                <a:gd name="T8" fmla="*/ 518 w 518"/>
                <a:gd name="T9" fmla="*/ 0 h 5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8" h="518">
                  <a:moveTo>
                    <a:pt x="518" y="0"/>
                  </a:moveTo>
                  <a:lnTo>
                    <a:pt x="466" y="17"/>
                  </a:lnTo>
                  <a:lnTo>
                    <a:pt x="0" y="483"/>
                  </a:lnTo>
                  <a:lnTo>
                    <a:pt x="0" y="518"/>
                  </a:lnTo>
                  <a:lnTo>
                    <a:pt x="51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26" name="Freeform 925"/>
            <p:cNvSpPr/>
            <p:nvPr/>
          </p:nvSpPr>
          <p:spPr bwMode="auto">
            <a:xfrm>
              <a:off x="3433163" y="3898897"/>
              <a:ext cx="464181" cy="464181"/>
            </a:xfrm>
            <a:custGeom>
              <a:avLst/>
              <a:gdLst>
                <a:gd name="T0" fmla="*/ 518 w 518"/>
                <a:gd name="T1" fmla="*/ 0 h 518"/>
                <a:gd name="T2" fmla="*/ 466 w 518"/>
                <a:gd name="T3" fmla="*/ 17 h 518"/>
                <a:gd name="T4" fmla="*/ 0 w 518"/>
                <a:gd name="T5" fmla="*/ 483 h 518"/>
                <a:gd name="T6" fmla="*/ 0 w 518"/>
                <a:gd name="T7" fmla="*/ 518 h 518"/>
                <a:gd name="T8" fmla="*/ 518 w 518"/>
                <a:gd name="T9" fmla="*/ 0 h 5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8" h="518">
                  <a:moveTo>
                    <a:pt x="518" y="0"/>
                  </a:moveTo>
                  <a:lnTo>
                    <a:pt x="466" y="17"/>
                  </a:lnTo>
                  <a:lnTo>
                    <a:pt x="0" y="483"/>
                  </a:lnTo>
                  <a:lnTo>
                    <a:pt x="0" y="518"/>
                  </a:lnTo>
                  <a:lnTo>
                    <a:pt x="518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27" name="Freeform 926"/>
            <p:cNvSpPr/>
            <p:nvPr/>
          </p:nvSpPr>
          <p:spPr bwMode="auto">
            <a:xfrm>
              <a:off x="3433163" y="3901585"/>
              <a:ext cx="491961" cy="523324"/>
            </a:xfrm>
            <a:custGeom>
              <a:avLst/>
              <a:gdLst>
                <a:gd name="T0" fmla="*/ 549 w 549"/>
                <a:gd name="T1" fmla="*/ 0 h 584"/>
                <a:gd name="T2" fmla="*/ 0 w 549"/>
                <a:gd name="T3" fmla="*/ 548 h 584"/>
                <a:gd name="T4" fmla="*/ 0 w 549"/>
                <a:gd name="T5" fmla="*/ 584 h 584"/>
                <a:gd name="T6" fmla="*/ 549 w 549"/>
                <a:gd name="T7" fmla="*/ 35 h 584"/>
                <a:gd name="T8" fmla="*/ 549 w 549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584">
                  <a:moveTo>
                    <a:pt x="549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9" y="35"/>
                  </a:lnTo>
                  <a:lnTo>
                    <a:pt x="54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28" name="Freeform 927"/>
            <p:cNvSpPr/>
            <p:nvPr/>
          </p:nvSpPr>
          <p:spPr bwMode="auto">
            <a:xfrm>
              <a:off x="3433163" y="3901585"/>
              <a:ext cx="491961" cy="523324"/>
            </a:xfrm>
            <a:custGeom>
              <a:avLst/>
              <a:gdLst>
                <a:gd name="T0" fmla="*/ 549 w 549"/>
                <a:gd name="T1" fmla="*/ 0 h 584"/>
                <a:gd name="T2" fmla="*/ 0 w 549"/>
                <a:gd name="T3" fmla="*/ 548 h 584"/>
                <a:gd name="T4" fmla="*/ 0 w 549"/>
                <a:gd name="T5" fmla="*/ 584 h 584"/>
                <a:gd name="T6" fmla="*/ 549 w 549"/>
                <a:gd name="T7" fmla="*/ 35 h 584"/>
                <a:gd name="T8" fmla="*/ 549 w 549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584">
                  <a:moveTo>
                    <a:pt x="549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9" y="35"/>
                  </a:lnTo>
                  <a:lnTo>
                    <a:pt x="549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29" name="Freeform 928"/>
            <p:cNvSpPr/>
            <p:nvPr/>
          </p:nvSpPr>
          <p:spPr bwMode="auto">
            <a:xfrm>
              <a:off x="3433163" y="3962520"/>
              <a:ext cx="491961" cy="521532"/>
            </a:xfrm>
            <a:custGeom>
              <a:avLst/>
              <a:gdLst>
                <a:gd name="T0" fmla="*/ 549 w 549"/>
                <a:gd name="T1" fmla="*/ 0 h 582"/>
                <a:gd name="T2" fmla="*/ 0 w 549"/>
                <a:gd name="T3" fmla="*/ 549 h 582"/>
                <a:gd name="T4" fmla="*/ 0 w 549"/>
                <a:gd name="T5" fmla="*/ 582 h 582"/>
                <a:gd name="T6" fmla="*/ 549 w 549"/>
                <a:gd name="T7" fmla="*/ 36 h 582"/>
                <a:gd name="T8" fmla="*/ 549 w 549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582">
                  <a:moveTo>
                    <a:pt x="549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9" y="36"/>
                  </a:lnTo>
                  <a:lnTo>
                    <a:pt x="54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30" name="Freeform 929"/>
            <p:cNvSpPr/>
            <p:nvPr/>
          </p:nvSpPr>
          <p:spPr bwMode="auto">
            <a:xfrm>
              <a:off x="3433163" y="3962520"/>
              <a:ext cx="491961" cy="521532"/>
            </a:xfrm>
            <a:custGeom>
              <a:avLst/>
              <a:gdLst>
                <a:gd name="T0" fmla="*/ 549 w 549"/>
                <a:gd name="T1" fmla="*/ 0 h 582"/>
                <a:gd name="T2" fmla="*/ 0 w 549"/>
                <a:gd name="T3" fmla="*/ 549 h 582"/>
                <a:gd name="T4" fmla="*/ 0 w 549"/>
                <a:gd name="T5" fmla="*/ 582 h 582"/>
                <a:gd name="T6" fmla="*/ 549 w 549"/>
                <a:gd name="T7" fmla="*/ 36 h 582"/>
                <a:gd name="T8" fmla="*/ 549 w 549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582">
                  <a:moveTo>
                    <a:pt x="549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9" y="36"/>
                  </a:lnTo>
                  <a:lnTo>
                    <a:pt x="549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31" name="Freeform 930"/>
            <p:cNvSpPr/>
            <p:nvPr/>
          </p:nvSpPr>
          <p:spPr bwMode="auto">
            <a:xfrm>
              <a:off x="3433163" y="4024351"/>
              <a:ext cx="491961" cy="521532"/>
            </a:xfrm>
            <a:custGeom>
              <a:avLst/>
              <a:gdLst>
                <a:gd name="T0" fmla="*/ 549 w 549"/>
                <a:gd name="T1" fmla="*/ 0 h 582"/>
                <a:gd name="T2" fmla="*/ 0 w 549"/>
                <a:gd name="T3" fmla="*/ 546 h 582"/>
                <a:gd name="T4" fmla="*/ 0 w 549"/>
                <a:gd name="T5" fmla="*/ 582 h 582"/>
                <a:gd name="T6" fmla="*/ 549 w 549"/>
                <a:gd name="T7" fmla="*/ 35 h 582"/>
                <a:gd name="T8" fmla="*/ 549 w 549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582">
                  <a:moveTo>
                    <a:pt x="549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9" y="35"/>
                  </a:lnTo>
                  <a:lnTo>
                    <a:pt x="54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32" name="Freeform 931"/>
            <p:cNvSpPr/>
            <p:nvPr/>
          </p:nvSpPr>
          <p:spPr bwMode="auto">
            <a:xfrm>
              <a:off x="3433163" y="4024351"/>
              <a:ext cx="491961" cy="521532"/>
            </a:xfrm>
            <a:custGeom>
              <a:avLst/>
              <a:gdLst>
                <a:gd name="T0" fmla="*/ 549 w 549"/>
                <a:gd name="T1" fmla="*/ 0 h 582"/>
                <a:gd name="T2" fmla="*/ 0 w 549"/>
                <a:gd name="T3" fmla="*/ 546 h 582"/>
                <a:gd name="T4" fmla="*/ 0 w 549"/>
                <a:gd name="T5" fmla="*/ 582 h 582"/>
                <a:gd name="T6" fmla="*/ 549 w 549"/>
                <a:gd name="T7" fmla="*/ 35 h 582"/>
                <a:gd name="T8" fmla="*/ 549 w 549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582">
                  <a:moveTo>
                    <a:pt x="549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9" y="35"/>
                  </a:lnTo>
                  <a:lnTo>
                    <a:pt x="549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33" name="Freeform 932"/>
            <p:cNvSpPr/>
            <p:nvPr/>
          </p:nvSpPr>
          <p:spPr bwMode="auto">
            <a:xfrm>
              <a:off x="3433163" y="4086182"/>
              <a:ext cx="491961" cy="520635"/>
            </a:xfrm>
            <a:custGeom>
              <a:avLst/>
              <a:gdLst>
                <a:gd name="T0" fmla="*/ 549 w 549"/>
                <a:gd name="T1" fmla="*/ 0 h 581"/>
                <a:gd name="T2" fmla="*/ 0 w 549"/>
                <a:gd name="T3" fmla="*/ 546 h 581"/>
                <a:gd name="T4" fmla="*/ 0 w 549"/>
                <a:gd name="T5" fmla="*/ 581 h 581"/>
                <a:gd name="T6" fmla="*/ 549 w 549"/>
                <a:gd name="T7" fmla="*/ 33 h 581"/>
                <a:gd name="T8" fmla="*/ 549 w 549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581">
                  <a:moveTo>
                    <a:pt x="549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9" y="33"/>
                  </a:lnTo>
                  <a:lnTo>
                    <a:pt x="54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34" name="Freeform 933"/>
            <p:cNvSpPr/>
            <p:nvPr/>
          </p:nvSpPr>
          <p:spPr bwMode="auto">
            <a:xfrm>
              <a:off x="3433163" y="4086182"/>
              <a:ext cx="491961" cy="520635"/>
            </a:xfrm>
            <a:custGeom>
              <a:avLst/>
              <a:gdLst>
                <a:gd name="T0" fmla="*/ 549 w 549"/>
                <a:gd name="T1" fmla="*/ 0 h 581"/>
                <a:gd name="T2" fmla="*/ 0 w 549"/>
                <a:gd name="T3" fmla="*/ 546 h 581"/>
                <a:gd name="T4" fmla="*/ 0 w 549"/>
                <a:gd name="T5" fmla="*/ 581 h 581"/>
                <a:gd name="T6" fmla="*/ 549 w 549"/>
                <a:gd name="T7" fmla="*/ 33 h 581"/>
                <a:gd name="T8" fmla="*/ 549 w 549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581">
                  <a:moveTo>
                    <a:pt x="549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9" y="33"/>
                  </a:lnTo>
                  <a:lnTo>
                    <a:pt x="549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35" name="Freeform 934"/>
            <p:cNvSpPr/>
            <p:nvPr/>
          </p:nvSpPr>
          <p:spPr bwMode="auto">
            <a:xfrm>
              <a:off x="3433163" y="4145324"/>
              <a:ext cx="491961" cy="523324"/>
            </a:xfrm>
            <a:custGeom>
              <a:avLst/>
              <a:gdLst>
                <a:gd name="T0" fmla="*/ 549 w 549"/>
                <a:gd name="T1" fmla="*/ 0 h 584"/>
                <a:gd name="T2" fmla="*/ 0 w 549"/>
                <a:gd name="T3" fmla="*/ 548 h 584"/>
                <a:gd name="T4" fmla="*/ 0 w 549"/>
                <a:gd name="T5" fmla="*/ 584 h 584"/>
                <a:gd name="T6" fmla="*/ 549 w 549"/>
                <a:gd name="T7" fmla="*/ 35 h 584"/>
                <a:gd name="T8" fmla="*/ 549 w 549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584">
                  <a:moveTo>
                    <a:pt x="549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9" y="35"/>
                  </a:lnTo>
                  <a:lnTo>
                    <a:pt x="54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36" name="Freeform 935"/>
            <p:cNvSpPr/>
            <p:nvPr/>
          </p:nvSpPr>
          <p:spPr bwMode="auto">
            <a:xfrm>
              <a:off x="3433163" y="4145324"/>
              <a:ext cx="491961" cy="523324"/>
            </a:xfrm>
            <a:custGeom>
              <a:avLst/>
              <a:gdLst>
                <a:gd name="T0" fmla="*/ 549 w 549"/>
                <a:gd name="T1" fmla="*/ 0 h 584"/>
                <a:gd name="T2" fmla="*/ 0 w 549"/>
                <a:gd name="T3" fmla="*/ 548 h 584"/>
                <a:gd name="T4" fmla="*/ 0 w 549"/>
                <a:gd name="T5" fmla="*/ 584 h 584"/>
                <a:gd name="T6" fmla="*/ 549 w 549"/>
                <a:gd name="T7" fmla="*/ 35 h 584"/>
                <a:gd name="T8" fmla="*/ 549 w 549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584">
                  <a:moveTo>
                    <a:pt x="549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9" y="35"/>
                  </a:lnTo>
                  <a:lnTo>
                    <a:pt x="549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37" name="Freeform 936"/>
            <p:cNvSpPr/>
            <p:nvPr/>
          </p:nvSpPr>
          <p:spPr bwMode="auto">
            <a:xfrm>
              <a:off x="3433163" y="4206260"/>
              <a:ext cx="491961" cy="523324"/>
            </a:xfrm>
            <a:custGeom>
              <a:avLst/>
              <a:gdLst>
                <a:gd name="T0" fmla="*/ 549 w 549"/>
                <a:gd name="T1" fmla="*/ 0 h 584"/>
                <a:gd name="T2" fmla="*/ 0 w 549"/>
                <a:gd name="T3" fmla="*/ 549 h 584"/>
                <a:gd name="T4" fmla="*/ 0 w 549"/>
                <a:gd name="T5" fmla="*/ 584 h 584"/>
                <a:gd name="T6" fmla="*/ 549 w 549"/>
                <a:gd name="T7" fmla="*/ 36 h 584"/>
                <a:gd name="T8" fmla="*/ 549 w 549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584">
                  <a:moveTo>
                    <a:pt x="549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9" y="36"/>
                  </a:lnTo>
                  <a:lnTo>
                    <a:pt x="54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38" name="Freeform 937"/>
            <p:cNvSpPr/>
            <p:nvPr/>
          </p:nvSpPr>
          <p:spPr bwMode="auto">
            <a:xfrm>
              <a:off x="3433163" y="4206260"/>
              <a:ext cx="491961" cy="523324"/>
            </a:xfrm>
            <a:custGeom>
              <a:avLst/>
              <a:gdLst>
                <a:gd name="T0" fmla="*/ 549 w 549"/>
                <a:gd name="T1" fmla="*/ 0 h 584"/>
                <a:gd name="T2" fmla="*/ 0 w 549"/>
                <a:gd name="T3" fmla="*/ 549 h 584"/>
                <a:gd name="T4" fmla="*/ 0 w 549"/>
                <a:gd name="T5" fmla="*/ 584 h 584"/>
                <a:gd name="T6" fmla="*/ 549 w 549"/>
                <a:gd name="T7" fmla="*/ 36 h 584"/>
                <a:gd name="T8" fmla="*/ 549 w 549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584">
                  <a:moveTo>
                    <a:pt x="549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9" y="36"/>
                  </a:lnTo>
                  <a:lnTo>
                    <a:pt x="549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39" name="Freeform 938"/>
            <p:cNvSpPr/>
            <p:nvPr/>
          </p:nvSpPr>
          <p:spPr bwMode="auto">
            <a:xfrm>
              <a:off x="3433163" y="4268091"/>
              <a:ext cx="491961" cy="521532"/>
            </a:xfrm>
            <a:custGeom>
              <a:avLst/>
              <a:gdLst>
                <a:gd name="T0" fmla="*/ 549 w 549"/>
                <a:gd name="T1" fmla="*/ 0 h 582"/>
                <a:gd name="T2" fmla="*/ 0 w 549"/>
                <a:gd name="T3" fmla="*/ 548 h 582"/>
                <a:gd name="T4" fmla="*/ 0 w 549"/>
                <a:gd name="T5" fmla="*/ 582 h 582"/>
                <a:gd name="T6" fmla="*/ 549 w 549"/>
                <a:gd name="T7" fmla="*/ 35 h 582"/>
                <a:gd name="T8" fmla="*/ 549 w 549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582">
                  <a:moveTo>
                    <a:pt x="549" y="0"/>
                  </a:moveTo>
                  <a:lnTo>
                    <a:pt x="0" y="548"/>
                  </a:lnTo>
                  <a:lnTo>
                    <a:pt x="0" y="582"/>
                  </a:lnTo>
                  <a:lnTo>
                    <a:pt x="549" y="35"/>
                  </a:lnTo>
                  <a:lnTo>
                    <a:pt x="54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40" name="Freeform 939"/>
            <p:cNvSpPr/>
            <p:nvPr/>
          </p:nvSpPr>
          <p:spPr bwMode="auto">
            <a:xfrm>
              <a:off x="3433163" y="4268091"/>
              <a:ext cx="491961" cy="521532"/>
            </a:xfrm>
            <a:custGeom>
              <a:avLst/>
              <a:gdLst>
                <a:gd name="T0" fmla="*/ 549 w 549"/>
                <a:gd name="T1" fmla="*/ 0 h 582"/>
                <a:gd name="T2" fmla="*/ 0 w 549"/>
                <a:gd name="T3" fmla="*/ 548 h 582"/>
                <a:gd name="T4" fmla="*/ 0 w 549"/>
                <a:gd name="T5" fmla="*/ 582 h 582"/>
                <a:gd name="T6" fmla="*/ 549 w 549"/>
                <a:gd name="T7" fmla="*/ 35 h 582"/>
                <a:gd name="T8" fmla="*/ 549 w 549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582">
                  <a:moveTo>
                    <a:pt x="549" y="0"/>
                  </a:moveTo>
                  <a:lnTo>
                    <a:pt x="0" y="548"/>
                  </a:lnTo>
                  <a:lnTo>
                    <a:pt x="0" y="582"/>
                  </a:lnTo>
                  <a:lnTo>
                    <a:pt x="549" y="35"/>
                  </a:lnTo>
                  <a:lnTo>
                    <a:pt x="549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41" name="Freeform 940"/>
            <p:cNvSpPr/>
            <p:nvPr/>
          </p:nvSpPr>
          <p:spPr bwMode="auto">
            <a:xfrm>
              <a:off x="3433163" y="4329026"/>
              <a:ext cx="491961" cy="521532"/>
            </a:xfrm>
            <a:custGeom>
              <a:avLst/>
              <a:gdLst>
                <a:gd name="T0" fmla="*/ 549 w 549"/>
                <a:gd name="T1" fmla="*/ 0 h 582"/>
                <a:gd name="T2" fmla="*/ 0 w 549"/>
                <a:gd name="T3" fmla="*/ 547 h 582"/>
                <a:gd name="T4" fmla="*/ 0 w 549"/>
                <a:gd name="T5" fmla="*/ 582 h 582"/>
                <a:gd name="T6" fmla="*/ 549 w 549"/>
                <a:gd name="T7" fmla="*/ 36 h 582"/>
                <a:gd name="T8" fmla="*/ 549 w 549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582">
                  <a:moveTo>
                    <a:pt x="549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9" y="36"/>
                  </a:lnTo>
                  <a:lnTo>
                    <a:pt x="54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42" name="Freeform 941"/>
            <p:cNvSpPr/>
            <p:nvPr/>
          </p:nvSpPr>
          <p:spPr bwMode="auto">
            <a:xfrm>
              <a:off x="3433163" y="4329026"/>
              <a:ext cx="491961" cy="521532"/>
            </a:xfrm>
            <a:custGeom>
              <a:avLst/>
              <a:gdLst>
                <a:gd name="T0" fmla="*/ 549 w 549"/>
                <a:gd name="T1" fmla="*/ 0 h 582"/>
                <a:gd name="T2" fmla="*/ 0 w 549"/>
                <a:gd name="T3" fmla="*/ 547 h 582"/>
                <a:gd name="T4" fmla="*/ 0 w 549"/>
                <a:gd name="T5" fmla="*/ 582 h 582"/>
                <a:gd name="T6" fmla="*/ 549 w 549"/>
                <a:gd name="T7" fmla="*/ 36 h 582"/>
                <a:gd name="T8" fmla="*/ 549 w 549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582">
                  <a:moveTo>
                    <a:pt x="549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9" y="36"/>
                  </a:lnTo>
                  <a:lnTo>
                    <a:pt x="549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43" name="Freeform 942"/>
            <p:cNvSpPr/>
            <p:nvPr/>
          </p:nvSpPr>
          <p:spPr bwMode="auto">
            <a:xfrm>
              <a:off x="3433163" y="4390857"/>
              <a:ext cx="491961" cy="521532"/>
            </a:xfrm>
            <a:custGeom>
              <a:avLst/>
              <a:gdLst>
                <a:gd name="T0" fmla="*/ 549 w 549"/>
                <a:gd name="T1" fmla="*/ 0 h 582"/>
                <a:gd name="T2" fmla="*/ 0 w 549"/>
                <a:gd name="T3" fmla="*/ 546 h 582"/>
                <a:gd name="T4" fmla="*/ 0 w 549"/>
                <a:gd name="T5" fmla="*/ 582 h 582"/>
                <a:gd name="T6" fmla="*/ 549 w 549"/>
                <a:gd name="T7" fmla="*/ 33 h 582"/>
                <a:gd name="T8" fmla="*/ 549 w 549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582">
                  <a:moveTo>
                    <a:pt x="549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9" y="33"/>
                  </a:lnTo>
                  <a:lnTo>
                    <a:pt x="54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44" name="Freeform 943"/>
            <p:cNvSpPr/>
            <p:nvPr/>
          </p:nvSpPr>
          <p:spPr bwMode="auto">
            <a:xfrm>
              <a:off x="3433163" y="4390857"/>
              <a:ext cx="491961" cy="521532"/>
            </a:xfrm>
            <a:custGeom>
              <a:avLst/>
              <a:gdLst>
                <a:gd name="T0" fmla="*/ 549 w 549"/>
                <a:gd name="T1" fmla="*/ 0 h 582"/>
                <a:gd name="T2" fmla="*/ 0 w 549"/>
                <a:gd name="T3" fmla="*/ 546 h 582"/>
                <a:gd name="T4" fmla="*/ 0 w 549"/>
                <a:gd name="T5" fmla="*/ 582 h 582"/>
                <a:gd name="T6" fmla="*/ 549 w 549"/>
                <a:gd name="T7" fmla="*/ 33 h 582"/>
                <a:gd name="T8" fmla="*/ 549 w 549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582">
                  <a:moveTo>
                    <a:pt x="549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9" y="33"/>
                  </a:lnTo>
                  <a:lnTo>
                    <a:pt x="549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45" name="Freeform 944"/>
            <p:cNvSpPr/>
            <p:nvPr/>
          </p:nvSpPr>
          <p:spPr bwMode="auto">
            <a:xfrm>
              <a:off x="3433163" y="4449999"/>
              <a:ext cx="491961" cy="523324"/>
            </a:xfrm>
            <a:custGeom>
              <a:avLst/>
              <a:gdLst>
                <a:gd name="T0" fmla="*/ 549 w 549"/>
                <a:gd name="T1" fmla="*/ 0 h 584"/>
                <a:gd name="T2" fmla="*/ 0 w 549"/>
                <a:gd name="T3" fmla="*/ 549 h 584"/>
                <a:gd name="T4" fmla="*/ 0 w 549"/>
                <a:gd name="T5" fmla="*/ 584 h 584"/>
                <a:gd name="T6" fmla="*/ 549 w 549"/>
                <a:gd name="T7" fmla="*/ 36 h 584"/>
                <a:gd name="T8" fmla="*/ 549 w 549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584">
                  <a:moveTo>
                    <a:pt x="549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9" y="36"/>
                  </a:lnTo>
                  <a:lnTo>
                    <a:pt x="54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46" name="Freeform 945"/>
            <p:cNvSpPr/>
            <p:nvPr/>
          </p:nvSpPr>
          <p:spPr bwMode="auto">
            <a:xfrm>
              <a:off x="3433163" y="4449999"/>
              <a:ext cx="491961" cy="523324"/>
            </a:xfrm>
            <a:custGeom>
              <a:avLst/>
              <a:gdLst>
                <a:gd name="T0" fmla="*/ 549 w 549"/>
                <a:gd name="T1" fmla="*/ 0 h 584"/>
                <a:gd name="T2" fmla="*/ 0 w 549"/>
                <a:gd name="T3" fmla="*/ 549 h 584"/>
                <a:gd name="T4" fmla="*/ 0 w 549"/>
                <a:gd name="T5" fmla="*/ 584 h 584"/>
                <a:gd name="T6" fmla="*/ 549 w 549"/>
                <a:gd name="T7" fmla="*/ 36 h 584"/>
                <a:gd name="T8" fmla="*/ 549 w 549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584">
                  <a:moveTo>
                    <a:pt x="549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9" y="36"/>
                  </a:lnTo>
                  <a:lnTo>
                    <a:pt x="549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47" name="Freeform 946"/>
            <p:cNvSpPr/>
            <p:nvPr/>
          </p:nvSpPr>
          <p:spPr bwMode="auto">
            <a:xfrm>
              <a:off x="3433163" y="4511830"/>
              <a:ext cx="491961" cy="520635"/>
            </a:xfrm>
            <a:custGeom>
              <a:avLst/>
              <a:gdLst>
                <a:gd name="T0" fmla="*/ 549 w 549"/>
                <a:gd name="T1" fmla="*/ 0 h 581"/>
                <a:gd name="T2" fmla="*/ 0 w 549"/>
                <a:gd name="T3" fmla="*/ 548 h 581"/>
                <a:gd name="T4" fmla="*/ 0 w 549"/>
                <a:gd name="T5" fmla="*/ 581 h 581"/>
                <a:gd name="T6" fmla="*/ 549 w 549"/>
                <a:gd name="T7" fmla="*/ 35 h 581"/>
                <a:gd name="T8" fmla="*/ 549 w 549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581">
                  <a:moveTo>
                    <a:pt x="549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9" y="35"/>
                  </a:lnTo>
                  <a:lnTo>
                    <a:pt x="54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48" name="Freeform 947"/>
            <p:cNvSpPr/>
            <p:nvPr/>
          </p:nvSpPr>
          <p:spPr bwMode="auto">
            <a:xfrm>
              <a:off x="3433163" y="4511830"/>
              <a:ext cx="491961" cy="520635"/>
            </a:xfrm>
            <a:custGeom>
              <a:avLst/>
              <a:gdLst>
                <a:gd name="T0" fmla="*/ 549 w 549"/>
                <a:gd name="T1" fmla="*/ 0 h 581"/>
                <a:gd name="T2" fmla="*/ 0 w 549"/>
                <a:gd name="T3" fmla="*/ 548 h 581"/>
                <a:gd name="T4" fmla="*/ 0 w 549"/>
                <a:gd name="T5" fmla="*/ 581 h 581"/>
                <a:gd name="T6" fmla="*/ 549 w 549"/>
                <a:gd name="T7" fmla="*/ 35 h 581"/>
                <a:gd name="T8" fmla="*/ 549 w 549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581">
                  <a:moveTo>
                    <a:pt x="549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9" y="35"/>
                  </a:lnTo>
                  <a:lnTo>
                    <a:pt x="549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49" name="Freeform 948"/>
            <p:cNvSpPr/>
            <p:nvPr/>
          </p:nvSpPr>
          <p:spPr bwMode="auto">
            <a:xfrm>
              <a:off x="3433163" y="4572766"/>
              <a:ext cx="491961" cy="521532"/>
            </a:xfrm>
            <a:custGeom>
              <a:avLst/>
              <a:gdLst>
                <a:gd name="T0" fmla="*/ 549 w 549"/>
                <a:gd name="T1" fmla="*/ 0 h 582"/>
                <a:gd name="T2" fmla="*/ 0 w 549"/>
                <a:gd name="T3" fmla="*/ 547 h 582"/>
                <a:gd name="T4" fmla="*/ 0 w 549"/>
                <a:gd name="T5" fmla="*/ 582 h 582"/>
                <a:gd name="T6" fmla="*/ 549 w 549"/>
                <a:gd name="T7" fmla="*/ 36 h 582"/>
                <a:gd name="T8" fmla="*/ 549 w 549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582">
                  <a:moveTo>
                    <a:pt x="549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9" y="36"/>
                  </a:lnTo>
                  <a:lnTo>
                    <a:pt x="54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50" name="Freeform 949"/>
            <p:cNvSpPr/>
            <p:nvPr/>
          </p:nvSpPr>
          <p:spPr bwMode="auto">
            <a:xfrm>
              <a:off x="3433163" y="4572766"/>
              <a:ext cx="491961" cy="521532"/>
            </a:xfrm>
            <a:custGeom>
              <a:avLst/>
              <a:gdLst>
                <a:gd name="T0" fmla="*/ 549 w 549"/>
                <a:gd name="T1" fmla="*/ 0 h 582"/>
                <a:gd name="T2" fmla="*/ 0 w 549"/>
                <a:gd name="T3" fmla="*/ 547 h 582"/>
                <a:gd name="T4" fmla="*/ 0 w 549"/>
                <a:gd name="T5" fmla="*/ 582 h 582"/>
                <a:gd name="T6" fmla="*/ 549 w 549"/>
                <a:gd name="T7" fmla="*/ 36 h 582"/>
                <a:gd name="T8" fmla="*/ 549 w 549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582">
                  <a:moveTo>
                    <a:pt x="549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9" y="36"/>
                  </a:lnTo>
                  <a:lnTo>
                    <a:pt x="549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51" name="Freeform 950"/>
            <p:cNvSpPr/>
            <p:nvPr/>
          </p:nvSpPr>
          <p:spPr bwMode="auto">
            <a:xfrm>
              <a:off x="3433163" y="4634597"/>
              <a:ext cx="491961" cy="521532"/>
            </a:xfrm>
            <a:custGeom>
              <a:avLst/>
              <a:gdLst>
                <a:gd name="T0" fmla="*/ 549 w 549"/>
                <a:gd name="T1" fmla="*/ 0 h 582"/>
                <a:gd name="T2" fmla="*/ 0 w 549"/>
                <a:gd name="T3" fmla="*/ 546 h 582"/>
                <a:gd name="T4" fmla="*/ 0 w 549"/>
                <a:gd name="T5" fmla="*/ 582 h 582"/>
                <a:gd name="T6" fmla="*/ 549 w 549"/>
                <a:gd name="T7" fmla="*/ 33 h 582"/>
                <a:gd name="T8" fmla="*/ 549 w 549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582">
                  <a:moveTo>
                    <a:pt x="549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9" y="33"/>
                  </a:lnTo>
                  <a:lnTo>
                    <a:pt x="54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52" name="Freeform 951"/>
            <p:cNvSpPr/>
            <p:nvPr/>
          </p:nvSpPr>
          <p:spPr bwMode="auto">
            <a:xfrm>
              <a:off x="3433163" y="4634597"/>
              <a:ext cx="491961" cy="521532"/>
            </a:xfrm>
            <a:custGeom>
              <a:avLst/>
              <a:gdLst>
                <a:gd name="T0" fmla="*/ 549 w 549"/>
                <a:gd name="T1" fmla="*/ 0 h 582"/>
                <a:gd name="T2" fmla="*/ 0 w 549"/>
                <a:gd name="T3" fmla="*/ 546 h 582"/>
                <a:gd name="T4" fmla="*/ 0 w 549"/>
                <a:gd name="T5" fmla="*/ 582 h 582"/>
                <a:gd name="T6" fmla="*/ 549 w 549"/>
                <a:gd name="T7" fmla="*/ 33 h 582"/>
                <a:gd name="T8" fmla="*/ 549 w 549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582">
                  <a:moveTo>
                    <a:pt x="549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9" y="33"/>
                  </a:lnTo>
                  <a:lnTo>
                    <a:pt x="549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53" name="Freeform 952"/>
            <p:cNvSpPr/>
            <p:nvPr/>
          </p:nvSpPr>
          <p:spPr bwMode="auto">
            <a:xfrm>
              <a:off x="3433163" y="4693739"/>
              <a:ext cx="491961" cy="523324"/>
            </a:xfrm>
            <a:custGeom>
              <a:avLst/>
              <a:gdLst>
                <a:gd name="T0" fmla="*/ 549 w 549"/>
                <a:gd name="T1" fmla="*/ 0 h 584"/>
                <a:gd name="T2" fmla="*/ 0 w 549"/>
                <a:gd name="T3" fmla="*/ 549 h 584"/>
                <a:gd name="T4" fmla="*/ 0 w 549"/>
                <a:gd name="T5" fmla="*/ 584 h 584"/>
                <a:gd name="T6" fmla="*/ 549 w 549"/>
                <a:gd name="T7" fmla="*/ 36 h 584"/>
                <a:gd name="T8" fmla="*/ 549 w 549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584">
                  <a:moveTo>
                    <a:pt x="549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9" y="36"/>
                  </a:lnTo>
                  <a:lnTo>
                    <a:pt x="54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54" name="Freeform 953"/>
            <p:cNvSpPr/>
            <p:nvPr/>
          </p:nvSpPr>
          <p:spPr bwMode="auto">
            <a:xfrm>
              <a:off x="3433163" y="4693739"/>
              <a:ext cx="491961" cy="523324"/>
            </a:xfrm>
            <a:custGeom>
              <a:avLst/>
              <a:gdLst>
                <a:gd name="T0" fmla="*/ 549 w 549"/>
                <a:gd name="T1" fmla="*/ 0 h 584"/>
                <a:gd name="T2" fmla="*/ 0 w 549"/>
                <a:gd name="T3" fmla="*/ 549 h 584"/>
                <a:gd name="T4" fmla="*/ 0 w 549"/>
                <a:gd name="T5" fmla="*/ 584 h 584"/>
                <a:gd name="T6" fmla="*/ 549 w 549"/>
                <a:gd name="T7" fmla="*/ 36 h 584"/>
                <a:gd name="T8" fmla="*/ 549 w 549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584">
                  <a:moveTo>
                    <a:pt x="549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9" y="36"/>
                  </a:lnTo>
                  <a:lnTo>
                    <a:pt x="549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55" name="Freeform 954"/>
            <p:cNvSpPr/>
            <p:nvPr/>
          </p:nvSpPr>
          <p:spPr bwMode="auto">
            <a:xfrm>
              <a:off x="3433163" y="4755570"/>
              <a:ext cx="491961" cy="523324"/>
            </a:xfrm>
            <a:custGeom>
              <a:avLst/>
              <a:gdLst>
                <a:gd name="T0" fmla="*/ 549 w 549"/>
                <a:gd name="T1" fmla="*/ 0 h 584"/>
                <a:gd name="T2" fmla="*/ 0 w 549"/>
                <a:gd name="T3" fmla="*/ 548 h 584"/>
                <a:gd name="T4" fmla="*/ 0 w 549"/>
                <a:gd name="T5" fmla="*/ 584 h 584"/>
                <a:gd name="T6" fmla="*/ 549 w 549"/>
                <a:gd name="T7" fmla="*/ 35 h 584"/>
                <a:gd name="T8" fmla="*/ 549 w 549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584">
                  <a:moveTo>
                    <a:pt x="549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9" y="35"/>
                  </a:lnTo>
                  <a:lnTo>
                    <a:pt x="54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56" name="Freeform 955"/>
            <p:cNvSpPr/>
            <p:nvPr/>
          </p:nvSpPr>
          <p:spPr bwMode="auto">
            <a:xfrm>
              <a:off x="3433163" y="4755570"/>
              <a:ext cx="491961" cy="523324"/>
            </a:xfrm>
            <a:custGeom>
              <a:avLst/>
              <a:gdLst>
                <a:gd name="T0" fmla="*/ 549 w 549"/>
                <a:gd name="T1" fmla="*/ 0 h 584"/>
                <a:gd name="T2" fmla="*/ 0 w 549"/>
                <a:gd name="T3" fmla="*/ 548 h 584"/>
                <a:gd name="T4" fmla="*/ 0 w 549"/>
                <a:gd name="T5" fmla="*/ 584 h 584"/>
                <a:gd name="T6" fmla="*/ 549 w 549"/>
                <a:gd name="T7" fmla="*/ 35 h 584"/>
                <a:gd name="T8" fmla="*/ 549 w 549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584">
                  <a:moveTo>
                    <a:pt x="549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9" y="35"/>
                  </a:lnTo>
                  <a:lnTo>
                    <a:pt x="549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57" name="Freeform 956"/>
            <p:cNvSpPr/>
            <p:nvPr/>
          </p:nvSpPr>
          <p:spPr bwMode="auto">
            <a:xfrm>
              <a:off x="3433163" y="4816505"/>
              <a:ext cx="491961" cy="521532"/>
            </a:xfrm>
            <a:custGeom>
              <a:avLst/>
              <a:gdLst>
                <a:gd name="T0" fmla="*/ 549 w 549"/>
                <a:gd name="T1" fmla="*/ 0 h 582"/>
                <a:gd name="T2" fmla="*/ 0 w 549"/>
                <a:gd name="T3" fmla="*/ 549 h 582"/>
                <a:gd name="T4" fmla="*/ 0 w 549"/>
                <a:gd name="T5" fmla="*/ 582 h 582"/>
                <a:gd name="T6" fmla="*/ 549 w 549"/>
                <a:gd name="T7" fmla="*/ 36 h 582"/>
                <a:gd name="T8" fmla="*/ 549 w 549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582">
                  <a:moveTo>
                    <a:pt x="549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9" y="36"/>
                  </a:lnTo>
                  <a:lnTo>
                    <a:pt x="54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58" name="Freeform 957"/>
            <p:cNvSpPr/>
            <p:nvPr/>
          </p:nvSpPr>
          <p:spPr bwMode="auto">
            <a:xfrm>
              <a:off x="3433163" y="4816505"/>
              <a:ext cx="491961" cy="521532"/>
            </a:xfrm>
            <a:custGeom>
              <a:avLst/>
              <a:gdLst>
                <a:gd name="T0" fmla="*/ 549 w 549"/>
                <a:gd name="T1" fmla="*/ 0 h 582"/>
                <a:gd name="T2" fmla="*/ 0 w 549"/>
                <a:gd name="T3" fmla="*/ 549 h 582"/>
                <a:gd name="T4" fmla="*/ 0 w 549"/>
                <a:gd name="T5" fmla="*/ 582 h 582"/>
                <a:gd name="T6" fmla="*/ 549 w 549"/>
                <a:gd name="T7" fmla="*/ 36 h 582"/>
                <a:gd name="T8" fmla="*/ 549 w 549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582">
                  <a:moveTo>
                    <a:pt x="549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9" y="36"/>
                  </a:lnTo>
                  <a:lnTo>
                    <a:pt x="549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59" name="Freeform 958"/>
            <p:cNvSpPr/>
            <p:nvPr/>
          </p:nvSpPr>
          <p:spPr bwMode="auto">
            <a:xfrm>
              <a:off x="3433163" y="4878337"/>
              <a:ext cx="491961" cy="520635"/>
            </a:xfrm>
            <a:custGeom>
              <a:avLst/>
              <a:gdLst>
                <a:gd name="T0" fmla="*/ 549 w 549"/>
                <a:gd name="T1" fmla="*/ 0 h 581"/>
                <a:gd name="T2" fmla="*/ 0 w 549"/>
                <a:gd name="T3" fmla="*/ 546 h 581"/>
                <a:gd name="T4" fmla="*/ 0 w 549"/>
                <a:gd name="T5" fmla="*/ 581 h 581"/>
                <a:gd name="T6" fmla="*/ 549 w 549"/>
                <a:gd name="T7" fmla="*/ 35 h 581"/>
                <a:gd name="T8" fmla="*/ 549 w 549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581">
                  <a:moveTo>
                    <a:pt x="549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9" y="35"/>
                  </a:lnTo>
                  <a:lnTo>
                    <a:pt x="54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60" name="Freeform 959"/>
            <p:cNvSpPr/>
            <p:nvPr/>
          </p:nvSpPr>
          <p:spPr bwMode="auto">
            <a:xfrm>
              <a:off x="3433163" y="4878337"/>
              <a:ext cx="491961" cy="520635"/>
            </a:xfrm>
            <a:custGeom>
              <a:avLst/>
              <a:gdLst>
                <a:gd name="T0" fmla="*/ 549 w 549"/>
                <a:gd name="T1" fmla="*/ 0 h 581"/>
                <a:gd name="T2" fmla="*/ 0 w 549"/>
                <a:gd name="T3" fmla="*/ 546 h 581"/>
                <a:gd name="T4" fmla="*/ 0 w 549"/>
                <a:gd name="T5" fmla="*/ 581 h 581"/>
                <a:gd name="T6" fmla="*/ 549 w 549"/>
                <a:gd name="T7" fmla="*/ 35 h 581"/>
                <a:gd name="T8" fmla="*/ 549 w 549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581">
                  <a:moveTo>
                    <a:pt x="549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9" y="35"/>
                  </a:lnTo>
                  <a:lnTo>
                    <a:pt x="549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61" name="Freeform 960"/>
            <p:cNvSpPr/>
            <p:nvPr/>
          </p:nvSpPr>
          <p:spPr bwMode="auto">
            <a:xfrm>
              <a:off x="3433163" y="4939271"/>
              <a:ext cx="491961" cy="521532"/>
            </a:xfrm>
            <a:custGeom>
              <a:avLst/>
              <a:gdLst>
                <a:gd name="T0" fmla="*/ 549 w 549"/>
                <a:gd name="T1" fmla="*/ 0 h 582"/>
                <a:gd name="T2" fmla="*/ 0 w 549"/>
                <a:gd name="T3" fmla="*/ 547 h 582"/>
                <a:gd name="T4" fmla="*/ 0 w 549"/>
                <a:gd name="T5" fmla="*/ 582 h 582"/>
                <a:gd name="T6" fmla="*/ 549 w 549"/>
                <a:gd name="T7" fmla="*/ 34 h 582"/>
                <a:gd name="T8" fmla="*/ 549 w 549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582">
                  <a:moveTo>
                    <a:pt x="549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9" y="34"/>
                  </a:lnTo>
                  <a:lnTo>
                    <a:pt x="54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62" name="Freeform 961"/>
            <p:cNvSpPr/>
            <p:nvPr/>
          </p:nvSpPr>
          <p:spPr bwMode="auto">
            <a:xfrm>
              <a:off x="3433163" y="4939271"/>
              <a:ext cx="491961" cy="521532"/>
            </a:xfrm>
            <a:custGeom>
              <a:avLst/>
              <a:gdLst>
                <a:gd name="T0" fmla="*/ 549 w 549"/>
                <a:gd name="T1" fmla="*/ 0 h 582"/>
                <a:gd name="T2" fmla="*/ 0 w 549"/>
                <a:gd name="T3" fmla="*/ 547 h 582"/>
                <a:gd name="T4" fmla="*/ 0 w 549"/>
                <a:gd name="T5" fmla="*/ 582 h 582"/>
                <a:gd name="T6" fmla="*/ 549 w 549"/>
                <a:gd name="T7" fmla="*/ 34 h 582"/>
                <a:gd name="T8" fmla="*/ 549 w 549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582">
                  <a:moveTo>
                    <a:pt x="549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9" y="34"/>
                  </a:lnTo>
                  <a:lnTo>
                    <a:pt x="549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63" name="Freeform 962"/>
            <p:cNvSpPr/>
            <p:nvPr/>
          </p:nvSpPr>
          <p:spPr bwMode="auto">
            <a:xfrm>
              <a:off x="3433163" y="4999310"/>
              <a:ext cx="491961" cy="523324"/>
            </a:xfrm>
            <a:custGeom>
              <a:avLst/>
              <a:gdLst>
                <a:gd name="T0" fmla="*/ 549 w 549"/>
                <a:gd name="T1" fmla="*/ 0 h 584"/>
                <a:gd name="T2" fmla="*/ 0 w 549"/>
                <a:gd name="T3" fmla="*/ 548 h 584"/>
                <a:gd name="T4" fmla="*/ 0 w 549"/>
                <a:gd name="T5" fmla="*/ 584 h 584"/>
                <a:gd name="T6" fmla="*/ 549 w 549"/>
                <a:gd name="T7" fmla="*/ 35 h 584"/>
                <a:gd name="T8" fmla="*/ 549 w 549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584">
                  <a:moveTo>
                    <a:pt x="549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9" y="35"/>
                  </a:lnTo>
                  <a:lnTo>
                    <a:pt x="54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64" name="Freeform 963"/>
            <p:cNvSpPr/>
            <p:nvPr/>
          </p:nvSpPr>
          <p:spPr bwMode="auto">
            <a:xfrm>
              <a:off x="3433163" y="4999310"/>
              <a:ext cx="491961" cy="523324"/>
            </a:xfrm>
            <a:custGeom>
              <a:avLst/>
              <a:gdLst>
                <a:gd name="T0" fmla="*/ 549 w 549"/>
                <a:gd name="T1" fmla="*/ 0 h 584"/>
                <a:gd name="T2" fmla="*/ 0 w 549"/>
                <a:gd name="T3" fmla="*/ 548 h 584"/>
                <a:gd name="T4" fmla="*/ 0 w 549"/>
                <a:gd name="T5" fmla="*/ 584 h 584"/>
                <a:gd name="T6" fmla="*/ 549 w 549"/>
                <a:gd name="T7" fmla="*/ 35 h 584"/>
                <a:gd name="T8" fmla="*/ 549 w 549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584">
                  <a:moveTo>
                    <a:pt x="549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9" y="35"/>
                  </a:lnTo>
                  <a:lnTo>
                    <a:pt x="549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65" name="Freeform 964"/>
            <p:cNvSpPr/>
            <p:nvPr/>
          </p:nvSpPr>
          <p:spPr bwMode="auto">
            <a:xfrm>
              <a:off x="3433163" y="5060245"/>
              <a:ext cx="491961" cy="523324"/>
            </a:xfrm>
            <a:custGeom>
              <a:avLst/>
              <a:gdLst>
                <a:gd name="T0" fmla="*/ 549 w 549"/>
                <a:gd name="T1" fmla="*/ 0 h 584"/>
                <a:gd name="T2" fmla="*/ 0 w 549"/>
                <a:gd name="T3" fmla="*/ 549 h 584"/>
                <a:gd name="T4" fmla="*/ 0 w 549"/>
                <a:gd name="T5" fmla="*/ 584 h 584"/>
                <a:gd name="T6" fmla="*/ 549 w 549"/>
                <a:gd name="T7" fmla="*/ 36 h 584"/>
                <a:gd name="T8" fmla="*/ 549 w 549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584">
                  <a:moveTo>
                    <a:pt x="549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9" y="36"/>
                  </a:lnTo>
                  <a:lnTo>
                    <a:pt x="54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66" name="Freeform 965"/>
            <p:cNvSpPr/>
            <p:nvPr/>
          </p:nvSpPr>
          <p:spPr bwMode="auto">
            <a:xfrm>
              <a:off x="3433163" y="5060245"/>
              <a:ext cx="491961" cy="523324"/>
            </a:xfrm>
            <a:custGeom>
              <a:avLst/>
              <a:gdLst>
                <a:gd name="T0" fmla="*/ 549 w 549"/>
                <a:gd name="T1" fmla="*/ 0 h 584"/>
                <a:gd name="T2" fmla="*/ 0 w 549"/>
                <a:gd name="T3" fmla="*/ 549 h 584"/>
                <a:gd name="T4" fmla="*/ 0 w 549"/>
                <a:gd name="T5" fmla="*/ 584 h 584"/>
                <a:gd name="T6" fmla="*/ 549 w 549"/>
                <a:gd name="T7" fmla="*/ 36 h 584"/>
                <a:gd name="T8" fmla="*/ 549 w 549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584">
                  <a:moveTo>
                    <a:pt x="549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9" y="36"/>
                  </a:lnTo>
                  <a:lnTo>
                    <a:pt x="549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67" name="Freeform 966"/>
            <p:cNvSpPr/>
            <p:nvPr/>
          </p:nvSpPr>
          <p:spPr bwMode="auto">
            <a:xfrm>
              <a:off x="3433163" y="5122076"/>
              <a:ext cx="491961" cy="520635"/>
            </a:xfrm>
            <a:custGeom>
              <a:avLst/>
              <a:gdLst>
                <a:gd name="T0" fmla="*/ 549 w 549"/>
                <a:gd name="T1" fmla="*/ 0 h 581"/>
                <a:gd name="T2" fmla="*/ 0 w 549"/>
                <a:gd name="T3" fmla="*/ 548 h 581"/>
                <a:gd name="T4" fmla="*/ 0 w 549"/>
                <a:gd name="T5" fmla="*/ 581 h 581"/>
                <a:gd name="T6" fmla="*/ 549 w 549"/>
                <a:gd name="T7" fmla="*/ 35 h 581"/>
                <a:gd name="T8" fmla="*/ 549 w 549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581">
                  <a:moveTo>
                    <a:pt x="549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9" y="35"/>
                  </a:lnTo>
                  <a:lnTo>
                    <a:pt x="54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68" name="Freeform 967"/>
            <p:cNvSpPr/>
            <p:nvPr/>
          </p:nvSpPr>
          <p:spPr bwMode="auto">
            <a:xfrm>
              <a:off x="3433163" y="5122076"/>
              <a:ext cx="491961" cy="520635"/>
            </a:xfrm>
            <a:custGeom>
              <a:avLst/>
              <a:gdLst>
                <a:gd name="T0" fmla="*/ 549 w 549"/>
                <a:gd name="T1" fmla="*/ 0 h 581"/>
                <a:gd name="T2" fmla="*/ 0 w 549"/>
                <a:gd name="T3" fmla="*/ 548 h 581"/>
                <a:gd name="T4" fmla="*/ 0 w 549"/>
                <a:gd name="T5" fmla="*/ 581 h 581"/>
                <a:gd name="T6" fmla="*/ 549 w 549"/>
                <a:gd name="T7" fmla="*/ 35 h 581"/>
                <a:gd name="T8" fmla="*/ 549 w 549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581">
                  <a:moveTo>
                    <a:pt x="549" y="0"/>
                  </a:moveTo>
                  <a:lnTo>
                    <a:pt x="0" y="548"/>
                  </a:lnTo>
                  <a:lnTo>
                    <a:pt x="0" y="581"/>
                  </a:lnTo>
                  <a:lnTo>
                    <a:pt x="549" y="35"/>
                  </a:lnTo>
                  <a:lnTo>
                    <a:pt x="549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69" name="Freeform 968"/>
            <p:cNvSpPr/>
            <p:nvPr/>
          </p:nvSpPr>
          <p:spPr bwMode="auto">
            <a:xfrm>
              <a:off x="3433163" y="5183012"/>
              <a:ext cx="491961" cy="521532"/>
            </a:xfrm>
            <a:custGeom>
              <a:avLst/>
              <a:gdLst>
                <a:gd name="T0" fmla="*/ 549 w 549"/>
                <a:gd name="T1" fmla="*/ 0 h 582"/>
                <a:gd name="T2" fmla="*/ 0 w 549"/>
                <a:gd name="T3" fmla="*/ 547 h 582"/>
                <a:gd name="T4" fmla="*/ 0 w 549"/>
                <a:gd name="T5" fmla="*/ 582 h 582"/>
                <a:gd name="T6" fmla="*/ 549 w 549"/>
                <a:gd name="T7" fmla="*/ 36 h 582"/>
                <a:gd name="T8" fmla="*/ 549 w 549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582">
                  <a:moveTo>
                    <a:pt x="549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9" y="36"/>
                  </a:lnTo>
                  <a:lnTo>
                    <a:pt x="54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70" name="Freeform 969"/>
            <p:cNvSpPr/>
            <p:nvPr/>
          </p:nvSpPr>
          <p:spPr bwMode="auto">
            <a:xfrm>
              <a:off x="3433163" y="5183012"/>
              <a:ext cx="491961" cy="521532"/>
            </a:xfrm>
            <a:custGeom>
              <a:avLst/>
              <a:gdLst>
                <a:gd name="T0" fmla="*/ 549 w 549"/>
                <a:gd name="T1" fmla="*/ 0 h 582"/>
                <a:gd name="T2" fmla="*/ 0 w 549"/>
                <a:gd name="T3" fmla="*/ 547 h 582"/>
                <a:gd name="T4" fmla="*/ 0 w 549"/>
                <a:gd name="T5" fmla="*/ 582 h 582"/>
                <a:gd name="T6" fmla="*/ 549 w 549"/>
                <a:gd name="T7" fmla="*/ 36 h 582"/>
                <a:gd name="T8" fmla="*/ 549 w 549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582">
                  <a:moveTo>
                    <a:pt x="549" y="0"/>
                  </a:moveTo>
                  <a:lnTo>
                    <a:pt x="0" y="547"/>
                  </a:lnTo>
                  <a:lnTo>
                    <a:pt x="0" y="582"/>
                  </a:lnTo>
                  <a:lnTo>
                    <a:pt x="549" y="36"/>
                  </a:lnTo>
                  <a:lnTo>
                    <a:pt x="549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71" name="Freeform 970"/>
            <p:cNvSpPr/>
            <p:nvPr/>
          </p:nvSpPr>
          <p:spPr bwMode="auto">
            <a:xfrm>
              <a:off x="3433163" y="5244843"/>
              <a:ext cx="491961" cy="521532"/>
            </a:xfrm>
            <a:custGeom>
              <a:avLst/>
              <a:gdLst>
                <a:gd name="T0" fmla="*/ 549 w 549"/>
                <a:gd name="T1" fmla="*/ 0 h 582"/>
                <a:gd name="T2" fmla="*/ 0 w 549"/>
                <a:gd name="T3" fmla="*/ 546 h 582"/>
                <a:gd name="T4" fmla="*/ 0 w 549"/>
                <a:gd name="T5" fmla="*/ 582 h 582"/>
                <a:gd name="T6" fmla="*/ 549 w 549"/>
                <a:gd name="T7" fmla="*/ 33 h 582"/>
                <a:gd name="T8" fmla="*/ 549 w 549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582">
                  <a:moveTo>
                    <a:pt x="549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9" y="33"/>
                  </a:lnTo>
                  <a:lnTo>
                    <a:pt x="54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72" name="Freeform 971"/>
            <p:cNvSpPr/>
            <p:nvPr/>
          </p:nvSpPr>
          <p:spPr bwMode="auto">
            <a:xfrm>
              <a:off x="3433163" y="5244843"/>
              <a:ext cx="491961" cy="521532"/>
            </a:xfrm>
            <a:custGeom>
              <a:avLst/>
              <a:gdLst>
                <a:gd name="T0" fmla="*/ 549 w 549"/>
                <a:gd name="T1" fmla="*/ 0 h 582"/>
                <a:gd name="T2" fmla="*/ 0 w 549"/>
                <a:gd name="T3" fmla="*/ 546 h 582"/>
                <a:gd name="T4" fmla="*/ 0 w 549"/>
                <a:gd name="T5" fmla="*/ 582 h 582"/>
                <a:gd name="T6" fmla="*/ 549 w 549"/>
                <a:gd name="T7" fmla="*/ 33 h 582"/>
                <a:gd name="T8" fmla="*/ 549 w 549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582">
                  <a:moveTo>
                    <a:pt x="549" y="0"/>
                  </a:moveTo>
                  <a:lnTo>
                    <a:pt x="0" y="546"/>
                  </a:lnTo>
                  <a:lnTo>
                    <a:pt x="0" y="582"/>
                  </a:lnTo>
                  <a:lnTo>
                    <a:pt x="549" y="33"/>
                  </a:lnTo>
                  <a:lnTo>
                    <a:pt x="549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73" name="Freeform 972"/>
            <p:cNvSpPr/>
            <p:nvPr/>
          </p:nvSpPr>
          <p:spPr bwMode="auto">
            <a:xfrm>
              <a:off x="3433163" y="5303985"/>
              <a:ext cx="491961" cy="523324"/>
            </a:xfrm>
            <a:custGeom>
              <a:avLst/>
              <a:gdLst>
                <a:gd name="T0" fmla="*/ 549 w 549"/>
                <a:gd name="T1" fmla="*/ 0 h 584"/>
                <a:gd name="T2" fmla="*/ 0 w 549"/>
                <a:gd name="T3" fmla="*/ 549 h 584"/>
                <a:gd name="T4" fmla="*/ 0 w 549"/>
                <a:gd name="T5" fmla="*/ 584 h 584"/>
                <a:gd name="T6" fmla="*/ 549 w 549"/>
                <a:gd name="T7" fmla="*/ 36 h 584"/>
                <a:gd name="T8" fmla="*/ 549 w 549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584">
                  <a:moveTo>
                    <a:pt x="549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9" y="36"/>
                  </a:lnTo>
                  <a:lnTo>
                    <a:pt x="54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74" name="Freeform 973"/>
            <p:cNvSpPr/>
            <p:nvPr/>
          </p:nvSpPr>
          <p:spPr bwMode="auto">
            <a:xfrm>
              <a:off x="3433163" y="5303985"/>
              <a:ext cx="491961" cy="523324"/>
            </a:xfrm>
            <a:custGeom>
              <a:avLst/>
              <a:gdLst>
                <a:gd name="T0" fmla="*/ 549 w 549"/>
                <a:gd name="T1" fmla="*/ 0 h 584"/>
                <a:gd name="T2" fmla="*/ 0 w 549"/>
                <a:gd name="T3" fmla="*/ 549 h 584"/>
                <a:gd name="T4" fmla="*/ 0 w 549"/>
                <a:gd name="T5" fmla="*/ 584 h 584"/>
                <a:gd name="T6" fmla="*/ 549 w 549"/>
                <a:gd name="T7" fmla="*/ 36 h 584"/>
                <a:gd name="T8" fmla="*/ 549 w 549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584">
                  <a:moveTo>
                    <a:pt x="549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9" y="36"/>
                  </a:lnTo>
                  <a:lnTo>
                    <a:pt x="549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75" name="Freeform 974"/>
            <p:cNvSpPr/>
            <p:nvPr/>
          </p:nvSpPr>
          <p:spPr bwMode="auto">
            <a:xfrm>
              <a:off x="3433163" y="5365816"/>
              <a:ext cx="491961" cy="523324"/>
            </a:xfrm>
            <a:custGeom>
              <a:avLst/>
              <a:gdLst>
                <a:gd name="T0" fmla="*/ 549 w 549"/>
                <a:gd name="T1" fmla="*/ 0 h 584"/>
                <a:gd name="T2" fmla="*/ 0 w 549"/>
                <a:gd name="T3" fmla="*/ 548 h 584"/>
                <a:gd name="T4" fmla="*/ 0 w 549"/>
                <a:gd name="T5" fmla="*/ 584 h 584"/>
                <a:gd name="T6" fmla="*/ 549 w 549"/>
                <a:gd name="T7" fmla="*/ 35 h 584"/>
                <a:gd name="T8" fmla="*/ 549 w 549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584">
                  <a:moveTo>
                    <a:pt x="549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9" y="35"/>
                  </a:lnTo>
                  <a:lnTo>
                    <a:pt x="54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76" name="Freeform 975"/>
            <p:cNvSpPr/>
            <p:nvPr/>
          </p:nvSpPr>
          <p:spPr bwMode="auto">
            <a:xfrm>
              <a:off x="3433163" y="5365816"/>
              <a:ext cx="491961" cy="523324"/>
            </a:xfrm>
            <a:custGeom>
              <a:avLst/>
              <a:gdLst>
                <a:gd name="T0" fmla="*/ 549 w 549"/>
                <a:gd name="T1" fmla="*/ 0 h 584"/>
                <a:gd name="T2" fmla="*/ 0 w 549"/>
                <a:gd name="T3" fmla="*/ 548 h 584"/>
                <a:gd name="T4" fmla="*/ 0 w 549"/>
                <a:gd name="T5" fmla="*/ 584 h 584"/>
                <a:gd name="T6" fmla="*/ 549 w 549"/>
                <a:gd name="T7" fmla="*/ 35 h 584"/>
                <a:gd name="T8" fmla="*/ 549 w 549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584">
                  <a:moveTo>
                    <a:pt x="549" y="0"/>
                  </a:moveTo>
                  <a:lnTo>
                    <a:pt x="0" y="548"/>
                  </a:lnTo>
                  <a:lnTo>
                    <a:pt x="0" y="584"/>
                  </a:lnTo>
                  <a:lnTo>
                    <a:pt x="549" y="35"/>
                  </a:lnTo>
                  <a:lnTo>
                    <a:pt x="549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77" name="Freeform 976"/>
            <p:cNvSpPr/>
            <p:nvPr/>
          </p:nvSpPr>
          <p:spPr bwMode="auto">
            <a:xfrm>
              <a:off x="3433163" y="5426751"/>
              <a:ext cx="491961" cy="521532"/>
            </a:xfrm>
            <a:custGeom>
              <a:avLst/>
              <a:gdLst>
                <a:gd name="T0" fmla="*/ 549 w 549"/>
                <a:gd name="T1" fmla="*/ 0 h 582"/>
                <a:gd name="T2" fmla="*/ 0 w 549"/>
                <a:gd name="T3" fmla="*/ 549 h 582"/>
                <a:gd name="T4" fmla="*/ 0 w 549"/>
                <a:gd name="T5" fmla="*/ 582 h 582"/>
                <a:gd name="T6" fmla="*/ 549 w 549"/>
                <a:gd name="T7" fmla="*/ 36 h 582"/>
                <a:gd name="T8" fmla="*/ 549 w 549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582">
                  <a:moveTo>
                    <a:pt x="549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9" y="36"/>
                  </a:lnTo>
                  <a:lnTo>
                    <a:pt x="54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78" name="Freeform 977"/>
            <p:cNvSpPr/>
            <p:nvPr/>
          </p:nvSpPr>
          <p:spPr bwMode="auto">
            <a:xfrm>
              <a:off x="3433163" y="5426751"/>
              <a:ext cx="491961" cy="521532"/>
            </a:xfrm>
            <a:custGeom>
              <a:avLst/>
              <a:gdLst>
                <a:gd name="T0" fmla="*/ 549 w 549"/>
                <a:gd name="T1" fmla="*/ 0 h 582"/>
                <a:gd name="T2" fmla="*/ 0 w 549"/>
                <a:gd name="T3" fmla="*/ 549 h 582"/>
                <a:gd name="T4" fmla="*/ 0 w 549"/>
                <a:gd name="T5" fmla="*/ 582 h 582"/>
                <a:gd name="T6" fmla="*/ 549 w 549"/>
                <a:gd name="T7" fmla="*/ 36 h 582"/>
                <a:gd name="T8" fmla="*/ 549 w 549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582">
                  <a:moveTo>
                    <a:pt x="549" y="0"/>
                  </a:moveTo>
                  <a:lnTo>
                    <a:pt x="0" y="549"/>
                  </a:lnTo>
                  <a:lnTo>
                    <a:pt x="0" y="582"/>
                  </a:lnTo>
                  <a:lnTo>
                    <a:pt x="549" y="36"/>
                  </a:lnTo>
                  <a:lnTo>
                    <a:pt x="549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79" name="Freeform 978"/>
            <p:cNvSpPr/>
            <p:nvPr/>
          </p:nvSpPr>
          <p:spPr bwMode="auto">
            <a:xfrm>
              <a:off x="3433163" y="5488582"/>
              <a:ext cx="491961" cy="520635"/>
            </a:xfrm>
            <a:custGeom>
              <a:avLst/>
              <a:gdLst>
                <a:gd name="T0" fmla="*/ 549 w 549"/>
                <a:gd name="T1" fmla="*/ 0 h 581"/>
                <a:gd name="T2" fmla="*/ 0 w 549"/>
                <a:gd name="T3" fmla="*/ 546 h 581"/>
                <a:gd name="T4" fmla="*/ 0 w 549"/>
                <a:gd name="T5" fmla="*/ 581 h 581"/>
                <a:gd name="T6" fmla="*/ 549 w 549"/>
                <a:gd name="T7" fmla="*/ 33 h 581"/>
                <a:gd name="T8" fmla="*/ 549 w 549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581">
                  <a:moveTo>
                    <a:pt x="549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9" y="33"/>
                  </a:lnTo>
                  <a:lnTo>
                    <a:pt x="54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80" name="Freeform 979"/>
            <p:cNvSpPr/>
            <p:nvPr/>
          </p:nvSpPr>
          <p:spPr bwMode="auto">
            <a:xfrm>
              <a:off x="3433163" y="5488582"/>
              <a:ext cx="491961" cy="520635"/>
            </a:xfrm>
            <a:custGeom>
              <a:avLst/>
              <a:gdLst>
                <a:gd name="T0" fmla="*/ 549 w 549"/>
                <a:gd name="T1" fmla="*/ 0 h 581"/>
                <a:gd name="T2" fmla="*/ 0 w 549"/>
                <a:gd name="T3" fmla="*/ 546 h 581"/>
                <a:gd name="T4" fmla="*/ 0 w 549"/>
                <a:gd name="T5" fmla="*/ 581 h 581"/>
                <a:gd name="T6" fmla="*/ 549 w 549"/>
                <a:gd name="T7" fmla="*/ 33 h 581"/>
                <a:gd name="T8" fmla="*/ 549 w 549"/>
                <a:gd name="T9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581">
                  <a:moveTo>
                    <a:pt x="549" y="0"/>
                  </a:moveTo>
                  <a:lnTo>
                    <a:pt x="0" y="546"/>
                  </a:lnTo>
                  <a:lnTo>
                    <a:pt x="0" y="581"/>
                  </a:lnTo>
                  <a:lnTo>
                    <a:pt x="549" y="33"/>
                  </a:lnTo>
                  <a:lnTo>
                    <a:pt x="549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81" name="Freeform 980"/>
            <p:cNvSpPr/>
            <p:nvPr/>
          </p:nvSpPr>
          <p:spPr bwMode="auto">
            <a:xfrm>
              <a:off x="3433163" y="5547724"/>
              <a:ext cx="491961" cy="523324"/>
            </a:xfrm>
            <a:custGeom>
              <a:avLst/>
              <a:gdLst>
                <a:gd name="T0" fmla="*/ 549 w 549"/>
                <a:gd name="T1" fmla="*/ 0 h 584"/>
                <a:gd name="T2" fmla="*/ 0 w 549"/>
                <a:gd name="T3" fmla="*/ 549 h 584"/>
                <a:gd name="T4" fmla="*/ 0 w 549"/>
                <a:gd name="T5" fmla="*/ 584 h 584"/>
                <a:gd name="T6" fmla="*/ 549 w 549"/>
                <a:gd name="T7" fmla="*/ 35 h 584"/>
                <a:gd name="T8" fmla="*/ 549 w 549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584">
                  <a:moveTo>
                    <a:pt x="549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9" y="35"/>
                  </a:lnTo>
                  <a:lnTo>
                    <a:pt x="54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82" name="Freeform 981"/>
            <p:cNvSpPr/>
            <p:nvPr/>
          </p:nvSpPr>
          <p:spPr bwMode="auto">
            <a:xfrm>
              <a:off x="3433163" y="5547724"/>
              <a:ext cx="491961" cy="523324"/>
            </a:xfrm>
            <a:custGeom>
              <a:avLst/>
              <a:gdLst>
                <a:gd name="T0" fmla="*/ 549 w 549"/>
                <a:gd name="T1" fmla="*/ 0 h 584"/>
                <a:gd name="T2" fmla="*/ 0 w 549"/>
                <a:gd name="T3" fmla="*/ 549 h 584"/>
                <a:gd name="T4" fmla="*/ 0 w 549"/>
                <a:gd name="T5" fmla="*/ 584 h 584"/>
                <a:gd name="T6" fmla="*/ 549 w 549"/>
                <a:gd name="T7" fmla="*/ 35 h 584"/>
                <a:gd name="T8" fmla="*/ 549 w 549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9" h="584">
                  <a:moveTo>
                    <a:pt x="549" y="0"/>
                  </a:moveTo>
                  <a:lnTo>
                    <a:pt x="0" y="549"/>
                  </a:lnTo>
                  <a:lnTo>
                    <a:pt x="0" y="584"/>
                  </a:lnTo>
                  <a:lnTo>
                    <a:pt x="549" y="35"/>
                  </a:lnTo>
                  <a:lnTo>
                    <a:pt x="549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83" name="Rectangle 982"/>
            <p:cNvSpPr>
              <a:spLocks noChangeArrowheads="1"/>
            </p:cNvSpPr>
            <p:nvPr/>
          </p:nvSpPr>
          <p:spPr bwMode="auto">
            <a:xfrm>
              <a:off x="3435851" y="6098828"/>
              <a:ext cx="896" cy="89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84" name="Freeform 983"/>
            <p:cNvSpPr/>
            <p:nvPr/>
          </p:nvSpPr>
          <p:spPr bwMode="auto">
            <a:xfrm>
              <a:off x="3435851" y="609882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85" name="Freeform 984"/>
            <p:cNvSpPr/>
            <p:nvPr/>
          </p:nvSpPr>
          <p:spPr bwMode="auto">
            <a:xfrm>
              <a:off x="3435851" y="6098828"/>
              <a:ext cx="25091" cy="8065"/>
            </a:xfrm>
            <a:custGeom>
              <a:avLst/>
              <a:gdLst>
                <a:gd name="T0" fmla="*/ 0 w 28"/>
                <a:gd name="T1" fmla="*/ 0 h 9"/>
                <a:gd name="T2" fmla="*/ 0 w 28"/>
                <a:gd name="T3" fmla="*/ 0 h 9"/>
                <a:gd name="T4" fmla="*/ 0 w 28"/>
                <a:gd name="T5" fmla="*/ 0 h 9"/>
                <a:gd name="T6" fmla="*/ 26 w 28"/>
                <a:gd name="T7" fmla="*/ 9 h 9"/>
                <a:gd name="T8" fmla="*/ 28 w 28"/>
                <a:gd name="T9" fmla="*/ 7 h 9"/>
                <a:gd name="T10" fmla="*/ 0 w 28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" h="9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86" name="Freeform 985"/>
            <p:cNvSpPr/>
            <p:nvPr/>
          </p:nvSpPr>
          <p:spPr bwMode="auto">
            <a:xfrm>
              <a:off x="3435851" y="6098828"/>
              <a:ext cx="25091" cy="8065"/>
            </a:xfrm>
            <a:custGeom>
              <a:avLst/>
              <a:gdLst>
                <a:gd name="T0" fmla="*/ 0 w 28"/>
                <a:gd name="T1" fmla="*/ 0 h 9"/>
                <a:gd name="T2" fmla="*/ 0 w 28"/>
                <a:gd name="T3" fmla="*/ 0 h 9"/>
                <a:gd name="T4" fmla="*/ 0 w 28"/>
                <a:gd name="T5" fmla="*/ 0 h 9"/>
                <a:gd name="T6" fmla="*/ 26 w 28"/>
                <a:gd name="T7" fmla="*/ 9 h 9"/>
                <a:gd name="T8" fmla="*/ 28 w 28"/>
                <a:gd name="T9" fmla="*/ 7 h 9"/>
                <a:gd name="T10" fmla="*/ 0 w 28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" h="9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0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87" name="Freeform 986"/>
            <p:cNvSpPr/>
            <p:nvPr/>
          </p:nvSpPr>
          <p:spPr bwMode="auto">
            <a:xfrm>
              <a:off x="3435851" y="5609555"/>
              <a:ext cx="489272" cy="495544"/>
            </a:xfrm>
            <a:custGeom>
              <a:avLst/>
              <a:gdLst>
                <a:gd name="T0" fmla="*/ 546 w 546"/>
                <a:gd name="T1" fmla="*/ 0 h 553"/>
                <a:gd name="T2" fmla="*/ 0 w 546"/>
                <a:gd name="T3" fmla="*/ 546 h 553"/>
                <a:gd name="T4" fmla="*/ 28 w 546"/>
                <a:gd name="T5" fmla="*/ 553 h 553"/>
                <a:gd name="T6" fmla="*/ 546 w 546"/>
                <a:gd name="T7" fmla="*/ 35 h 553"/>
                <a:gd name="T8" fmla="*/ 546 w 546"/>
                <a:gd name="T9" fmla="*/ 0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53">
                  <a:moveTo>
                    <a:pt x="546" y="0"/>
                  </a:moveTo>
                  <a:lnTo>
                    <a:pt x="0" y="546"/>
                  </a:lnTo>
                  <a:lnTo>
                    <a:pt x="28" y="553"/>
                  </a:lnTo>
                  <a:lnTo>
                    <a:pt x="546" y="35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88" name="Freeform 987"/>
            <p:cNvSpPr/>
            <p:nvPr/>
          </p:nvSpPr>
          <p:spPr bwMode="auto">
            <a:xfrm>
              <a:off x="3435851" y="5609555"/>
              <a:ext cx="489272" cy="495544"/>
            </a:xfrm>
            <a:custGeom>
              <a:avLst/>
              <a:gdLst>
                <a:gd name="T0" fmla="*/ 546 w 546"/>
                <a:gd name="T1" fmla="*/ 0 h 553"/>
                <a:gd name="T2" fmla="*/ 0 w 546"/>
                <a:gd name="T3" fmla="*/ 546 h 553"/>
                <a:gd name="T4" fmla="*/ 28 w 546"/>
                <a:gd name="T5" fmla="*/ 553 h 553"/>
                <a:gd name="T6" fmla="*/ 546 w 546"/>
                <a:gd name="T7" fmla="*/ 35 h 553"/>
                <a:gd name="T8" fmla="*/ 546 w 546"/>
                <a:gd name="T9" fmla="*/ 0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53">
                  <a:moveTo>
                    <a:pt x="546" y="0"/>
                  </a:moveTo>
                  <a:lnTo>
                    <a:pt x="0" y="546"/>
                  </a:lnTo>
                  <a:lnTo>
                    <a:pt x="28" y="553"/>
                  </a:lnTo>
                  <a:lnTo>
                    <a:pt x="546" y="35"/>
                  </a:lnTo>
                  <a:lnTo>
                    <a:pt x="546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89" name="Freeform 988"/>
            <p:cNvSpPr/>
            <p:nvPr/>
          </p:nvSpPr>
          <p:spPr bwMode="auto">
            <a:xfrm>
              <a:off x="3482449" y="6111373"/>
              <a:ext cx="25091" cy="10754"/>
            </a:xfrm>
            <a:custGeom>
              <a:avLst/>
              <a:gdLst>
                <a:gd name="T0" fmla="*/ 0 w 28"/>
                <a:gd name="T1" fmla="*/ 0 h 12"/>
                <a:gd name="T2" fmla="*/ 0 w 28"/>
                <a:gd name="T3" fmla="*/ 2 h 12"/>
                <a:gd name="T4" fmla="*/ 26 w 28"/>
                <a:gd name="T5" fmla="*/ 12 h 12"/>
                <a:gd name="T6" fmla="*/ 28 w 28"/>
                <a:gd name="T7" fmla="*/ 9 h 12"/>
                <a:gd name="T8" fmla="*/ 0 w 28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2">
                  <a:moveTo>
                    <a:pt x="0" y="0"/>
                  </a:moveTo>
                  <a:lnTo>
                    <a:pt x="0" y="2"/>
                  </a:lnTo>
                  <a:lnTo>
                    <a:pt x="26" y="12"/>
                  </a:lnTo>
                  <a:lnTo>
                    <a:pt x="28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90" name="Freeform 989"/>
            <p:cNvSpPr/>
            <p:nvPr/>
          </p:nvSpPr>
          <p:spPr bwMode="auto">
            <a:xfrm>
              <a:off x="3482449" y="6111373"/>
              <a:ext cx="25091" cy="10754"/>
            </a:xfrm>
            <a:custGeom>
              <a:avLst/>
              <a:gdLst>
                <a:gd name="T0" fmla="*/ 0 w 28"/>
                <a:gd name="T1" fmla="*/ 0 h 12"/>
                <a:gd name="T2" fmla="*/ 0 w 28"/>
                <a:gd name="T3" fmla="*/ 2 h 12"/>
                <a:gd name="T4" fmla="*/ 26 w 28"/>
                <a:gd name="T5" fmla="*/ 12 h 12"/>
                <a:gd name="T6" fmla="*/ 28 w 28"/>
                <a:gd name="T7" fmla="*/ 9 h 12"/>
                <a:gd name="T8" fmla="*/ 0 w 28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2">
                  <a:moveTo>
                    <a:pt x="0" y="0"/>
                  </a:moveTo>
                  <a:lnTo>
                    <a:pt x="0" y="2"/>
                  </a:lnTo>
                  <a:lnTo>
                    <a:pt x="26" y="12"/>
                  </a:lnTo>
                  <a:lnTo>
                    <a:pt x="28" y="9"/>
                  </a:lnTo>
                  <a:lnTo>
                    <a:pt x="0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91" name="Freeform 990"/>
            <p:cNvSpPr/>
            <p:nvPr/>
          </p:nvSpPr>
          <p:spPr bwMode="auto">
            <a:xfrm>
              <a:off x="3482449" y="5670491"/>
              <a:ext cx="442674" cy="448947"/>
            </a:xfrm>
            <a:custGeom>
              <a:avLst/>
              <a:gdLst>
                <a:gd name="T0" fmla="*/ 494 w 494"/>
                <a:gd name="T1" fmla="*/ 0 h 501"/>
                <a:gd name="T2" fmla="*/ 0 w 494"/>
                <a:gd name="T3" fmla="*/ 492 h 501"/>
                <a:gd name="T4" fmla="*/ 28 w 494"/>
                <a:gd name="T5" fmla="*/ 501 h 501"/>
                <a:gd name="T6" fmla="*/ 494 w 494"/>
                <a:gd name="T7" fmla="*/ 36 h 501"/>
                <a:gd name="T8" fmla="*/ 494 w 494"/>
                <a:gd name="T9" fmla="*/ 0 h 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4" h="501">
                  <a:moveTo>
                    <a:pt x="494" y="0"/>
                  </a:moveTo>
                  <a:lnTo>
                    <a:pt x="0" y="492"/>
                  </a:lnTo>
                  <a:lnTo>
                    <a:pt x="28" y="501"/>
                  </a:lnTo>
                  <a:lnTo>
                    <a:pt x="494" y="36"/>
                  </a:lnTo>
                  <a:lnTo>
                    <a:pt x="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92" name="Freeform 991"/>
            <p:cNvSpPr/>
            <p:nvPr/>
          </p:nvSpPr>
          <p:spPr bwMode="auto">
            <a:xfrm>
              <a:off x="3482449" y="5670491"/>
              <a:ext cx="442674" cy="448947"/>
            </a:xfrm>
            <a:custGeom>
              <a:avLst/>
              <a:gdLst>
                <a:gd name="T0" fmla="*/ 494 w 494"/>
                <a:gd name="T1" fmla="*/ 0 h 501"/>
                <a:gd name="T2" fmla="*/ 0 w 494"/>
                <a:gd name="T3" fmla="*/ 492 h 501"/>
                <a:gd name="T4" fmla="*/ 28 w 494"/>
                <a:gd name="T5" fmla="*/ 501 h 501"/>
                <a:gd name="T6" fmla="*/ 494 w 494"/>
                <a:gd name="T7" fmla="*/ 36 h 501"/>
                <a:gd name="T8" fmla="*/ 494 w 494"/>
                <a:gd name="T9" fmla="*/ 0 h 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4" h="501">
                  <a:moveTo>
                    <a:pt x="494" y="0"/>
                  </a:moveTo>
                  <a:lnTo>
                    <a:pt x="0" y="492"/>
                  </a:lnTo>
                  <a:lnTo>
                    <a:pt x="28" y="501"/>
                  </a:lnTo>
                  <a:lnTo>
                    <a:pt x="494" y="36"/>
                  </a:lnTo>
                  <a:lnTo>
                    <a:pt x="494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93" name="Freeform 992"/>
            <p:cNvSpPr/>
            <p:nvPr/>
          </p:nvSpPr>
          <p:spPr bwMode="auto">
            <a:xfrm>
              <a:off x="3529047" y="6126607"/>
              <a:ext cx="23299" cy="8065"/>
            </a:xfrm>
            <a:custGeom>
              <a:avLst/>
              <a:gdLst>
                <a:gd name="T0" fmla="*/ 0 w 26"/>
                <a:gd name="T1" fmla="*/ 0 h 9"/>
                <a:gd name="T2" fmla="*/ 0 w 26"/>
                <a:gd name="T3" fmla="*/ 2 h 9"/>
                <a:gd name="T4" fmla="*/ 26 w 26"/>
                <a:gd name="T5" fmla="*/ 9 h 9"/>
                <a:gd name="T6" fmla="*/ 26 w 26"/>
                <a:gd name="T7" fmla="*/ 9 h 9"/>
                <a:gd name="T8" fmla="*/ 0 w 26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9">
                  <a:moveTo>
                    <a:pt x="0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94" name="Freeform 993"/>
            <p:cNvSpPr/>
            <p:nvPr/>
          </p:nvSpPr>
          <p:spPr bwMode="auto">
            <a:xfrm>
              <a:off x="3529047" y="6126607"/>
              <a:ext cx="23299" cy="8065"/>
            </a:xfrm>
            <a:custGeom>
              <a:avLst/>
              <a:gdLst>
                <a:gd name="T0" fmla="*/ 0 w 26"/>
                <a:gd name="T1" fmla="*/ 0 h 9"/>
                <a:gd name="T2" fmla="*/ 0 w 26"/>
                <a:gd name="T3" fmla="*/ 2 h 9"/>
                <a:gd name="T4" fmla="*/ 26 w 26"/>
                <a:gd name="T5" fmla="*/ 9 h 9"/>
                <a:gd name="T6" fmla="*/ 26 w 26"/>
                <a:gd name="T7" fmla="*/ 9 h 9"/>
                <a:gd name="T8" fmla="*/ 0 w 26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9">
                  <a:moveTo>
                    <a:pt x="0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0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95" name="Freeform 994"/>
            <p:cNvSpPr/>
            <p:nvPr/>
          </p:nvSpPr>
          <p:spPr bwMode="auto">
            <a:xfrm>
              <a:off x="3529047" y="5732322"/>
              <a:ext cx="396077" cy="402350"/>
            </a:xfrm>
            <a:custGeom>
              <a:avLst/>
              <a:gdLst>
                <a:gd name="T0" fmla="*/ 442 w 442"/>
                <a:gd name="T1" fmla="*/ 0 h 449"/>
                <a:gd name="T2" fmla="*/ 0 w 442"/>
                <a:gd name="T3" fmla="*/ 440 h 449"/>
                <a:gd name="T4" fmla="*/ 26 w 442"/>
                <a:gd name="T5" fmla="*/ 449 h 449"/>
                <a:gd name="T6" fmla="*/ 442 w 442"/>
                <a:gd name="T7" fmla="*/ 33 h 449"/>
                <a:gd name="T8" fmla="*/ 442 w 442"/>
                <a:gd name="T9" fmla="*/ 0 h 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2" h="449">
                  <a:moveTo>
                    <a:pt x="442" y="0"/>
                  </a:moveTo>
                  <a:lnTo>
                    <a:pt x="0" y="440"/>
                  </a:lnTo>
                  <a:lnTo>
                    <a:pt x="26" y="449"/>
                  </a:lnTo>
                  <a:lnTo>
                    <a:pt x="442" y="33"/>
                  </a:lnTo>
                  <a:lnTo>
                    <a:pt x="44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96" name="Freeform 995"/>
            <p:cNvSpPr/>
            <p:nvPr/>
          </p:nvSpPr>
          <p:spPr bwMode="auto">
            <a:xfrm>
              <a:off x="3529047" y="5732322"/>
              <a:ext cx="396077" cy="402350"/>
            </a:xfrm>
            <a:custGeom>
              <a:avLst/>
              <a:gdLst>
                <a:gd name="T0" fmla="*/ 442 w 442"/>
                <a:gd name="T1" fmla="*/ 0 h 449"/>
                <a:gd name="T2" fmla="*/ 0 w 442"/>
                <a:gd name="T3" fmla="*/ 440 h 449"/>
                <a:gd name="T4" fmla="*/ 26 w 442"/>
                <a:gd name="T5" fmla="*/ 449 h 449"/>
                <a:gd name="T6" fmla="*/ 442 w 442"/>
                <a:gd name="T7" fmla="*/ 33 h 449"/>
                <a:gd name="T8" fmla="*/ 442 w 442"/>
                <a:gd name="T9" fmla="*/ 0 h 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2" h="449">
                  <a:moveTo>
                    <a:pt x="442" y="0"/>
                  </a:moveTo>
                  <a:lnTo>
                    <a:pt x="0" y="440"/>
                  </a:lnTo>
                  <a:lnTo>
                    <a:pt x="26" y="449"/>
                  </a:lnTo>
                  <a:lnTo>
                    <a:pt x="442" y="33"/>
                  </a:lnTo>
                  <a:lnTo>
                    <a:pt x="442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97" name="Freeform 996"/>
            <p:cNvSpPr/>
            <p:nvPr/>
          </p:nvSpPr>
          <p:spPr bwMode="auto">
            <a:xfrm>
              <a:off x="3572955" y="6140944"/>
              <a:ext cx="25987" cy="8961"/>
            </a:xfrm>
            <a:custGeom>
              <a:avLst/>
              <a:gdLst>
                <a:gd name="T0" fmla="*/ 3 w 29"/>
                <a:gd name="T1" fmla="*/ 0 h 10"/>
                <a:gd name="T2" fmla="*/ 0 w 29"/>
                <a:gd name="T3" fmla="*/ 2 h 10"/>
                <a:gd name="T4" fmla="*/ 26 w 29"/>
                <a:gd name="T5" fmla="*/ 10 h 10"/>
                <a:gd name="T6" fmla="*/ 29 w 29"/>
                <a:gd name="T7" fmla="*/ 10 h 10"/>
                <a:gd name="T8" fmla="*/ 3 w 29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10">
                  <a:moveTo>
                    <a:pt x="3" y="0"/>
                  </a:moveTo>
                  <a:lnTo>
                    <a:pt x="0" y="2"/>
                  </a:lnTo>
                  <a:lnTo>
                    <a:pt x="26" y="10"/>
                  </a:lnTo>
                  <a:lnTo>
                    <a:pt x="29" y="1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98" name="Freeform 997"/>
            <p:cNvSpPr/>
            <p:nvPr/>
          </p:nvSpPr>
          <p:spPr bwMode="auto">
            <a:xfrm>
              <a:off x="3572955" y="6140944"/>
              <a:ext cx="25987" cy="8961"/>
            </a:xfrm>
            <a:custGeom>
              <a:avLst/>
              <a:gdLst>
                <a:gd name="T0" fmla="*/ 3 w 29"/>
                <a:gd name="T1" fmla="*/ 0 h 10"/>
                <a:gd name="T2" fmla="*/ 0 w 29"/>
                <a:gd name="T3" fmla="*/ 2 h 10"/>
                <a:gd name="T4" fmla="*/ 26 w 29"/>
                <a:gd name="T5" fmla="*/ 10 h 10"/>
                <a:gd name="T6" fmla="*/ 29 w 29"/>
                <a:gd name="T7" fmla="*/ 10 h 10"/>
                <a:gd name="T8" fmla="*/ 3 w 29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10">
                  <a:moveTo>
                    <a:pt x="3" y="0"/>
                  </a:moveTo>
                  <a:lnTo>
                    <a:pt x="0" y="2"/>
                  </a:lnTo>
                  <a:lnTo>
                    <a:pt x="26" y="10"/>
                  </a:lnTo>
                  <a:lnTo>
                    <a:pt x="29" y="10"/>
                  </a:lnTo>
                  <a:lnTo>
                    <a:pt x="3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499" name="Freeform 998"/>
            <p:cNvSpPr/>
            <p:nvPr/>
          </p:nvSpPr>
          <p:spPr bwMode="auto">
            <a:xfrm>
              <a:off x="3575644" y="5791464"/>
              <a:ext cx="349480" cy="358440"/>
            </a:xfrm>
            <a:custGeom>
              <a:avLst/>
              <a:gdLst>
                <a:gd name="T0" fmla="*/ 390 w 390"/>
                <a:gd name="T1" fmla="*/ 0 h 400"/>
                <a:gd name="T2" fmla="*/ 0 w 390"/>
                <a:gd name="T3" fmla="*/ 390 h 400"/>
                <a:gd name="T4" fmla="*/ 26 w 390"/>
                <a:gd name="T5" fmla="*/ 400 h 400"/>
                <a:gd name="T6" fmla="*/ 390 w 390"/>
                <a:gd name="T7" fmla="*/ 35 h 400"/>
                <a:gd name="T8" fmla="*/ 390 w 390"/>
                <a:gd name="T9" fmla="*/ 0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0" h="400">
                  <a:moveTo>
                    <a:pt x="390" y="0"/>
                  </a:moveTo>
                  <a:lnTo>
                    <a:pt x="0" y="390"/>
                  </a:lnTo>
                  <a:lnTo>
                    <a:pt x="26" y="400"/>
                  </a:lnTo>
                  <a:lnTo>
                    <a:pt x="390" y="35"/>
                  </a:lnTo>
                  <a:lnTo>
                    <a:pt x="39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500" name="Freeform 999"/>
            <p:cNvSpPr/>
            <p:nvPr/>
          </p:nvSpPr>
          <p:spPr bwMode="auto">
            <a:xfrm>
              <a:off x="3575644" y="5791464"/>
              <a:ext cx="349480" cy="358440"/>
            </a:xfrm>
            <a:custGeom>
              <a:avLst/>
              <a:gdLst>
                <a:gd name="T0" fmla="*/ 390 w 390"/>
                <a:gd name="T1" fmla="*/ 0 h 400"/>
                <a:gd name="T2" fmla="*/ 0 w 390"/>
                <a:gd name="T3" fmla="*/ 390 h 400"/>
                <a:gd name="T4" fmla="*/ 26 w 390"/>
                <a:gd name="T5" fmla="*/ 400 h 400"/>
                <a:gd name="T6" fmla="*/ 390 w 390"/>
                <a:gd name="T7" fmla="*/ 35 h 400"/>
                <a:gd name="T8" fmla="*/ 390 w 390"/>
                <a:gd name="T9" fmla="*/ 0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0" h="400">
                  <a:moveTo>
                    <a:pt x="390" y="0"/>
                  </a:moveTo>
                  <a:lnTo>
                    <a:pt x="0" y="390"/>
                  </a:lnTo>
                  <a:lnTo>
                    <a:pt x="26" y="400"/>
                  </a:lnTo>
                  <a:lnTo>
                    <a:pt x="390" y="35"/>
                  </a:lnTo>
                  <a:lnTo>
                    <a:pt x="390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501" name="Freeform 1000"/>
            <p:cNvSpPr/>
            <p:nvPr/>
          </p:nvSpPr>
          <p:spPr bwMode="auto">
            <a:xfrm>
              <a:off x="3619553" y="6156178"/>
              <a:ext cx="25987" cy="8065"/>
            </a:xfrm>
            <a:custGeom>
              <a:avLst/>
              <a:gdLst>
                <a:gd name="T0" fmla="*/ 3 w 29"/>
                <a:gd name="T1" fmla="*/ 0 h 9"/>
                <a:gd name="T2" fmla="*/ 0 w 29"/>
                <a:gd name="T3" fmla="*/ 2 h 9"/>
                <a:gd name="T4" fmla="*/ 26 w 29"/>
                <a:gd name="T5" fmla="*/ 9 h 9"/>
                <a:gd name="T6" fmla="*/ 29 w 29"/>
                <a:gd name="T7" fmla="*/ 9 h 9"/>
                <a:gd name="T8" fmla="*/ 3 w 29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9">
                  <a:moveTo>
                    <a:pt x="3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9" y="9"/>
                  </a:lnTo>
                  <a:lnTo>
                    <a:pt x="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502" name="Freeform 1001"/>
            <p:cNvSpPr/>
            <p:nvPr/>
          </p:nvSpPr>
          <p:spPr bwMode="auto">
            <a:xfrm>
              <a:off x="3619553" y="6156178"/>
              <a:ext cx="25987" cy="8065"/>
            </a:xfrm>
            <a:custGeom>
              <a:avLst/>
              <a:gdLst>
                <a:gd name="T0" fmla="*/ 3 w 29"/>
                <a:gd name="T1" fmla="*/ 0 h 9"/>
                <a:gd name="T2" fmla="*/ 0 w 29"/>
                <a:gd name="T3" fmla="*/ 2 h 9"/>
                <a:gd name="T4" fmla="*/ 26 w 29"/>
                <a:gd name="T5" fmla="*/ 9 h 9"/>
                <a:gd name="T6" fmla="*/ 29 w 29"/>
                <a:gd name="T7" fmla="*/ 9 h 9"/>
                <a:gd name="T8" fmla="*/ 3 w 29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9">
                  <a:moveTo>
                    <a:pt x="3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9" y="9"/>
                  </a:lnTo>
                  <a:lnTo>
                    <a:pt x="3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503" name="Freeform 1002"/>
            <p:cNvSpPr/>
            <p:nvPr/>
          </p:nvSpPr>
          <p:spPr bwMode="auto">
            <a:xfrm>
              <a:off x="3622241" y="5853295"/>
              <a:ext cx="302883" cy="310948"/>
            </a:xfrm>
            <a:custGeom>
              <a:avLst/>
              <a:gdLst>
                <a:gd name="T0" fmla="*/ 338 w 338"/>
                <a:gd name="T1" fmla="*/ 0 h 347"/>
                <a:gd name="T2" fmla="*/ 0 w 338"/>
                <a:gd name="T3" fmla="*/ 338 h 347"/>
                <a:gd name="T4" fmla="*/ 26 w 338"/>
                <a:gd name="T5" fmla="*/ 347 h 347"/>
                <a:gd name="T6" fmla="*/ 338 w 338"/>
                <a:gd name="T7" fmla="*/ 35 h 347"/>
                <a:gd name="T8" fmla="*/ 338 w 338"/>
                <a:gd name="T9" fmla="*/ 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8" h="347">
                  <a:moveTo>
                    <a:pt x="338" y="0"/>
                  </a:moveTo>
                  <a:lnTo>
                    <a:pt x="0" y="338"/>
                  </a:lnTo>
                  <a:lnTo>
                    <a:pt x="26" y="347"/>
                  </a:lnTo>
                  <a:lnTo>
                    <a:pt x="338" y="35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504" name="Freeform 1003"/>
            <p:cNvSpPr/>
            <p:nvPr/>
          </p:nvSpPr>
          <p:spPr bwMode="auto">
            <a:xfrm>
              <a:off x="3622241" y="5853295"/>
              <a:ext cx="302883" cy="310948"/>
            </a:xfrm>
            <a:custGeom>
              <a:avLst/>
              <a:gdLst>
                <a:gd name="T0" fmla="*/ 338 w 338"/>
                <a:gd name="T1" fmla="*/ 0 h 347"/>
                <a:gd name="T2" fmla="*/ 0 w 338"/>
                <a:gd name="T3" fmla="*/ 338 h 347"/>
                <a:gd name="T4" fmla="*/ 26 w 338"/>
                <a:gd name="T5" fmla="*/ 347 h 347"/>
                <a:gd name="T6" fmla="*/ 338 w 338"/>
                <a:gd name="T7" fmla="*/ 35 h 347"/>
                <a:gd name="T8" fmla="*/ 338 w 338"/>
                <a:gd name="T9" fmla="*/ 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8" h="347">
                  <a:moveTo>
                    <a:pt x="338" y="0"/>
                  </a:moveTo>
                  <a:lnTo>
                    <a:pt x="0" y="338"/>
                  </a:lnTo>
                  <a:lnTo>
                    <a:pt x="26" y="347"/>
                  </a:lnTo>
                  <a:lnTo>
                    <a:pt x="338" y="35"/>
                  </a:lnTo>
                  <a:lnTo>
                    <a:pt x="338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505" name="Freeform 1004"/>
            <p:cNvSpPr/>
            <p:nvPr/>
          </p:nvSpPr>
          <p:spPr bwMode="auto">
            <a:xfrm>
              <a:off x="3667046" y="6170516"/>
              <a:ext cx="25091" cy="8961"/>
            </a:xfrm>
            <a:custGeom>
              <a:avLst/>
              <a:gdLst>
                <a:gd name="T0" fmla="*/ 2 w 28"/>
                <a:gd name="T1" fmla="*/ 0 h 10"/>
                <a:gd name="T2" fmla="*/ 0 w 28"/>
                <a:gd name="T3" fmla="*/ 0 h 10"/>
                <a:gd name="T4" fmla="*/ 26 w 28"/>
                <a:gd name="T5" fmla="*/ 10 h 10"/>
                <a:gd name="T6" fmla="*/ 28 w 28"/>
                <a:gd name="T7" fmla="*/ 7 h 10"/>
                <a:gd name="T8" fmla="*/ 2 w 2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0">
                  <a:moveTo>
                    <a:pt x="2" y="0"/>
                  </a:moveTo>
                  <a:lnTo>
                    <a:pt x="0" y="0"/>
                  </a:lnTo>
                  <a:lnTo>
                    <a:pt x="26" y="10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506" name="Freeform 1005"/>
            <p:cNvSpPr/>
            <p:nvPr/>
          </p:nvSpPr>
          <p:spPr bwMode="auto">
            <a:xfrm>
              <a:off x="3667046" y="6170516"/>
              <a:ext cx="25091" cy="8961"/>
            </a:xfrm>
            <a:custGeom>
              <a:avLst/>
              <a:gdLst>
                <a:gd name="T0" fmla="*/ 2 w 28"/>
                <a:gd name="T1" fmla="*/ 0 h 10"/>
                <a:gd name="T2" fmla="*/ 0 w 28"/>
                <a:gd name="T3" fmla="*/ 0 h 10"/>
                <a:gd name="T4" fmla="*/ 26 w 28"/>
                <a:gd name="T5" fmla="*/ 10 h 10"/>
                <a:gd name="T6" fmla="*/ 28 w 28"/>
                <a:gd name="T7" fmla="*/ 7 h 10"/>
                <a:gd name="T8" fmla="*/ 2 w 2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0">
                  <a:moveTo>
                    <a:pt x="2" y="0"/>
                  </a:moveTo>
                  <a:lnTo>
                    <a:pt x="0" y="0"/>
                  </a:lnTo>
                  <a:lnTo>
                    <a:pt x="26" y="10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507" name="Freeform 1006"/>
            <p:cNvSpPr/>
            <p:nvPr/>
          </p:nvSpPr>
          <p:spPr bwMode="auto">
            <a:xfrm>
              <a:off x="3668838" y="5914230"/>
              <a:ext cx="256286" cy="262558"/>
            </a:xfrm>
            <a:custGeom>
              <a:avLst/>
              <a:gdLst>
                <a:gd name="T0" fmla="*/ 286 w 286"/>
                <a:gd name="T1" fmla="*/ 0 h 293"/>
                <a:gd name="T2" fmla="*/ 0 w 286"/>
                <a:gd name="T3" fmla="*/ 286 h 293"/>
                <a:gd name="T4" fmla="*/ 26 w 286"/>
                <a:gd name="T5" fmla="*/ 293 h 293"/>
                <a:gd name="T6" fmla="*/ 286 w 286"/>
                <a:gd name="T7" fmla="*/ 36 h 293"/>
                <a:gd name="T8" fmla="*/ 286 w 286"/>
                <a:gd name="T9" fmla="*/ 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6" h="293">
                  <a:moveTo>
                    <a:pt x="286" y="0"/>
                  </a:moveTo>
                  <a:lnTo>
                    <a:pt x="0" y="286"/>
                  </a:lnTo>
                  <a:lnTo>
                    <a:pt x="26" y="293"/>
                  </a:lnTo>
                  <a:lnTo>
                    <a:pt x="286" y="36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508" name="Freeform 1007"/>
            <p:cNvSpPr/>
            <p:nvPr/>
          </p:nvSpPr>
          <p:spPr bwMode="auto">
            <a:xfrm>
              <a:off x="3668838" y="5914230"/>
              <a:ext cx="256286" cy="262558"/>
            </a:xfrm>
            <a:custGeom>
              <a:avLst/>
              <a:gdLst>
                <a:gd name="T0" fmla="*/ 286 w 286"/>
                <a:gd name="T1" fmla="*/ 0 h 293"/>
                <a:gd name="T2" fmla="*/ 0 w 286"/>
                <a:gd name="T3" fmla="*/ 286 h 293"/>
                <a:gd name="T4" fmla="*/ 26 w 286"/>
                <a:gd name="T5" fmla="*/ 293 h 293"/>
                <a:gd name="T6" fmla="*/ 286 w 286"/>
                <a:gd name="T7" fmla="*/ 36 h 293"/>
                <a:gd name="T8" fmla="*/ 286 w 286"/>
                <a:gd name="T9" fmla="*/ 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6" h="293">
                  <a:moveTo>
                    <a:pt x="286" y="0"/>
                  </a:moveTo>
                  <a:lnTo>
                    <a:pt x="0" y="286"/>
                  </a:lnTo>
                  <a:lnTo>
                    <a:pt x="26" y="293"/>
                  </a:lnTo>
                  <a:lnTo>
                    <a:pt x="286" y="36"/>
                  </a:lnTo>
                  <a:lnTo>
                    <a:pt x="286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509" name="Freeform 1008"/>
            <p:cNvSpPr/>
            <p:nvPr/>
          </p:nvSpPr>
          <p:spPr bwMode="auto">
            <a:xfrm>
              <a:off x="3713643" y="6185750"/>
              <a:ext cx="25091" cy="8065"/>
            </a:xfrm>
            <a:custGeom>
              <a:avLst/>
              <a:gdLst>
                <a:gd name="T0" fmla="*/ 2 w 28"/>
                <a:gd name="T1" fmla="*/ 0 h 9"/>
                <a:gd name="T2" fmla="*/ 0 w 28"/>
                <a:gd name="T3" fmla="*/ 0 h 9"/>
                <a:gd name="T4" fmla="*/ 26 w 28"/>
                <a:gd name="T5" fmla="*/ 9 h 9"/>
                <a:gd name="T6" fmla="*/ 28 w 28"/>
                <a:gd name="T7" fmla="*/ 7 h 9"/>
                <a:gd name="T8" fmla="*/ 2 w 28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9">
                  <a:moveTo>
                    <a:pt x="2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510" name="Freeform 1009"/>
            <p:cNvSpPr/>
            <p:nvPr/>
          </p:nvSpPr>
          <p:spPr bwMode="auto">
            <a:xfrm>
              <a:off x="3713643" y="6185750"/>
              <a:ext cx="25091" cy="8065"/>
            </a:xfrm>
            <a:custGeom>
              <a:avLst/>
              <a:gdLst>
                <a:gd name="T0" fmla="*/ 2 w 28"/>
                <a:gd name="T1" fmla="*/ 0 h 9"/>
                <a:gd name="T2" fmla="*/ 0 w 28"/>
                <a:gd name="T3" fmla="*/ 0 h 9"/>
                <a:gd name="T4" fmla="*/ 26 w 28"/>
                <a:gd name="T5" fmla="*/ 9 h 9"/>
                <a:gd name="T6" fmla="*/ 28 w 28"/>
                <a:gd name="T7" fmla="*/ 7 h 9"/>
                <a:gd name="T8" fmla="*/ 2 w 28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9">
                  <a:moveTo>
                    <a:pt x="2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2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511" name="Freeform 1010"/>
            <p:cNvSpPr/>
            <p:nvPr/>
          </p:nvSpPr>
          <p:spPr bwMode="auto">
            <a:xfrm>
              <a:off x="3715435" y="5976062"/>
              <a:ext cx="209687" cy="215961"/>
            </a:xfrm>
            <a:custGeom>
              <a:avLst/>
              <a:gdLst>
                <a:gd name="T0" fmla="*/ 234 w 234"/>
                <a:gd name="T1" fmla="*/ 0 h 241"/>
                <a:gd name="T2" fmla="*/ 0 w 234"/>
                <a:gd name="T3" fmla="*/ 234 h 241"/>
                <a:gd name="T4" fmla="*/ 26 w 234"/>
                <a:gd name="T5" fmla="*/ 241 h 241"/>
                <a:gd name="T6" fmla="*/ 234 w 234"/>
                <a:gd name="T7" fmla="*/ 33 h 241"/>
                <a:gd name="T8" fmla="*/ 234 w 234"/>
                <a:gd name="T9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4" h="241">
                  <a:moveTo>
                    <a:pt x="234" y="0"/>
                  </a:moveTo>
                  <a:lnTo>
                    <a:pt x="0" y="234"/>
                  </a:lnTo>
                  <a:lnTo>
                    <a:pt x="26" y="241"/>
                  </a:lnTo>
                  <a:lnTo>
                    <a:pt x="234" y="33"/>
                  </a:lnTo>
                  <a:lnTo>
                    <a:pt x="2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512" name="Freeform 1011"/>
            <p:cNvSpPr/>
            <p:nvPr/>
          </p:nvSpPr>
          <p:spPr bwMode="auto">
            <a:xfrm>
              <a:off x="3715435" y="5976062"/>
              <a:ext cx="209687" cy="215961"/>
            </a:xfrm>
            <a:custGeom>
              <a:avLst/>
              <a:gdLst>
                <a:gd name="T0" fmla="*/ 234 w 234"/>
                <a:gd name="T1" fmla="*/ 0 h 241"/>
                <a:gd name="T2" fmla="*/ 0 w 234"/>
                <a:gd name="T3" fmla="*/ 234 h 241"/>
                <a:gd name="T4" fmla="*/ 26 w 234"/>
                <a:gd name="T5" fmla="*/ 241 h 241"/>
                <a:gd name="T6" fmla="*/ 234 w 234"/>
                <a:gd name="T7" fmla="*/ 33 h 241"/>
                <a:gd name="T8" fmla="*/ 234 w 234"/>
                <a:gd name="T9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4" h="241">
                  <a:moveTo>
                    <a:pt x="234" y="0"/>
                  </a:moveTo>
                  <a:lnTo>
                    <a:pt x="0" y="234"/>
                  </a:lnTo>
                  <a:lnTo>
                    <a:pt x="26" y="241"/>
                  </a:lnTo>
                  <a:lnTo>
                    <a:pt x="234" y="33"/>
                  </a:lnTo>
                  <a:lnTo>
                    <a:pt x="234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513" name="Freeform 1012"/>
            <p:cNvSpPr/>
            <p:nvPr/>
          </p:nvSpPr>
          <p:spPr bwMode="auto">
            <a:xfrm>
              <a:off x="3760240" y="6200087"/>
              <a:ext cx="25091" cy="8961"/>
            </a:xfrm>
            <a:custGeom>
              <a:avLst/>
              <a:gdLst>
                <a:gd name="T0" fmla="*/ 0 w 28"/>
                <a:gd name="T1" fmla="*/ 0 h 10"/>
                <a:gd name="T2" fmla="*/ 0 w 28"/>
                <a:gd name="T3" fmla="*/ 0 h 10"/>
                <a:gd name="T4" fmla="*/ 26 w 28"/>
                <a:gd name="T5" fmla="*/ 10 h 10"/>
                <a:gd name="T6" fmla="*/ 28 w 28"/>
                <a:gd name="T7" fmla="*/ 7 h 10"/>
                <a:gd name="T8" fmla="*/ 0 w 2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0">
                  <a:moveTo>
                    <a:pt x="0" y="0"/>
                  </a:moveTo>
                  <a:lnTo>
                    <a:pt x="0" y="0"/>
                  </a:lnTo>
                  <a:lnTo>
                    <a:pt x="26" y="10"/>
                  </a:lnTo>
                  <a:lnTo>
                    <a:pt x="28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514" name="Freeform 1013"/>
            <p:cNvSpPr/>
            <p:nvPr/>
          </p:nvSpPr>
          <p:spPr bwMode="auto">
            <a:xfrm>
              <a:off x="3760240" y="6200087"/>
              <a:ext cx="25091" cy="8961"/>
            </a:xfrm>
            <a:custGeom>
              <a:avLst/>
              <a:gdLst>
                <a:gd name="T0" fmla="*/ 0 w 28"/>
                <a:gd name="T1" fmla="*/ 0 h 10"/>
                <a:gd name="T2" fmla="*/ 0 w 28"/>
                <a:gd name="T3" fmla="*/ 0 h 10"/>
                <a:gd name="T4" fmla="*/ 26 w 28"/>
                <a:gd name="T5" fmla="*/ 10 h 10"/>
                <a:gd name="T6" fmla="*/ 28 w 28"/>
                <a:gd name="T7" fmla="*/ 7 h 10"/>
                <a:gd name="T8" fmla="*/ 0 w 2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0">
                  <a:moveTo>
                    <a:pt x="0" y="0"/>
                  </a:moveTo>
                  <a:lnTo>
                    <a:pt x="0" y="0"/>
                  </a:lnTo>
                  <a:lnTo>
                    <a:pt x="26" y="10"/>
                  </a:lnTo>
                  <a:lnTo>
                    <a:pt x="28" y="7"/>
                  </a:lnTo>
                  <a:lnTo>
                    <a:pt x="0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515" name="Freeform 1014"/>
            <p:cNvSpPr/>
            <p:nvPr/>
          </p:nvSpPr>
          <p:spPr bwMode="auto">
            <a:xfrm>
              <a:off x="3760240" y="6035205"/>
              <a:ext cx="164882" cy="171156"/>
            </a:xfrm>
            <a:custGeom>
              <a:avLst/>
              <a:gdLst>
                <a:gd name="T0" fmla="*/ 184 w 184"/>
                <a:gd name="T1" fmla="*/ 0 h 191"/>
                <a:gd name="T2" fmla="*/ 0 w 184"/>
                <a:gd name="T3" fmla="*/ 184 h 191"/>
                <a:gd name="T4" fmla="*/ 28 w 184"/>
                <a:gd name="T5" fmla="*/ 191 h 191"/>
                <a:gd name="T6" fmla="*/ 184 w 184"/>
                <a:gd name="T7" fmla="*/ 35 h 191"/>
                <a:gd name="T8" fmla="*/ 184 w 184"/>
                <a:gd name="T9" fmla="*/ 0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4" h="191">
                  <a:moveTo>
                    <a:pt x="184" y="0"/>
                  </a:moveTo>
                  <a:lnTo>
                    <a:pt x="0" y="184"/>
                  </a:lnTo>
                  <a:lnTo>
                    <a:pt x="28" y="191"/>
                  </a:lnTo>
                  <a:lnTo>
                    <a:pt x="184" y="35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516" name="Freeform 1015"/>
            <p:cNvSpPr/>
            <p:nvPr/>
          </p:nvSpPr>
          <p:spPr bwMode="auto">
            <a:xfrm>
              <a:off x="3760240" y="6035205"/>
              <a:ext cx="164882" cy="171156"/>
            </a:xfrm>
            <a:custGeom>
              <a:avLst/>
              <a:gdLst>
                <a:gd name="T0" fmla="*/ 184 w 184"/>
                <a:gd name="T1" fmla="*/ 0 h 191"/>
                <a:gd name="T2" fmla="*/ 0 w 184"/>
                <a:gd name="T3" fmla="*/ 184 h 191"/>
                <a:gd name="T4" fmla="*/ 28 w 184"/>
                <a:gd name="T5" fmla="*/ 191 h 191"/>
                <a:gd name="T6" fmla="*/ 184 w 184"/>
                <a:gd name="T7" fmla="*/ 35 h 191"/>
                <a:gd name="T8" fmla="*/ 184 w 184"/>
                <a:gd name="T9" fmla="*/ 0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4" h="191">
                  <a:moveTo>
                    <a:pt x="184" y="0"/>
                  </a:moveTo>
                  <a:lnTo>
                    <a:pt x="0" y="184"/>
                  </a:lnTo>
                  <a:lnTo>
                    <a:pt x="28" y="191"/>
                  </a:lnTo>
                  <a:lnTo>
                    <a:pt x="184" y="35"/>
                  </a:lnTo>
                  <a:lnTo>
                    <a:pt x="184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517" name="Freeform 1016"/>
            <p:cNvSpPr/>
            <p:nvPr/>
          </p:nvSpPr>
          <p:spPr bwMode="auto">
            <a:xfrm>
              <a:off x="3806839" y="6215321"/>
              <a:ext cx="25091" cy="8065"/>
            </a:xfrm>
            <a:custGeom>
              <a:avLst/>
              <a:gdLst>
                <a:gd name="T0" fmla="*/ 0 w 28"/>
                <a:gd name="T1" fmla="*/ 0 h 9"/>
                <a:gd name="T2" fmla="*/ 0 w 28"/>
                <a:gd name="T3" fmla="*/ 0 h 9"/>
                <a:gd name="T4" fmla="*/ 26 w 28"/>
                <a:gd name="T5" fmla="*/ 9 h 9"/>
                <a:gd name="T6" fmla="*/ 28 w 28"/>
                <a:gd name="T7" fmla="*/ 7 h 9"/>
                <a:gd name="T8" fmla="*/ 0 w 28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9">
                  <a:moveTo>
                    <a:pt x="0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518" name="Freeform 1017"/>
            <p:cNvSpPr/>
            <p:nvPr/>
          </p:nvSpPr>
          <p:spPr bwMode="auto">
            <a:xfrm>
              <a:off x="3806839" y="6215321"/>
              <a:ext cx="25091" cy="8065"/>
            </a:xfrm>
            <a:custGeom>
              <a:avLst/>
              <a:gdLst>
                <a:gd name="T0" fmla="*/ 0 w 28"/>
                <a:gd name="T1" fmla="*/ 0 h 9"/>
                <a:gd name="T2" fmla="*/ 0 w 28"/>
                <a:gd name="T3" fmla="*/ 0 h 9"/>
                <a:gd name="T4" fmla="*/ 26 w 28"/>
                <a:gd name="T5" fmla="*/ 9 h 9"/>
                <a:gd name="T6" fmla="*/ 28 w 28"/>
                <a:gd name="T7" fmla="*/ 7 h 9"/>
                <a:gd name="T8" fmla="*/ 0 w 28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9">
                  <a:moveTo>
                    <a:pt x="0" y="0"/>
                  </a:moveTo>
                  <a:lnTo>
                    <a:pt x="0" y="0"/>
                  </a:lnTo>
                  <a:lnTo>
                    <a:pt x="26" y="9"/>
                  </a:lnTo>
                  <a:lnTo>
                    <a:pt x="28" y="7"/>
                  </a:lnTo>
                  <a:lnTo>
                    <a:pt x="0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519" name="Freeform 1018"/>
            <p:cNvSpPr/>
            <p:nvPr/>
          </p:nvSpPr>
          <p:spPr bwMode="auto">
            <a:xfrm>
              <a:off x="3806839" y="6096139"/>
              <a:ext cx="118285" cy="125454"/>
            </a:xfrm>
            <a:custGeom>
              <a:avLst/>
              <a:gdLst>
                <a:gd name="T0" fmla="*/ 132 w 132"/>
                <a:gd name="T1" fmla="*/ 0 h 140"/>
                <a:gd name="T2" fmla="*/ 0 w 132"/>
                <a:gd name="T3" fmla="*/ 133 h 140"/>
                <a:gd name="T4" fmla="*/ 28 w 132"/>
                <a:gd name="T5" fmla="*/ 140 h 140"/>
                <a:gd name="T6" fmla="*/ 132 w 132"/>
                <a:gd name="T7" fmla="*/ 36 h 140"/>
                <a:gd name="T8" fmla="*/ 132 w 132"/>
                <a:gd name="T9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40">
                  <a:moveTo>
                    <a:pt x="132" y="0"/>
                  </a:moveTo>
                  <a:lnTo>
                    <a:pt x="0" y="133"/>
                  </a:lnTo>
                  <a:lnTo>
                    <a:pt x="28" y="140"/>
                  </a:lnTo>
                  <a:lnTo>
                    <a:pt x="132" y="36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520" name="Freeform 1019"/>
            <p:cNvSpPr/>
            <p:nvPr/>
          </p:nvSpPr>
          <p:spPr bwMode="auto">
            <a:xfrm>
              <a:off x="3806839" y="6096139"/>
              <a:ext cx="118285" cy="125454"/>
            </a:xfrm>
            <a:custGeom>
              <a:avLst/>
              <a:gdLst>
                <a:gd name="T0" fmla="*/ 132 w 132"/>
                <a:gd name="T1" fmla="*/ 0 h 140"/>
                <a:gd name="T2" fmla="*/ 0 w 132"/>
                <a:gd name="T3" fmla="*/ 133 h 140"/>
                <a:gd name="T4" fmla="*/ 28 w 132"/>
                <a:gd name="T5" fmla="*/ 140 h 140"/>
                <a:gd name="T6" fmla="*/ 132 w 132"/>
                <a:gd name="T7" fmla="*/ 36 h 140"/>
                <a:gd name="T8" fmla="*/ 132 w 132"/>
                <a:gd name="T9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40">
                  <a:moveTo>
                    <a:pt x="132" y="0"/>
                  </a:moveTo>
                  <a:lnTo>
                    <a:pt x="0" y="133"/>
                  </a:lnTo>
                  <a:lnTo>
                    <a:pt x="28" y="140"/>
                  </a:lnTo>
                  <a:lnTo>
                    <a:pt x="132" y="36"/>
                  </a:lnTo>
                  <a:lnTo>
                    <a:pt x="132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521" name="Freeform 1020"/>
            <p:cNvSpPr/>
            <p:nvPr/>
          </p:nvSpPr>
          <p:spPr bwMode="auto">
            <a:xfrm>
              <a:off x="3853436" y="6227866"/>
              <a:ext cx="25091" cy="10754"/>
            </a:xfrm>
            <a:custGeom>
              <a:avLst/>
              <a:gdLst>
                <a:gd name="T0" fmla="*/ 0 w 28"/>
                <a:gd name="T1" fmla="*/ 0 h 12"/>
                <a:gd name="T2" fmla="*/ 0 w 28"/>
                <a:gd name="T3" fmla="*/ 2 h 12"/>
                <a:gd name="T4" fmla="*/ 26 w 28"/>
                <a:gd name="T5" fmla="*/ 12 h 12"/>
                <a:gd name="T6" fmla="*/ 28 w 28"/>
                <a:gd name="T7" fmla="*/ 9 h 12"/>
                <a:gd name="T8" fmla="*/ 0 w 28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2">
                  <a:moveTo>
                    <a:pt x="0" y="0"/>
                  </a:moveTo>
                  <a:lnTo>
                    <a:pt x="0" y="2"/>
                  </a:lnTo>
                  <a:lnTo>
                    <a:pt x="26" y="12"/>
                  </a:lnTo>
                  <a:lnTo>
                    <a:pt x="28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522" name="Freeform 1021"/>
            <p:cNvSpPr/>
            <p:nvPr/>
          </p:nvSpPr>
          <p:spPr bwMode="auto">
            <a:xfrm>
              <a:off x="3853436" y="6227866"/>
              <a:ext cx="25091" cy="10754"/>
            </a:xfrm>
            <a:custGeom>
              <a:avLst/>
              <a:gdLst>
                <a:gd name="T0" fmla="*/ 0 w 28"/>
                <a:gd name="T1" fmla="*/ 0 h 12"/>
                <a:gd name="T2" fmla="*/ 0 w 28"/>
                <a:gd name="T3" fmla="*/ 2 h 12"/>
                <a:gd name="T4" fmla="*/ 26 w 28"/>
                <a:gd name="T5" fmla="*/ 12 h 12"/>
                <a:gd name="T6" fmla="*/ 28 w 28"/>
                <a:gd name="T7" fmla="*/ 9 h 12"/>
                <a:gd name="T8" fmla="*/ 0 w 28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2">
                  <a:moveTo>
                    <a:pt x="0" y="0"/>
                  </a:moveTo>
                  <a:lnTo>
                    <a:pt x="0" y="2"/>
                  </a:lnTo>
                  <a:lnTo>
                    <a:pt x="26" y="12"/>
                  </a:lnTo>
                  <a:lnTo>
                    <a:pt x="28" y="9"/>
                  </a:lnTo>
                  <a:lnTo>
                    <a:pt x="0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523" name="Freeform 1022"/>
            <p:cNvSpPr/>
            <p:nvPr/>
          </p:nvSpPr>
          <p:spPr bwMode="auto">
            <a:xfrm>
              <a:off x="3853436" y="6157970"/>
              <a:ext cx="71688" cy="77961"/>
            </a:xfrm>
            <a:custGeom>
              <a:avLst/>
              <a:gdLst>
                <a:gd name="T0" fmla="*/ 80 w 80"/>
                <a:gd name="T1" fmla="*/ 0 h 87"/>
                <a:gd name="T2" fmla="*/ 0 w 80"/>
                <a:gd name="T3" fmla="*/ 78 h 87"/>
                <a:gd name="T4" fmla="*/ 28 w 80"/>
                <a:gd name="T5" fmla="*/ 87 h 87"/>
                <a:gd name="T6" fmla="*/ 80 w 80"/>
                <a:gd name="T7" fmla="*/ 35 h 87"/>
                <a:gd name="T8" fmla="*/ 80 w 80"/>
                <a:gd name="T9" fmla="*/ 0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0" h="87">
                  <a:moveTo>
                    <a:pt x="80" y="0"/>
                  </a:moveTo>
                  <a:lnTo>
                    <a:pt x="0" y="78"/>
                  </a:lnTo>
                  <a:lnTo>
                    <a:pt x="28" y="87"/>
                  </a:lnTo>
                  <a:lnTo>
                    <a:pt x="80" y="35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524" name="Freeform 1023"/>
            <p:cNvSpPr/>
            <p:nvPr/>
          </p:nvSpPr>
          <p:spPr bwMode="auto">
            <a:xfrm>
              <a:off x="3853436" y="6157970"/>
              <a:ext cx="71688" cy="77961"/>
            </a:xfrm>
            <a:custGeom>
              <a:avLst/>
              <a:gdLst>
                <a:gd name="T0" fmla="*/ 80 w 80"/>
                <a:gd name="T1" fmla="*/ 0 h 87"/>
                <a:gd name="T2" fmla="*/ 0 w 80"/>
                <a:gd name="T3" fmla="*/ 78 h 87"/>
                <a:gd name="T4" fmla="*/ 28 w 80"/>
                <a:gd name="T5" fmla="*/ 87 h 87"/>
                <a:gd name="T6" fmla="*/ 80 w 80"/>
                <a:gd name="T7" fmla="*/ 35 h 87"/>
                <a:gd name="T8" fmla="*/ 80 w 80"/>
                <a:gd name="T9" fmla="*/ 0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0" h="87">
                  <a:moveTo>
                    <a:pt x="80" y="0"/>
                  </a:moveTo>
                  <a:lnTo>
                    <a:pt x="0" y="78"/>
                  </a:lnTo>
                  <a:lnTo>
                    <a:pt x="28" y="87"/>
                  </a:lnTo>
                  <a:lnTo>
                    <a:pt x="80" y="35"/>
                  </a:lnTo>
                  <a:lnTo>
                    <a:pt x="80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525" name="Freeform 1024"/>
            <p:cNvSpPr/>
            <p:nvPr/>
          </p:nvSpPr>
          <p:spPr bwMode="auto">
            <a:xfrm>
              <a:off x="3900033" y="6243100"/>
              <a:ext cx="23299" cy="8065"/>
            </a:xfrm>
            <a:custGeom>
              <a:avLst/>
              <a:gdLst>
                <a:gd name="T0" fmla="*/ 0 w 26"/>
                <a:gd name="T1" fmla="*/ 0 h 9"/>
                <a:gd name="T2" fmla="*/ 0 w 26"/>
                <a:gd name="T3" fmla="*/ 2 h 9"/>
                <a:gd name="T4" fmla="*/ 26 w 26"/>
                <a:gd name="T5" fmla="*/ 9 h 9"/>
                <a:gd name="T6" fmla="*/ 26 w 26"/>
                <a:gd name="T7" fmla="*/ 9 h 9"/>
                <a:gd name="T8" fmla="*/ 0 w 26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9">
                  <a:moveTo>
                    <a:pt x="0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526" name="Freeform 1025"/>
            <p:cNvSpPr/>
            <p:nvPr/>
          </p:nvSpPr>
          <p:spPr bwMode="auto">
            <a:xfrm>
              <a:off x="3900033" y="6243100"/>
              <a:ext cx="23299" cy="8065"/>
            </a:xfrm>
            <a:custGeom>
              <a:avLst/>
              <a:gdLst>
                <a:gd name="T0" fmla="*/ 0 w 26"/>
                <a:gd name="T1" fmla="*/ 0 h 9"/>
                <a:gd name="T2" fmla="*/ 0 w 26"/>
                <a:gd name="T3" fmla="*/ 2 h 9"/>
                <a:gd name="T4" fmla="*/ 26 w 26"/>
                <a:gd name="T5" fmla="*/ 9 h 9"/>
                <a:gd name="T6" fmla="*/ 26 w 26"/>
                <a:gd name="T7" fmla="*/ 9 h 9"/>
                <a:gd name="T8" fmla="*/ 0 w 26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9">
                  <a:moveTo>
                    <a:pt x="0" y="0"/>
                  </a:moveTo>
                  <a:lnTo>
                    <a:pt x="0" y="2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0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527" name="Freeform 1026"/>
            <p:cNvSpPr/>
            <p:nvPr/>
          </p:nvSpPr>
          <p:spPr bwMode="auto">
            <a:xfrm>
              <a:off x="3900033" y="6219801"/>
              <a:ext cx="25091" cy="31363"/>
            </a:xfrm>
            <a:custGeom>
              <a:avLst/>
              <a:gdLst>
                <a:gd name="T0" fmla="*/ 28 w 28"/>
                <a:gd name="T1" fmla="*/ 0 h 35"/>
                <a:gd name="T2" fmla="*/ 0 w 28"/>
                <a:gd name="T3" fmla="*/ 26 h 35"/>
                <a:gd name="T4" fmla="*/ 26 w 28"/>
                <a:gd name="T5" fmla="*/ 35 h 35"/>
                <a:gd name="T6" fmla="*/ 28 w 28"/>
                <a:gd name="T7" fmla="*/ 35 h 35"/>
                <a:gd name="T8" fmla="*/ 28 w 28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5">
                  <a:moveTo>
                    <a:pt x="28" y="0"/>
                  </a:moveTo>
                  <a:lnTo>
                    <a:pt x="0" y="26"/>
                  </a:lnTo>
                  <a:lnTo>
                    <a:pt x="26" y="35"/>
                  </a:lnTo>
                  <a:lnTo>
                    <a:pt x="28" y="35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528" name="Freeform 1027"/>
            <p:cNvSpPr/>
            <p:nvPr/>
          </p:nvSpPr>
          <p:spPr bwMode="auto">
            <a:xfrm>
              <a:off x="3900033" y="6219801"/>
              <a:ext cx="25091" cy="31363"/>
            </a:xfrm>
            <a:custGeom>
              <a:avLst/>
              <a:gdLst>
                <a:gd name="T0" fmla="*/ 28 w 28"/>
                <a:gd name="T1" fmla="*/ 0 h 35"/>
                <a:gd name="T2" fmla="*/ 0 w 28"/>
                <a:gd name="T3" fmla="*/ 26 h 35"/>
                <a:gd name="T4" fmla="*/ 26 w 28"/>
                <a:gd name="T5" fmla="*/ 35 h 35"/>
                <a:gd name="T6" fmla="*/ 28 w 28"/>
                <a:gd name="T7" fmla="*/ 35 h 35"/>
                <a:gd name="T8" fmla="*/ 28 w 28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5">
                  <a:moveTo>
                    <a:pt x="28" y="0"/>
                  </a:moveTo>
                  <a:lnTo>
                    <a:pt x="0" y="26"/>
                  </a:lnTo>
                  <a:lnTo>
                    <a:pt x="26" y="35"/>
                  </a:lnTo>
                  <a:lnTo>
                    <a:pt x="28" y="35"/>
                  </a:lnTo>
                  <a:lnTo>
                    <a:pt x="28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529" name="Freeform 1028"/>
            <p:cNvSpPr/>
            <p:nvPr/>
          </p:nvSpPr>
          <p:spPr bwMode="auto">
            <a:xfrm>
              <a:off x="3925124" y="3890832"/>
              <a:ext cx="489272" cy="2362126"/>
            </a:xfrm>
            <a:custGeom>
              <a:avLst/>
              <a:gdLst>
                <a:gd name="T0" fmla="*/ 546 w 546"/>
                <a:gd name="T1" fmla="*/ 2464 h 2636"/>
                <a:gd name="T2" fmla="*/ 0 w 546"/>
                <a:gd name="T3" fmla="*/ 2636 h 2636"/>
                <a:gd name="T4" fmla="*/ 0 w 546"/>
                <a:gd name="T5" fmla="*/ 0 h 2636"/>
                <a:gd name="T6" fmla="*/ 546 w 546"/>
                <a:gd name="T7" fmla="*/ 173 h 2636"/>
                <a:gd name="T8" fmla="*/ 546 w 546"/>
                <a:gd name="T9" fmla="*/ 2464 h 2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2636">
                  <a:moveTo>
                    <a:pt x="546" y="2464"/>
                  </a:moveTo>
                  <a:lnTo>
                    <a:pt x="0" y="2636"/>
                  </a:lnTo>
                  <a:lnTo>
                    <a:pt x="0" y="0"/>
                  </a:lnTo>
                  <a:lnTo>
                    <a:pt x="546" y="173"/>
                  </a:lnTo>
                  <a:lnTo>
                    <a:pt x="546" y="2464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</p:grpSp>
      <p:sp>
        <p:nvSpPr>
          <p:cNvPr id="540" name="文本框 539"/>
          <p:cNvSpPr txBox="1"/>
          <p:nvPr/>
        </p:nvSpPr>
        <p:spPr>
          <a:xfrm>
            <a:off x="5574561" y="3423273"/>
            <a:ext cx="167595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2019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年收入</a:t>
            </a:r>
          </a:p>
        </p:txBody>
      </p:sp>
      <p:sp>
        <p:nvSpPr>
          <p:cNvPr id="541" name="文本框 540"/>
          <p:cNvSpPr txBox="1"/>
          <p:nvPr/>
        </p:nvSpPr>
        <p:spPr>
          <a:xfrm>
            <a:off x="7333157" y="3423273"/>
            <a:ext cx="167595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2018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年收入</a:t>
            </a:r>
          </a:p>
        </p:txBody>
      </p:sp>
      <p:sp>
        <p:nvSpPr>
          <p:cNvPr id="542" name="文本框 541"/>
          <p:cNvSpPr txBox="1"/>
          <p:nvPr/>
        </p:nvSpPr>
        <p:spPr>
          <a:xfrm>
            <a:off x="9002814" y="3423273"/>
            <a:ext cx="16759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2016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年收入</a:t>
            </a:r>
          </a:p>
        </p:txBody>
      </p:sp>
      <p:sp>
        <p:nvSpPr>
          <p:cNvPr id="543" name="文本框 542"/>
          <p:cNvSpPr txBox="1"/>
          <p:nvPr/>
        </p:nvSpPr>
        <p:spPr>
          <a:xfrm>
            <a:off x="8685679" y="1150706"/>
            <a:ext cx="2426161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2016-2019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年收入情况</a:t>
            </a:r>
          </a:p>
        </p:txBody>
      </p:sp>
      <p:sp>
        <p:nvSpPr>
          <p:cNvPr id="544" name="文本框 543"/>
          <p:cNvSpPr txBox="1"/>
          <p:nvPr/>
        </p:nvSpPr>
        <p:spPr>
          <a:xfrm>
            <a:off x="5819825" y="1213437"/>
            <a:ext cx="9608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64,525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545" name="文本框 544"/>
          <p:cNvSpPr txBox="1"/>
          <p:nvPr/>
        </p:nvSpPr>
        <p:spPr>
          <a:xfrm>
            <a:off x="7683158" y="1988371"/>
            <a:ext cx="9608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50,588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546" name="文本框 545"/>
          <p:cNvSpPr txBox="1"/>
          <p:nvPr/>
        </p:nvSpPr>
        <p:spPr>
          <a:xfrm>
            <a:off x="9247569" y="1683811"/>
            <a:ext cx="9608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78327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6500">
        <p:random/>
      </p:transition>
    </mc:Choice>
    <mc:Fallback xmlns="">
      <p:transition spd="slow" advTm="65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0.23789 2.59259E-6 " pathEditMode="relative" rAng="0" ptsTypes="AA">
                                      <p:cBhvr>
                                        <p:cTn id="21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88" y="0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500"/>
                            </p:stCondLst>
                            <p:childTnLst>
                              <p:par>
                                <p:cTn id="4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000"/>
                            </p:stCondLst>
                            <p:childTnLst>
                              <p:par>
                                <p:cTn id="4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0"/>
                            </p:stCondLst>
                            <p:childTnLst>
                              <p:par>
                                <p:cTn id="5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500"/>
                            </p:stCondLst>
                            <p:childTnLst>
                              <p:par>
                                <p:cTn id="8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9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9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9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9" grpId="0" uiExpand="1"/>
      <p:bldP spid="540" grpId="0"/>
      <p:bldP spid="541" grpId="0"/>
      <p:bldP spid="542" grpId="0"/>
      <p:bldP spid="543" grpId="0"/>
      <p:bldP spid="544" grpId="0"/>
      <p:bldP spid="545" grpId="0"/>
      <p:bldP spid="54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475460"/>
            <a:ext cx="412612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圆角矩形 101"/>
          <p:cNvSpPr/>
          <p:nvPr/>
        </p:nvSpPr>
        <p:spPr>
          <a:xfrm>
            <a:off x="4360957" y="258038"/>
            <a:ext cx="3456384" cy="523213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endParaRPr lang="zh-CN" altLang="en-US" b="1" dirty="0">
              <a:solidFill>
                <a:prstClr val="white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06409" y="288927"/>
            <a:ext cx="3456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财务数据表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4394504" y="288927"/>
            <a:ext cx="468000" cy="468000"/>
            <a:chOff x="304800" y="673100"/>
            <a:chExt cx="4000500" cy="4000500"/>
          </a:xfrm>
          <a:effectLst/>
        </p:grpSpPr>
        <p:sp>
          <p:nvSpPr>
            <p:cNvPr id="6" name="同心圆 86"/>
            <p:cNvSpPr/>
            <p:nvPr/>
          </p:nvSpPr>
          <p:spPr>
            <a:xfrm>
              <a:off x="304800" y="673100"/>
              <a:ext cx="4000500" cy="400050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prstClr val="black"/>
                </a:solidFill>
                <a:latin typeface="Calibri" panose="020F0502020204030204"/>
                <a:ea typeface="思源黑体 CN Bold" panose="020B0800000000000000" pitchFamily="34" charset="-122"/>
              </a:endParaRPr>
            </a:p>
          </p:txBody>
        </p:sp>
        <p:sp>
          <p:nvSpPr>
            <p:cNvPr id="7" name="椭圆 3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prstClr val="white"/>
                </a:solidFill>
                <a:latin typeface="Calibri" panose="020F0502020204030204"/>
                <a:ea typeface="思源黑体 CN Bold" panose="020B0800000000000000" pitchFamily="34" charset="-122"/>
              </a:endParaRPr>
            </a:p>
          </p:txBody>
        </p:sp>
      </p:grpSp>
      <p:cxnSp>
        <p:nvCxnSpPr>
          <p:cNvPr id="11" name="直接连接符 10"/>
          <p:cNvCxnSpPr/>
          <p:nvPr/>
        </p:nvCxnSpPr>
        <p:spPr>
          <a:xfrm>
            <a:off x="8065877" y="475460"/>
            <a:ext cx="412612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Group 3"/>
          <p:cNvGraphicFramePr/>
          <p:nvPr/>
        </p:nvGraphicFramePr>
        <p:xfrm>
          <a:off x="695325" y="1463675"/>
          <a:ext cx="10801350" cy="4319590"/>
        </p:xfrm>
        <a:graphic>
          <a:graphicData uri="http://schemas.openxmlformats.org/drawingml/2006/table">
            <a:tbl>
              <a:tblPr/>
              <a:tblGrid>
                <a:gridCol w="3600450"/>
                <a:gridCol w="3600450"/>
                <a:gridCol w="3600450"/>
              </a:tblGrid>
              <a:tr h="43195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50000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SzPct val="13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SzPct val="13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50000"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（货币单位）</a:t>
                      </a:r>
                    </a:p>
                  </a:txBody>
                  <a:tcPr marL="91428" marR="91428" marT="45710" marB="45710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50000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SzPct val="13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SzPct val="13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50000"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2018/04</a:t>
                      </a:r>
                    </a:p>
                  </a:txBody>
                  <a:tcPr marL="91428" marR="91428" marT="45710" marB="45710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50000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SzPct val="13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SzPct val="13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50000"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2019/06</a:t>
                      </a:r>
                    </a:p>
                  </a:txBody>
                  <a:tcPr marL="91428" marR="91428" marT="45710" marB="45710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</a:tr>
              <a:tr h="43195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50000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SzPct val="13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SzPct val="13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50000"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现金储备</a:t>
                      </a:r>
                    </a:p>
                  </a:txBody>
                  <a:tcPr marL="91428" marR="91428" marT="45710" marB="45710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14488 </a:t>
                      </a:r>
                    </a:p>
                  </a:txBody>
                  <a:tcPr marL="7619" marR="7619" marT="7618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16525 </a:t>
                      </a:r>
                    </a:p>
                  </a:txBody>
                  <a:tcPr marL="7619" marR="7619" marT="7618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95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50000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SzPct val="13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SzPct val="13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50000"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银行债务</a:t>
                      </a:r>
                    </a:p>
                  </a:txBody>
                  <a:tcPr marL="91428" marR="91428" marT="45710" marB="45710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18723 </a:t>
                      </a:r>
                    </a:p>
                  </a:txBody>
                  <a:tcPr marL="7619" marR="7619" marT="7618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22252 </a:t>
                      </a:r>
                    </a:p>
                  </a:txBody>
                  <a:tcPr marL="7619" marR="7619" marT="7618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95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50000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SzPct val="13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SzPct val="13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50000"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净现金储备</a:t>
                      </a:r>
                    </a:p>
                  </a:txBody>
                  <a:tcPr marL="91428" marR="91428" marT="45710" marB="45710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13129 </a:t>
                      </a:r>
                    </a:p>
                  </a:txBody>
                  <a:tcPr marL="7619" marR="7619" marT="7618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14813 </a:t>
                      </a:r>
                    </a:p>
                  </a:txBody>
                  <a:tcPr marL="7619" marR="7619" marT="7618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95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50000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SzPct val="13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SzPct val="13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50000"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净有形资产</a:t>
                      </a:r>
                    </a:p>
                  </a:txBody>
                  <a:tcPr marL="91428" marR="91428" marT="45710" marB="45710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19420 </a:t>
                      </a:r>
                    </a:p>
                  </a:txBody>
                  <a:tcPr marL="7619" marR="7619" marT="7618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25000 </a:t>
                      </a:r>
                    </a:p>
                  </a:txBody>
                  <a:tcPr marL="7619" marR="7619" marT="7618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95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50000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SzPct val="13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SzPct val="13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50000"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资本性输出</a:t>
                      </a:r>
                    </a:p>
                  </a:txBody>
                  <a:tcPr marL="91428" marR="91428" marT="45710" marB="45710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11480 </a:t>
                      </a:r>
                    </a:p>
                  </a:txBody>
                  <a:tcPr marL="7619" marR="7619" marT="7618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13252 </a:t>
                      </a:r>
                    </a:p>
                  </a:txBody>
                  <a:tcPr marL="7619" marR="7619" marT="7618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95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50000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SzPct val="13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SzPct val="13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50000"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流动比率</a:t>
                      </a:r>
                    </a:p>
                  </a:txBody>
                  <a:tcPr marL="91428" marR="91428" marT="45710" marB="45710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14606 </a:t>
                      </a:r>
                    </a:p>
                  </a:txBody>
                  <a:tcPr marL="7619" marR="7619" marT="7618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15399 </a:t>
                      </a:r>
                    </a:p>
                  </a:txBody>
                  <a:tcPr marL="7619" marR="7619" marT="7618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95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50000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SzPct val="13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SzPct val="13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50000"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存货周转期</a:t>
                      </a:r>
                    </a:p>
                  </a:txBody>
                  <a:tcPr marL="91428" marR="91428" marT="45710" marB="45710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12728 </a:t>
                      </a:r>
                    </a:p>
                  </a:txBody>
                  <a:tcPr marL="7619" marR="7619" marT="7618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15689 </a:t>
                      </a:r>
                    </a:p>
                  </a:txBody>
                  <a:tcPr marL="7619" marR="7619" marT="7618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95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50000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SzPct val="13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SzPct val="13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50000"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应收帐周转期</a:t>
                      </a:r>
                    </a:p>
                  </a:txBody>
                  <a:tcPr marL="91428" marR="91428" marT="45710" marB="45710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10377 </a:t>
                      </a:r>
                    </a:p>
                  </a:txBody>
                  <a:tcPr marL="7619" marR="7619" marT="7618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15222 </a:t>
                      </a:r>
                    </a:p>
                  </a:txBody>
                  <a:tcPr marL="7619" marR="7619" marT="7618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95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50000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SzPct val="13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SzPct val="13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50000"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应付帐周转期</a:t>
                      </a:r>
                    </a:p>
                  </a:txBody>
                  <a:tcPr marL="91428" marR="91428" marT="45710" marB="45710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14488 </a:t>
                      </a:r>
                    </a:p>
                  </a:txBody>
                  <a:tcPr marL="7619" marR="7619" marT="7618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16525 </a:t>
                      </a:r>
                    </a:p>
                  </a:txBody>
                  <a:tcPr marL="7619" marR="7619" marT="7618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0.23789 2.59259E-6 " pathEditMode="relative" rAng="0" ptsTypes="AA">
                                      <p:cBhvr>
                                        <p:cTn id="21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88" y="0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475460"/>
            <a:ext cx="412612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圆角矩形 101"/>
          <p:cNvSpPr/>
          <p:nvPr/>
        </p:nvSpPr>
        <p:spPr>
          <a:xfrm>
            <a:off x="4360957" y="258038"/>
            <a:ext cx="3456384" cy="523213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endParaRPr lang="zh-CN" altLang="en-US" b="1" dirty="0">
              <a:solidFill>
                <a:prstClr val="white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06409" y="288927"/>
            <a:ext cx="3456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业绩回顾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4394504" y="288927"/>
            <a:ext cx="468000" cy="468000"/>
            <a:chOff x="304800" y="673100"/>
            <a:chExt cx="4000500" cy="4000500"/>
          </a:xfrm>
          <a:effectLst/>
        </p:grpSpPr>
        <p:sp>
          <p:nvSpPr>
            <p:cNvPr id="6" name="同心圆 86"/>
            <p:cNvSpPr/>
            <p:nvPr/>
          </p:nvSpPr>
          <p:spPr>
            <a:xfrm>
              <a:off x="304800" y="673100"/>
              <a:ext cx="4000500" cy="400050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prstClr val="black"/>
                </a:solidFill>
                <a:latin typeface="Calibri" panose="020F0502020204030204"/>
                <a:ea typeface="思源黑体 CN Bold" panose="020B0800000000000000" pitchFamily="34" charset="-122"/>
              </a:endParaRPr>
            </a:p>
          </p:txBody>
        </p:sp>
        <p:sp>
          <p:nvSpPr>
            <p:cNvPr id="7" name="椭圆 3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prstClr val="white"/>
                </a:solidFill>
                <a:latin typeface="Calibri" panose="020F0502020204030204"/>
                <a:ea typeface="思源黑体 CN Bold" panose="020B0800000000000000" pitchFamily="34" charset="-122"/>
              </a:endParaRPr>
            </a:p>
          </p:txBody>
        </p:sp>
      </p:grpSp>
      <p:cxnSp>
        <p:nvCxnSpPr>
          <p:cNvPr id="11" name="直接连接符 10"/>
          <p:cNvCxnSpPr/>
          <p:nvPr/>
        </p:nvCxnSpPr>
        <p:spPr>
          <a:xfrm>
            <a:off x="8065877" y="475460"/>
            <a:ext cx="412612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12"/>
          <p:cNvGrpSpPr/>
          <p:nvPr/>
        </p:nvGrpSpPr>
        <p:grpSpPr bwMode="auto">
          <a:xfrm>
            <a:off x="4195206" y="4882337"/>
            <a:ext cx="3801587" cy="1500203"/>
            <a:chOff x="171" y="2983"/>
            <a:chExt cx="2836" cy="1018"/>
          </a:xfrm>
          <a:solidFill>
            <a:schemeClr val="accent1"/>
          </a:solidFill>
        </p:grpSpPr>
        <p:sp>
          <p:nvSpPr>
            <p:cNvPr id="55" name="AutoShape 13"/>
            <p:cNvSpPr>
              <a:spLocks noChangeArrowheads="1"/>
            </p:cNvSpPr>
            <p:nvPr/>
          </p:nvSpPr>
          <p:spPr bwMode="gray">
            <a:xfrm>
              <a:off x="171" y="2983"/>
              <a:ext cx="2830" cy="1018"/>
            </a:xfrm>
            <a:prstGeom prst="can">
              <a:avLst>
                <a:gd name="adj" fmla="val 50000"/>
              </a:avLst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6" name="Oval 14"/>
            <p:cNvSpPr>
              <a:spLocks noChangeArrowheads="1"/>
            </p:cNvSpPr>
            <p:nvPr/>
          </p:nvSpPr>
          <p:spPr bwMode="gray">
            <a:xfrm>
              <a:off x="171" y="2989"/>
              <a:ext cx="2836" cy="503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2" name="Group 15"/>
          <p:cNvGrpSpPr/>
          <p:nvPr/>
        </p:nvGrpSpPr>
        <p:grpSpPr bwMode="auto">
          <a:xfrm>
            <a:off x="4512309" y="4126576"/>
            <a:ext cx="3146743" cy="1285066"/>
            <a:chOff x="394" y="2571"/>
            <a:chExt cx="2347" cy="871"/>
          </a:xfrm>
          <a:solidFill>
            <a:schemeClr val="accent2"/>
          </a:solidFill>
        </p:grpSpPr>
        <p:sp>
          <p:nvSpPr>
            <p:cNvPr id="53" name="AutoShape 16"/>
            <p:cNvSpPr>
              <a:spLocks noChangeArrowheads="1"/>
            </p:cNvSpPr>
            <p:nvPr/>
          </p:nvSpPr>
          <p:spPr bwMode="gray">
            <a:xfrm>
              <a:off x="394" y="2571"/>
              <a:ext cx="2347" cy="871"/>
            </a:xfrm>
            <a:prstGeom prst="can">
              <a:avLst>
                <a:gd name="adj" fmla="val 50000"/>
              </a:avLst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4" name="Oval 17"/>
            <p:cNvSpPr>
              <a:spLocks noChangeArrowheads="1"/>
            </p:cNvSpPr>
            <p:nvPr/>
          </p:nvSpPr>
          <p:spPr bwMode="gray">
            <a:xfrm>
              <a:off x="394" y="2576"/>
              <a:ext cx="2347" cy="43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3" name="Group 18"/>
          <p:cNvGrpSpPr/>
          <p:nvPr/>
        </p:nvGrpSpPr>
        <p:grpSpPr bwMode="auto">
          <a:xfrm>
            <a:off x="4764166" y="3331912"/>
            <a:ext cx="2600167" cy="1213993"/>
            <a:chOff x="593" y="2111"/>
            <a:chExt cx="1940" cy="823"/>
          </a:xfrm>
          <a:solidFill>
            <a:schemeClr val="accent3"/>
          </a:solidFill>
        </p:grpSpPr>
        <p:sp>
          <p:nvSpPr>
            <p:cNvPr id="51" name="AutoShape 19"/>
            <p:cNvSpPr>
              <a:spLocks noChangeArrowheads="1"/>
            </p:cNvSpPr>
            <p:nvPr/>
          </p:nvSpPr>
          <p:spPr bwMode="gray">
            <a:xfrm>
              <a:off x="597" y="2111"/>
              <a:ext cx="1936" cy="823"/>
            </a:xfrm>
            <a:prstGeom prst="can">
              <a:avLst>
                <a:gd name="adj" fmla="val 47144"/>
              </a:avLst>
            </a:prstGeom>
            <a:solidFill>
              <a:schemeClr val="accent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2" name="Oval 20"/>
            <p:cNvSpPr>
              <a:spLocks noChangeArrowheads="1"/>
            </p:cNvSpPr>
            <p:nvPr/>
          </p:nvSpPr>
          <p:spPr bwMode="gray">
            <a:xfrm>
              <a:off x="593" y="2115"/>
              <a:ext cx="1940" cy="383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4" name="Group 21"/>
          <p:cNvGrpSpPr/>
          <p:nvPr/>
        </p:nvGrpSpPr>
        <p:grpSpPr bwMode="auto">
          <a:xfrm>
            <a:off x="5040471" y="2699615"/>
            <a:ext cx="2074545" cy="995014"/>
            <a:chOff x="800" y="1773"/>
            <a:chExt cx="1548" cy="675"/>
          </a:xfrm>
        </p:grpSpPr>
        <p:sp>
          <p:nvSpPr>
            <p:cNvPr id="49" name="AutoShape 22"/>
            <p:cNvSpPr>
              <a:spLocks noChangeArrowheads="1"/>
            </p:cNvSpPr>
            <p:nvPr/>
          </p:nvSpPr>
          <p:spPr bwMode="gray">
            <a:xfrm>
              <a:off x="800" y="1773"/>
              <a:ext cx="1548" cy="675"/>
            </a:xfrm>
            <a:prstGeom prst="can">
              <a:avLst>
                <a:gd name="adj" fmla="val 40000"/>
              </a:avLst>
            </a:prstGeom>
            <a:solidFill>
              <a:schemeClr val="accent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0" name="Oval 23"/>
            <p:cNvSpPr>
              <a:spLocks noChangeArrowheads="1"/>
            </p:cNvSpPr>
            <p:nvPr/>
          </p:nvSpPr>
          <p:spPr bwMode="gray">
            <a:xfrm>
              <a:off x="806" y="1773"/>
              <a:ext cx="1542" cy="27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5" name="AutoShape 24"/>
          <p:cNvSpPr>
            <a:spLocks noChangeArrowheads="1"/>
          </p:cNvSpPr>
          <p:nvPr/>
        </p:nvSpPr>
        <p:spPr bwMode="gray">
          <a:xfrm>
            <a:off x="5204714" y="2074846"/>
            <a:ext cx="1782572" cy="902512"/>
          </a:xfrm>
          <a:prstGeom prst="can">
            <a:avLst>
              <a:gd name="adj" fmla="val 36644"/>
            </a:avLst>
          </a:prstGeom>
          <a:solidFill>
            <a:schemeClr val="accent5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6" name="AutoShape 4"/>
          <p:cNvSpPr/>
          <p:nvPr/>
        </p:nvSpPr>
        <p:spPr bwMode="auto">
          <a:xfrm>
            <a:off x="5889513" y="3219482"/>
            <a:ext cx="371292" cy="372604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7428" y="17466"/>
                </a:moveTo>
                <a:cubicBezTo>
                  <a:pt x="16669" y="16923"/>
                  <a:pt x="15846" y="16465"/>
                  <a:pt x="14963" y="16121"/>
                </a:cubicBezTo>
                <a:cubicBezTo>
                  <a:pt x="15595" y="14609"/>
                  <a:pt x="15967" y="12928"/>
                  <a:pt x="16010" y="11148"/>
                </a:cubicBezTo>
                <a:lnTo>
                  <a:pt x="20188" y="11148"/>
                </a:lnTo>
                <a:cubicBezTo>
                  <a:pt x="20097" y="13612"/>
                  <a:pt x="19065" y="15838"/>
                  <a:pt x="17428" y="17466"/>
                </a:cubicBezTo>
                <a:moveTo>
                  <a:pt x="1411" y="11148"/>
                </a:moveTo>
                <a:lnTo>
                  <a:pt x="5589" y="11148"/>
                </a:lnTo>
                <a:cubicBezTo>
                  <a:pt x="5632" y="12928"/>
                  <a:pt x="6004" y="14609"/>
                  <a:pt x="6636" y="16121"/>
                </a:cubicBezTo>
                <a:cubicBezTo>
                  <a:pt x="5753" y="16465"/>
                  <a:pt x="4931" y="16923"/>
                  <a:pt x="4171" y="17466"/>
                </a:cubicBezTo>
                <a:cubicBezTo>
                  <a:pt x="2534" y="15838"/>
                  <a:pt x="1502" y="13612"/>
                  <a:pt x="1411" y="11148"/>
                </a:cubicBezTo>
                <a:moveTo>
                  <a:pt x="3785" y="4553"/>
                </a:moveTo>
                <a:cubicBezTo>
                  <a:pt x="4579" y="5170"/>
                  <a:pt x="5448" y="5691"/>
                  <a:pt x="6388" y="6084"/>
                </a:cubicBezTo>
                <a:cubicBezTo>
                  <a:pt x="5901" y="7433"/>
                  <a:pt x="5627" y="8908"/>
                  <a:pt x="5589" y="10451"/>
                </a:cubicBezTo>
                <a:lnTo>
                  <a:pt x="1411" y="10451"/>
                </a:lnTo>
                <a:cubicBezTo>
                  <a:pt x="1494" y="8190"/>
                  <a:pt x="2376" y="6135"/>
                  <a:pt x="3785" y="4553"/>
                </a:cubicBezTo>
                <a:moveTo>
                  <a:pt x="11148" y="10451"/>
                </a:moveTo>
                <a:lnTo>
                  <a:pt x="11148" y="6950"/>
                </a:lnTo>
                <a:cubicBezTo>
                  <a:pt x="12339" y="6913"/>
                  <a:pt x="13484" y="6696"/>
                  <a:pt x="14558" y="6324"/>
                </a:cubicBezTo>
                <a:cubicBezTo>
                  <a:pt x="15018" y="7598"/>
                  <a:pt x="15276" y="8992"/>
                  <a:pt x="15314" y="10451"/>
                </a:cubicBezTo>
                <a:cubicBezTo>
                  <a:pt x="15314" y="10451"/>
                  <a:pt x="11148" y="10451"/>
                  <a:pt x="11148" y="10451"/>
                </a:cubicBezTo>
                <a:close/>
                <a:moveTo>
                  <a:pt x="14311" y="15882"/>
                </a:moveTo>
                <a:cubicBezTo>
                  <a:pt x="13309" y="15559"/>
                  <a:pt x="12247" y="15380"/>
                  <a:pt x="11148" y="15346"/>
                </a:cubicBezTo>
                <a:lnTo>
                  <a:pt x="11148" y="11148"/>
                </a:lnTo>
                <a:lnTo>
                  <a:pt x="15314" y="11148"/>
                </a:lnTo>
                <a:cubicBezTo>
                  <a:pt x="15270" y="12844"/>
                  <a:pt x="14914" y="14445"/>
                  <a:pt x="14311" y="15882"/>
                </a:cubicBezTo>
                <a:moveTo>
                  <a:pt x="14683" y="16757"/>
                </a:moveTo>
                <a:cubicBezTo>
                  <a:pt x="15476" y="17063"/>
                  <a:pt x="16218" y="17466"/>
                  <a:pt x="16904" y="17941"/>
                </a:cubicBezTo>
                <a:cubicBezTo>
                  <a:pt x="15632" y="19031"/>
                  <a:pt x="14067" y="19781"/>
                  <a:pt x="12344" y="20068"/>
                </a:cubicBezTo>
                <a:cubicBezTo>
                  <a:pt x="13280" y="19136"/>
                  <a:pt x="14076" y="18017"/>
                  <a:pt x="14683" y="16757"/>
                </a:cubicBezTo>
                <a:moveTo>
                  <a:pt x="11148" y="20188"/>
                </a:moveTo>
                <a:lnTo>
                  <a:pt x="11148" y="16043"/>
                </a:lnTo>
                <a:cubicBezTo>
                  <a:pt x="12146" y="16075"/>
                  <a:pt x="13113" y="16231"/>
                  <a:pt x="14025" y="16516"/>
                </a:cubicBezTo>
                <a:cubicBezTo>
                  <a:pt x="13314" y="17970"/>
                  <a:pt x="12343" y="19223"/>
                  <a:pt x="11185" y="20186"/>
                </a:cubicBezTo>
                <a:cubicBezTo>
                  <a:pt x="11185" y="20186"/>
                  <a:pt x="11148" y="20188"/>
                  <a:pt x="11148" y="20188"/>
                </a:cubicBezTo>
                <a:close/>
                <a:moveTo>
                  <a:pt x="9255" y="20068"/>
                </a:moveTo>
                <a:cubicBezTo>
                  <a:pt x="7532" y="19781"/>
                  <a:pt x="5967" y="19031"/>
                  <a:pt x="4695" y="17941"/>
                </a:cubicBezTo>
                <a:cubicBezTo>
                  <a:pt x="5381" y="17466"/>
                  <a:pt x="6123" y="17063"/>
                  <a:pt x="6916" y="16757"/>
                </a:cubicBezTo>
                <a:cubicBezTo>
                  <a:pt x="7523" y="18017"/>
                  <a:pt x="8319" y="19136"/>
                  <a:pt x="9255" y="20068"/>
                </a:cubicBezTo>
                <a:moveTo>
                  <a:pt x="10451" y="11148"/>
                </a:moveTo>
                <a:lnTo>
                  <a:pt x="10451" y="15346"/>
                </a:lnTo>
                <a:cubicBezTo>
                  <a:pt x="9352" y="15380"/>
                  <a:pt x="8290" y="15559"/>
                  <a:pt x="7288" y="15882"/>
                </a:cubicBezTo>
                <a:cubicBezTo>
                  <a:pt x="6685" y="14445"/>
                  <a:pt x="6329" y="12844"/>
                  <a:pt x="6285" y="11148"/>
                </a:cubicBezTo>
                <a:cubicBezTo>
                  <a:pt x="6285" y="11148"/>
                  <a:pt x="10451" y="11148"/>
                  <a:pt x="10451" y="11148"/>
                </a:cubicBezTo>
                <a:close/>
                <a:moveTo>
                  <a:pt x="7041" y="6324"/>
                </a:moveTo>
                <a:cubicBezTo>
                  <a:pt x="8115" y="6696"/>
                  <a:pt x="9260" y="6913"/>
                  <a:pt x="10451" y="6950"/>
                </a:cubicBezTo>
                <a:lnTo>
                  <a:pt x="10451" y="10451"/>
                </a:lnTo>
                <a:lnTo>
                  <a:pt x="6285" y="10451"/>
                </a:lnTo>
                <a:cubicBezTo>
                  <a:pt x="6324" y="8992"/>
                  <a:pt x="6581" y="7598"/>
                  <a:pt x="7041" y="6324"/>
                </a:cubicBezTo>
                <a:moveTo>
                  <a:pt x="6651" y="5442"/>
                </a:moveTo>
                <a:cubicBezTo>
                  <a:pt x="5790" y="5084"/>
                  <a:pt x="4993" y="4609"/>
                  <a:pt x="4263" y="4050"/>
                </a:cubicBezTo>
                <a:cubicBezTo>
                  <a:pt x="5606" y="2749"/>
                  <a:pt x="7332" y="1851"/>
                  <a:pt x="9255" y="1531"/>
                </a:cubicBezTo>
                <a:cubicBezTo>
                  <a:pt x="8175" y="2610"/>
                  <a:pt x="7286" y="3939"/>
                  <a:pt x="6651" y="5442"/>
                </a:cubicBezTo>
                <a:moveTo>
                  <a:pt x="10451" y="1411"/>
                </a:moveTo>
                <a:lnTo>
                  <a:pt x="10451" y="6253"/>
                </a:lnTo>
                <a:cubicBezTo>
                  <a:pt x="9352" y="6217"/>
                  <a:pt x="8296" y="6021"/>
                  <a:pt x="7303" y="5681"/>
                </a:cubicBezTo>
                <a:cubicBezTo>
                  <a:pt x="8029" y="3972"/>
                  <a:pt x="9101" y="2507"/>
                  <a:pt x="10415" y="1413"/>
                </a:cubicBezTo>
                <a:cubicBezTo>
                  <a:pt x="10427" y="1412"/>
                  <a:pt x="10439" y="1411"/>
                  <a:pt x="10451" y="1411"/>
                </a:cubicBezTo>
                <a:moveTo>
                  <a:pt x="12344" y="1531"/>
                </a:moveTo>
                <a:cubicBezTo>
                  <a:pt x="14267" y="1851"/>
                  <a:pt x="15993" y="2749"/>
                  <a:pt x="17336" y="4050"/>
                </a:cubicBezTo>
                <a:cubicBezTo>
                  <a:pt x="16606" y="4609"/>
                  <a:pt x="15809" y="5084"/>
                  <a:pt x="14948" y="5442"/>
                </a:cubicBezTo>
                <a:cubicBezTo>
                  <a:pt x="14313" y="3939"/>
                  <a:pt x="13424" y="2610"/>
                  <a:pt x="12344" y="1531"/>
                </a:cubicBezTo>
                <a:moveTo>
                  <a:pt x="11184" y="1413"/>
                </a:moveTo>
                <a:cubicBezTo>
                  <a:pt x="12498" y="2507"/>
                  <a:pt x="13570" y="3972"/>
                  <a:pt x="14296" y="5681"/>
                </a:cubicBezTo>
                <a:cubicBezTo>
                  <a:pt x="13303" y="6021"/>
                  <a:pt x="12247" y="6217"/>
                  <a:pt x="11148" y="6253"/>
                </a:cubicBezTo>
                <a:lnTo>
                  <a:pt x="11148" y="1411"/>
                </a:lnTo>
                <a:cubicBezTo>
                  <a:pt x="11160" y="1411"/>
                  <a:pt x="11172" y="1412"/>
                  <a:pt x="11184" y="1413"/>
                </a:cubicBezTo>
                <a:moveTo>
                  <a:pt x="10414" y="20186"/>
                </a:moveTo>
                <a:cubicBezTo>
                  <a:pt x="9256" y="19223"/>
                  <a:pt x="8285" y="17970"/>
                  <a:pt x="7574" y="16516"/>
                </a:cubicBezTo>
                <a:cubicBezTo>
                  <a:pt x="8486" y="16231"/>
                  <a:pt x="9453" y="16075"/>
                  <a:pt x="10451" y="16043"/>
                </a:cubicBezTo>
                <a:lnTo>
                  <a:pt x="10451" y="20188"/>
                </a:lnTo>
                <a:cubicBezTo>
                  <a:pt x="10451" y="20188"/>
                  <a:pt x="10414" y="20186"/>
                  <a:pt x="10414" y="20186"/>
                </a:cubicBezTo>
                <a:close/>
                <a:moveTo>
                  <a:pt x="20188" y="10451"/>
                </a:moveTo>
                <a:lnTo>
                  <a:pt x="16010" y="10451"/>
                </a:lnTo>
                <a:cubicBezTo>
                  <a:pt x="15972" y="8908"/>
                  <a:pt x="15698" y="7433"/>
                  <a:pt x="15211" y="6084"/>
                </a:cubicBezTo>
                <a:cubicBezTo>
                  <a:pt x="16151" y="5691"/>
                  <a:pt x="17020" y="5170"/>
                  <a:pt x="17814" y="4553"/>
                </a:cubicBezTo>
                <a:cubicBezTo>
                  <a:pt x="19223" y="6135"/>
                  <a:pt x="20105" y="8190"/>
                  <a:pt x="20188" y="10451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bg2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algn="ctr" defTabSz="228600" fontAlgn="base" hangingPunct="0">
              <a:spcBef>
                <a:spcPct val="0"/>
              </a:spcBef>
              <a:spcAft>
                <a:spcPct val="0"/>
              </a:spcAft>
            </a:pPr>
            <a:endParaRPr lang="en-US" sz="150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" charset="0"/>
              <a:sym typeface="Gill Sans" charset="0"/>
            </a:endParaRPr>
          </a:p>
        </p:txBody>
      </p:sp>
      <p:grpSp>
        <p:nvGrpSpPr>
          <p:cNvPr id="17" name="Group 11"/>
          <p:cNvGrpSpPr/>
          <p:nvPr/>
        </p:nvGrpSpPr>
        <p:grpSpPr>
          <a:xfrm>
            <a:off x="5891527" y="4035109"/>
            <a:ext cx="383755" cy="384412"/>
            <a:chOff x="9145588" y="4435475"/>
            <a:chExt cx="464344" cy="465138"/>
          </a:xfrm>
          <a:solidFill>
            <a:schemeClr val="bg2"/>
          </a:solidFill>
        </p:grpSpPr>
        <p:sp>
          <p:nvSpPr>
            <p:cNvPr id="40" name="AutoShape 7"/>
            <p:cNvSpPr/>
            <p:nvPr/>
          </p:nvSpPr>
          <p:spPr bwMode="auto">
            <a:xfrm>
              <a:off x="9145588" y="4435475"/>
              <a:ext cx="464344" cy="465138"/>
            </a:xfrm>
            <a:custGeom>
              <a:avLst/>
              <a:gdLst>
                <a:gd name="T0" fmla="+- 0 10800 1271"/>
                <a:gd name="T1" fmla="*/ T0 w 19058"/>
                <a:gd name="T2" fmla="+- 0 10799 1270"/>
                <a:gd name="T3" fmla="*/ 10799 h 19059"/>
                <a:gd name="T4" fmla="+- 0 10800 1271"/>
                <a:gd name="T5" fmla="*/ T4 w 19058"/>
                <a:gd name="T6" fmla="+- 0 10799 1270"/>
                <a:gd name="T7" fmla="*/ 10799 h 19059"/>
                <a:gd name="T8" fmla="+- 0 10800 1271"/>
                <a:gd name="T9" fmla="*/ T8 w 19058"/>
                <a:gd name="T10" fmla="+- 0 10799 1270"/>
                <a:gd name="T11" fmla="*/ 10799 h 19059"/>
                <a:gd name="T12" fmla="+- 0 10800 1271"/>
                <a:gd name="T13" fmla="*/ T12 w 19058"/>
                <a:gd name="T14" fmla="+- 0 10799 1270"/>
                <a:gd name="T15" fmla="*/ 10799 h 1905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19058" h="19059">
                  <a:moveTo>
                    <a:pt x="6430" y="17268"/>
                  </a:moveTo>
                  <a:cubicBezTo>
                    <a:pt x="2162" y="15559"/>
                    <a:pt x="82" y="10698"/>
                    <a:pt x="1790" y="6431"/>
                  </a:cubicBezTo>
                  <a:cubicBezTo>
                    <a:pt x="3499" y="2164"/>
                    <a:pt x="8360" y="81"/>
                    <a:pt x="12627" y="1791"/>
                  </a:cubicBezTo>
                  <a:cubicBezTo>
                    <a:pt x="16894" y="3499"/>
                    <a:pt x="18975" y="8361"/>
                    <a:pt x="17267" y="12628"/>
                  </a:cubicBezTo>
                  <a:cubicBezTo>
                    <a:pt x="15558" y="16895"/>
                    <a:pt x="10696" y="18976"/>
                    <a:pt x="6430" y="17268"/>
                  </a:cubicBezTo>
                  <a:moveTo>
                    <a:pt x="13070" y="685"/>
                  </a:moveTo>
                  <a:cubicBezTo>
                    <a:pt x="8186" y="-1270"/>
                    <a:pt x="2641" y="1103"/>
                    <a:pt x="685" y="5987"/>
                  </a:cubicBezTo>
                  <a:cubicBezTo>
                    <a:pt x="-1271" y="10872"/>
                    <a:pt x="1103" y="16418"/>
                    <a:pt x="5987" y="18373"/>
                  </a:cubicBezTo>
                  <a:cubicBezTo>
                    <a:pt x="10871" y="20330"/>
                    <a:pt x="16416" y="17955"/>
                    <a:pt x="18373" y="13071"/>
                  </a:cubicBezTo>
                  <a:cubicBezTo>
                    <a:pt x="20329" y="8186"/>
                    <a:pt x="17954" y="2641"/>
                    <a:pt x="13070" y="685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  <p:sp>
          <p:nvSpPr>
            <p:cNvPr id="41" name="AutoShape 8"/>
            <p:cNvSpPr/>
            <p:nvPr/>
          </p:nvSpPr>
          <p:spPr bwMode="auto">
            <a:xfrm>
              <a:off x="9348788" y="4638675"/>
              <a:ext cx="57944" cy="57944"/>
            </a:xfrm>
            <a:custGeom>
              <a:avLst/>
              <a:gdLst>
                <a:gd name="T0" fmla="+- 0 10801 1272"/>
                <a:gd name="T1" fmla="*/ T0 w 19059"/>
                <a:gd name="T2" fmla="+- 0 10800 1272"/>
                <a:gd name="T3" fmla="*/ 10800 h 19056"/>
                <a:gd name="T4" fmla="+- 0 10801 1272"/>
                <a:gd name="T5" fmla="*/ T4 w 19059"/>
                <a:gd name="T6" fmla="+- 0 10800 1272"/>
                <a:gd name="T7" fmla="*/ 10800 h 19056"/>
                <a:gd name="T8" fmla="+- 0 10801 1272"/>
                <a:gd name="T9" fmla="*/ T8 w 19059"/>
                <a:gd name="T10" fmla="+- 0 10800 1272"/>
                <a:gd name="T11" fmla="*/ 10800 h 19056"/>
                <a:gd name="T12" fmla="+- 0 10801 1272"/>
                <a:gd name="T13" fmla="*/ T12 w 19059"/>
                <a:gd name="T14" fmla="+- 0 10800 1272"/>
                <a:gd name="T15" fmla="*/ 10800 h 19056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19059" h="19056">
                  <a:moveTo>
                    <a:pt x="7753" y="13951"/>
                  </a:moveTo>
                  <a:cubicBezTo>
                    <a:pt x="5315" y="12969"/>
                    <a:pt x="4129" y="10197"/>
                    <a:pt x="5101" y="7755"/>
                  </a:cubicBezTo>
                  <a:cubicBezTo>
                    <a:pt x="6083" y="5323"/>
                    <a:pt x="8860" y="4132"/>
                    <a:pt x="11298" y="5104"/>
                  </a:cubicBezTo>
                  <a:cubicBezTo>
                    <a:pt x="13735" y="6081"/>
                    <a:pt x="14926" y="8858"/>
                    <a:pt x="13949" y="11300"/>
                  </a:cubicBezTo>
                  <a:cubicBezTo>
                    <a:pt x="12972" y="13737"/>
                    <a:pt x="10195" y="14923"/>
                    <a:pt x="7753" y="13951"/>
                  </a:cubicBezTo>
                  <a:moveTo>
                    <a:pt x="13070" y="686"/>
                  </a:moveTo>
                  <a:cubicBezTo>
                    <a:pt x="8190" y="-1272"/>
                    <a:pt x="2640" y="1104"/>
                    <a:pt x="686" y="5988"/>
                  </a:cubicBezTo>
                  <a:cubicBezTo>
                    <a:pt x="-1272" y="10872"/>
                    <a:pt x="1105" y="16416"/>
                    <a:pt x="5985" y="18369"/>
                  </a:cubicBezTo>
                  <a:cubicBezTo>
                    <a:pt x="10870" y="20328"/>
                    <a:pt x="16415" y="17951"/>
                    <a:pt x="18374" y="13072"/>
                  </a:cubicBezTo>
                  <a:cubicBezTo>
                    <a:pt x="20328" y="8188"/>
                    <a:pt x="17960" y="2644"/>
                    <a:pt x="13070" y="686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  <p:sp>
          <p:nvSpPr>
            <p:cNvPr id="42" name="AutoShape 9"/>
            <p:cNvSpPr/>
            <p:nvPr/>
          </p:nvSpPr>
          <p:spPr bwMode="auto">
            <a:xfrm>
              <a:off x="9290050" y="4580732"/>
              <a:ext cx="174625" cy="174625"/>
            </a:xfrm>
            <a:custGeom>
              <a:avLst/>
              <a:gdLst>
                <a:gd name="T0" fmla="+- 0 10800 1271"/>
                <a:gd name="T1" fmla="*/ T0 w 19059"/>
                <a:gd name="T2" fmla="+- 0 10800 1271"/>
                <a:gd name="T3" fmla="*/ 10800 h 19058"/>
                <a:gd name="T4" fmla="+- 0 10800 1271"/>
                <a:gd name="T5" fmla="*/ T4 w 19059"/>
                <a:gd name="T6" fmla="+- 0 10800 1271"/>
                <a:gd name="T7" fmla="*/ 10800 h 19058"/>
                <a:gd name="T8" fmla="+- 0 10800 1271"/>
                <a:gd name="T9" fmla="*/ T8 w 19059"/>
                <a:gd name="T10" fmla="+- 0 10800 1271"/>
                <a:gd name="T11" fmla="*/ 10800 h 19058"/>
                <a:gd name="T12" fmla="+- 0 10800 1271"/>
                <a:gd name="T13" fmla="*/ T12 w 19059"/>
                <a:gd name="T14" fmla="+- 0 10800 1271"/>
                <a:gd name="T15" fmla="*/ 10800 h 19058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19059" h="19058">
                  <a:moveTo>
                    <a:pt x="7169" y="15424"/>
                  </a:moveTo>
                  <a:cubicBezTo>
                    <a:pt x="3916" y="14123"/>
                    <a:pt x="2331" y="10417"/>
                    <a:pt x="3632" y="7167"/>
                  </a:cubicBezTo>
                  <a:cubicBezTo>
                    <a:pt x="4934" y="3917"/>
                    <a:pt x="8638" y="2331"/>
                    <a:pt x="11889" y="3632"/>
                  </a:cubicBezTo>
                  <a:cubicBezTo>
                    <a:pt x="15141" y="4934"/>
                    <a:pt x="16728" y="8640"/>
                    <a:pt x="15425" y="11890"/>
                  </a:cubicBezTo>
                  <a:cubicBezTo>
                    <a:pt x="14124" y="15140"/>
                    <a:pt x="10419" y="16728"/>
                    <a:pt x="7169" y="15424"/>
                  </a:cubicBezTo>
                  <a:moveTo>
                    <a:pt x="13071" y="685"/>
                  </a:moveTo>
                  <a:cubicBezTo>
                    <a:pt x="8186" y="-1271"/>
                    <a:pt x="2639" y="1104"/>
                    <a:pt x="686" y="5987"/>
                  </a:cubicBezTo>
                  <a:cubicBezTo>
                    <a:pt x="-1271" y="10871"/>
                    <a:pt x="1104" y="16416"/>
                    <a:pt x="5987" y="18372"/>
                  </a:cubicBezTo>
                  <a:cubicBezTo>
                    <a:pt x="10874" y="20329"/>
                    <a:pt x="16418" y="17955"/>
                    <a:pt x="18375" y="13070"/>
                  </a:cubicBezTo>
                  <a:cubicBezTo>
                    <a:pt x="20328" y="8186"/>
                    <a:pt x="17956" y="2641"/>
                    <a:pt x="13071" y="685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  <p:sp>
          <p:nvSpPr>
            <p:cNvPr id="43" name="AutoShape 10"/>
            <p:cNvSpPr/>
            <p:nvPr/>
          </p:nvSpPr>
          <p:spPr bwMode="auto">
            <a:xfrm>
              <a:off x="9406732" y="4696619"/>
              <a:ext cx="72231" cy="74613"/>
            </a:xfrm>
            <a:custGeom>
              <a:avLst/>
              <a:gdLst>
                <a:gd name="T0" fmla="+- 0 10804 288"/>
                <a:gd name="T1" fmla="*/ T0 w 21033"/>
                <a:gd name="T2" fmla="+- 0 10798 277"/>
                <a:gd name="T3" fmla="*/ 10798 h 21043"/>
                <a:gd name="T4" fmla="+- 0 10804 288"/>
                <a:gd name="T5" fmla="*/ T4 w 21033"/>
                <a:gd name="T6" fmla="+- 0 10798 277"/>
                <a:gd name="T7" fmla="*/ 10798 h 21043"/>
                <a:gd name="T8" fmla="+- 0 10804 288"/>
                <a:gd name="T9" fmla="*/ T8 w 21033"/>
                <a:gd name="T10" fmla="+- 0 10798 277"/>
                <a:gd name="T11" fmla="*/ 10798 h 21043"/>
                <a:gd name="T12" fmla="+- 0 10804 288"/>
                <a:gd name="T13" fmla="*/ T12 w 21033"/>
                <a:gd name="T14" fmla="+- 0 10798 277"/>
                <a:gd name="T15" fmla="*/ 10798 h 21043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033" h="21043">
                  <a:moveTo>
                    <a:pt x="20881" y="2825"/>
                  </a:moveTo>
                  <a:cubicBezTo>
                    <a:pt x="21312" y="1771"/>
                    <a:pt x="20787" y="572"/>
                    <a:pt x="19713" y="149"/>
                  </a:cubicBezTo>
                  <a:cubicBezTo>
                    <a:pt x="18636" y="-277"/>
                    <a:pt x="17414" y="238"/>
                    <a:pt x="16984" y="1296"/>
                  </a:cubicBezTo>
                  <a:lnTo>
                    <a:pt x="16980" y="1292"/>
                  </a:lnTo>
                  <a:cubicBezTo>
                    <a:pt x="13964" y="8692"/>
                    <a:pt x="8182" y="14184"/>
                    <a:pt x="1269" y="17089"/>
                  </a:cubicBezTo>
                  <a:cubicBezTo>
                    <a:pt x="207" y="17536"/>
                    <a:pt x="-288" y="18747"/>
                    <a:pt x="170" y="19789"/>
                  </a:cubicBezTo>
                  <a:cubicBezTo>
                    <a:pt x="629" y="20840"/>
                    <a:pt x="1863" y="21323"/>
                    <a:pt x="2924" y="20876"/>
                  </a:cubicBezTo>
                  <a:cubicBezTo>
                    <a:pt x="2961" y="20860"/>
                    <a:pt x="2982" y="20828"/>
                    <a:pt x="3014" y="20815"/>
                  </a:cubicBezTo>
                  <a:cubicBezTo>
                    <a:pt x="10874" y="17480"/>
                    <a:pt x="17451" y="11227"/>
                    <a:pt x="20877" y="2825"/>
                  </a:cubicBezTo>
                  <a:cubicBezTo>
                    <a:pt x="20877" y="2825"/>
                    <a:pt x="20881" y="2825"/>
                    <a:pt x="20881" y="2825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  <p:sp>
          <p:nvSpPr>
            <p:cNvPr id="44" name="AutoShape 11"/>
            <p:cNvSpPr/>
            <p:nvPr/>
          </p:nvSpPr>
          <p:spPr bwMode="auto">
            <a:xfrm>
              <a:off x="9435307" y="4725988"/>
              <a:ext cx="103981" cy="106363"/>
            </a:xfrm>
            <a:custGeom>
              <a:avLst/>
              <a:gdLst>
                <a:gd name="T0" fmla="+- 0 10803 203"/>
                <a:gd name="T1" fmla="*/ T0 w 21201"/>
                <a:gd name="T2" fmla="+- 0 10798 194"/>
                <a:gd name="T3" fmla="*/ 10798 h 21209"/>
                <a:gd name="T4" fmla="+- 0 10803 203"/>
                <a:gd name="T5" fmla="*/ T4 w 21201"/>
                <a:gd name="T6" fmla="+- 0 10798 194"/>
                <a:gd name="T7" fmla="*/ 10798 h 21209"/>
                <a:gd name="T8" fmla="+- 0 10803 203"/>
                <a:gd name="T9" fmla="*/ T8 w 21201"/>
                <a:gd name="T10" fmla="+- 0 10798 194"/>
                <a:gd name="T11" fmla="*/ 10798 h 21209"/>
                <a:gd name="T12" fmla="+- 0 10803 203"/>
                <a:gd name="T13" fmla="*/ T12 w 21201"/>
                <a:gd name="T14" fmla="+- 0 10798 194"/>
                <a:gd name="T15" fmla="*/ 10798 h 2120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201" h="21209">
                  <a:moveTo>
                    <a:pt x="20267" y="104"/>
                  </a:moveTo>
                  <a:cubicBezTo>
                    <a:pt x="19508" y="-194"/>
                    <a:pt x="18645" y="169"/>
                    <a:pt x="18339" y="912"/>
                  </a:cubicBezTo>
                  <a:cubicBezTo>
                    <a:pt x="14991" y="9110"/>
                    <a:pt x="8568" y="15198"/>
                    <a:pt x="894" y="18420"/>
                  </a:cubicBezTo>
                  <a:cubicBezTo>
                    <a:pt x="144" y="18735"/>
                    <a:pt x="-203" y="19589"/>
                    <a:pt x="121" y="20327"/>
                  </a:cubicBezTo>
                  <a:cubicBezTo>
                    <a:pt x="442" y="21068"/>
                    <a:pt x="1314" y="21406"/>
                    <a:pt x="2067" y="21090"/>
                  </a:cubicBezTo>
                  <a:cubicBezTo>
                    <a:pt x="2102" y="21073"/>
                    <a:pt x="2125" y="21042"/>
                    <a:pt x="2159" y="21025"/>
                  </a:cubicBezTo>
                  <a:cubicBezTo>
                    <a:pt x="10491" y="17500"/>
                    <a:pt x="17461" y="10881"/>
                    <a:pt x="21095" y="1994"/>
                  </a:cubicBezTo>
                  <a:cubicBezTo>
                    <a:pt x="21397" y="1250"/>
                    <a:pt x="21026" y="404"/>
                    <a:pt x="20267" y="104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  <p:sp>
          <p:nvSpPr>
            <p:cNvPr id="45" name="AutoShape 12"/>
            <p:cNvSpPr/>
            <p:nvPr/>
          </p:nvSpPr>
          <p:spPr bwMode="auto">
            <a:xfrm>
              <a:off x="9421019" y="4711700"/>
              <a:ext cx="88106" cy="89694"/>
            </a:xfrm>
            <a:custGeom>
              <a:avLst/>
              <a:gdLst>
                <a:gd name="T0" fmla="+- 0 10802 238"/>
                <a:gd name="T1" fmla="*/ T0 w 21128"/>
                <a:gd name="T2" fmla="+- 0 10797 227"/>
                <a:gd name="T3" fmla="*/ 10797 h 21141"/>
                <a:gd name="T4" fmla="+- 0 10802 238"/>
                <a:gd name="T5" fmla="*/ T4 w 21128"/>
                <a:gd name="T6" fmla="+- 0 10797 227"/>
                <a:gd name="T7" fmla="*/ 10797 h 21141"/>
                <a:gd name="T8" fmla="+- 0 10802 238"/>
                <a:gd name="T9" fmla="*/ T8 w 21128"/>
                <a:gd name="T10" fmla="+- 0 10797 227"/>
                <a:gd name="T11" fmla="*/ 10797 h 21141"/>
                <a:gd name="T12" fmla="+- 0 10802 238"/>
                <a:gd name="T13" fmla="*/ T12 w 21128"/>
                <a:gd name="T14" fmla="+- 0 10797 227"/>
                <a:gd name="T15" fmla="*/ 10797 h 21141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128" h="21141">
                  <a:moveTo>
                    <a:pt x="20035" y="122"/>
                  </a:moveTo>
                  <a:cubicBezTo>
                    <a:pt x="19142" y="-227"/>
                    <a:pt x="18134" y="195"/>
                    <a:pt x="17778" y="1071"/>
                  </a:cubicBezTo>
                  <a:cubicBezTo>
                    <a:pt x="14571" y="8936"/>
                    <a:pt x="8412" y="14778"/>
                    <a:pt x="1051" y="17867"/>
                  </a:cubicBezTo>
                  <a:lnTo>
                    <a:pt x="1054" y="17867"/>
                  </a:lnTo>
                  <a:cubicBezTo>
                    <a:pt x="172" y="18240"/>
                    <a:pt x="-238" y="19242"/>
                    <a:pt x="142" y="20108"/>
                  </a:cubicBezTo>
                  <a:cubicBezTo>
                    <a:pt x="522" y="20973"/>
                    <a:pt x="1543" y="21372"/>
                    <a:pt x="2425" y="21003"/>
                  </a:cubicBezTo>
                  <a:cubicBezTo>
                    <a:pt x="2459" y="20986"/>
                    <a:pt x="2476" y="20956"/>
                    <a:pt x="2514" y="20936"/>
                  </a:cubicBezTo>
                  <a:cubicBezTo>
                    <a:pt x="10651" y="17491"/>
                    <a:pt x="17459" y="11027"/>
                    <a:pt x="21002" y="2339"/>
                  </a:cubicBezTo>
                  <a:cubicBezTo>
                    <a:pt x="21361" y="1463"/>
                    <a:pt x="20927" y="472"/>
                    <a:pt x="20035" y="122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  <p:sp>
          <p:nvSpPr>
            <p:cNvPr id="46" name="AutoShape 13"/>
            <p:cNvSpPr/>
            <p:nvPr/>
          </p:nvSpPr>
          <p:spPr bwMode="auto">
            <a:xfrm>
              <a:off x="9275763" y="4566444"/>
              <a:ext cx="73025" cy="73819"/>
            </a:xfrm>
            <a:custGeom>
              <a:avLst/>
              <a:gdLst>
                <a:gd name="T0" fmla="+- 0 10797 278"/>
                <a:gd name="T1" fmla="*/ T0 w 21039"/>
                <a:gd name="T2" fmla="+- 0 10803 281"/>
                <a:gd name="T3" fmla="*/ 10803 h 21044"/>
                <a:gd name="T4" fmla="+- 0 10797 278"/>
                <a:gd name="T5" fmla="*/ T4 w 21039"/>
                <a:gd name="T6" fmla="+- 0 10803 281"/>
                <a:gd name="T7" fmla="*/ 10803 h 21044"/>
                <a:gd name="T8" fmla="+- 0 10797 278"/>
                <a:gd name="T9" fmla="*/ T8 w 21039"/>
                <a:gd name="T10" fmla="+- 0 10803 281"/>
                <a:gd name="T11" fmla="*/ 10803 h 21044"/>
                <a:gd name="T12" fmla="+- 0 10797 278"/>
                <a:gd name="T13" fmla="*/ T12 w 21039"/>
                <a:gd name="T14" fmla="+- 0 10803 281"/>
                <a:gd name="T15" fmla="*/ 10803 h 21044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039" h="21044">
                  <a:moveTo>
                    <a:pt x="20871" y="1248"/>
                  </a:moveTo>
                  <a:cubicBezTo>
                    <a:pt x="20411" y="197"/>
                    <a:pt x="19177" y="-281"/>
                    <a:pt x="18112" y="169"/>
                  </a:cubicBezTo>
                  <a:cubicBezTo>
                    <a:pt x="18075" y="181"/>
                    <a:pt x="18050" y="214"/>
                    <a:pt x="18021" y="226"/>
                  </a:cubicBezTo>
                  <a:cubicBezTo>
                    <a:pt x="10159" y="3562"/>
                    <a:pt x="3583" y="9820"/>
                    <a:pt x="152" y="18220"/>
                  </a:cubicBezTo>
                  <a:lnTo>
                    <a:pt x="148" y="18220"/>
                  </a:lnTo>
                  <a:cubicBezTo>
                    <a:pt x="-278" y="19278"/>
                    <a:pt x="242" y="20473"/>
                    <a:pt x="1320" y="20896"/>
                  </a:cubicBezTo>
                  <a:cubicBezTo>
                    <a:pt x="2398" y="21318"/>
                    <a:pt x="3620" y="20803"/>
                    <a:pt x="4046" y="19749"/>
                  </a:cubicBezTo>
                  <a:lnTo>
                    <a:pt x="4051" y="19749"/>
                  </a:lnTo>
                  <a:cubicBezTo>
                    <a:pt x="7068" y="12356"/>
                    <a:pt x="12856" y="6858"/>
                    <a:pt x="19764" y="3956"/>
                  </a:cubicBezTo>
                  <a:cubicBezTo>
                    <a:pt x="20830" y="3506"/>
                    <a:pt x="21322" y="2298"/>
                    <a:pt x="20871" y="1248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  <p:sp>
          <p:nvSpPr>
            <p:cNvPr id="47" name="AutoShape 14"/>
            <p:cNvSpPr/>
            <p:nvPr/>
          </p:nvSpPr>
          <p:spPr bwMode="auto">
            <a:xfrm>
              <a:off x="9217819" y="4508500"/>
              <a:ext cx="103981" cy="105569"/>
            </a:xfrm>
            <a:custGeom>
              <a:avLst/>
              <a:gdLst>
                <a:gd name="T0" fmla="+- 0 10797 198"/>
                <a:gd name="T1" fmla="*/ T0 w 21199"/>
                <a:gd name="T2" fmla="+- 0 10802 198"/>
                <a:gd name="T3" fmla="*/ 10802 h 21208"/>
                <a:gd name="T4" fmla="+- 0 10797 198"/>
                <a:gd name="T5" fmla="*/ T4 w 21199"/>
                <a:gd name="T6" fmla="+- 0 10802 198"/>
                <a:gd name="T7" fmla="*/ 10802 h 21208"/>
                <a:gd name="T8" fmla="+- 0 10797 198"/>
                <a:gd name="T9" fmla="*/ T8 w 21199"/>
                <a:gd name="T10" fmla="+- 0 10802 198"/>
                <a:gd name="T11" fmla="*/ 10802 h 21208"/>
                <a:gd name="T12" fmla="+- 0 10797 198"/>
                <a:gd name="T13" fmla="*/ T12 w 21199"/>
                <a:gd name="T14" fmla="+- 0 10802 198"/>
                <a:gd name="T15" fmla="*/ 10802 h 21208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199" h="21208">
                  <a:moveTo>
                    <a:pt x="21077" y="880"/>
                  </a:moveTo>
                  <a:cubicBezTo>
                    <a:pt x="20753" y="142"/>
                    <a:pt x="19881" y="-198"/>
                    <a:pt x="19129" y="117"/>
                  </a:cubicBezTo>
                  <a:cubicBezTo>
                    <a:pt x="19097" y="131"/>
                    <a:pt x="19071" y="162"/>
                    <a:pt x="19039" y="179"/>
                  </a:cubicBezTo>
                  <a:cubicBezTo>
                    <a:pt x="10706" y="3707"/>
                    <a:pt x="3739" y="10322"/>
                    <a:pt x="106" y="19208"/>
                  </a:cubicBezTo>
                  <a:cubicBezTo>
                    <a:pt x="-198" y="19957"/>
                    <a:pt x="172" y="20803"/>
                    <a:pt x="934" y="21101"/>
                  </a:cubicBezTo>
                  <a:cubicBezTo>
                    <a:pt x="1689" y="21401"/>
                    <a:pt x="2552" y="21041"/>
                    <a:pt x="2859" y="20292"/>
                  </a:cubicBezTo>
                  <a:cubicBezTo>
                    <a:pt x="6206" y="12096"/>
                    <a:pt x="12625" y="6008"/>
                    <a:pt x="20301" y="2787"/>
                  </a:cubicBezTo>
                  <a:cubicBezTo>
                    <a:pt x="21051" y="2469"/>
                    <a:pt x="21402" y="1618"/>
                    <a:pt x="21077" y="88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  <p:sp>
          <p:nvSpPr>
            <p:cNvPr id="48" name="AutoShape 15"/>
            <p:cNvSpPr/>
            <p:nvPr/>
          </p:nvSpPr>
          <p:spPr bwMode="auto">
            <a:xfrm>
              <a:off x="9247188" y="4537075"/>
              <a:ext cx="88107" cy="90488"/>
            </a:xfrm>
            <a:custGeom>
              <a:avLst/>
              <a:gdLst>
                <a:gd name="T0" fmla="+- 0 10796 232"/>
                <a:gd name="T1" fmla="*/ T0 w 21129"/>
                <a:gd name="T2" fmla="+- 0 10804 234"/>
                <a:gd name="T3" fmla="*/ 10804 h 21141"/>
                <a:gd name="T4" fmla="+- 0 10796 232"/>
                <a:gd name="T5" fmla="*/ T4 w 21129"/>
                <a:gd name="T6" fmla="+- 0 10804 234"/>
                <a:gd name="T7" fmla="*/ 10804 h 21141"/>
                <a:gd name="T8" fmla="+- 0 10796 232"/>
                <a:gd name="T9" fmla="*/ T8 w 21129"/>
                <a:gd name="T10" fmla="+- 0 10804 234"/>
                <a:gd name="T11" fmla="*/ 10804 h 21141"/>
                <a:gd name="T12" fmla="+- 0 10796 232"/>
                <a:gd name="T13" fmla="*/ T12 w 21129"/>
                <a:gd name="T14" fmla="+- 0 10804 234"/>
                <a:gd name="T15" fmla="*/ 10804 h 21141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129" h="21141">
                  <a:moveTo>
                    <a:pt x="20075" y="3267"/>
                  </a:moveTo>
                  <a:cubicBezTo>
                    <a:pt x="20953" y="2898"/>
                    <a:pt x="21368" y="1899"/>
                    <a:pt x="20987" y="1030"/>
                  </a:cubicBezTo>
                  <a:cubicBezTo>
                    <a:pt x="20611" y="168"/>
                    <a:pt x="19589" y="-234"/>
                    <a:pt x="18707" y="138"/>
                  </a:cubicBezTo>
                  <a:cubicBezTo>
                    <a:pt x="18670" y="152"/>
                    <a:pt x="18649" y="185"/>
                    <a:pt x="18615" y="198"/>
                  </a:cubicBezTo>
                  <a:cubicBezTo>
                    <a:pt x="10481" y="3647"/>
                    <a:pt x="3673" y="10118"/>
                    <a:pt x="124" y="18802"/>
                  </a:cubicBezTo>
                  <a:cubicBezTo>
                    <a:pt x="-232" y="19678"/>
                    <a:pt x="205" y="20666"/>
                    <a:pt x="1094" y="21019"/>
                  </a:cubicBezTo>
                  <a:cubicBezTo>
                    <a:pt x="1983" y="21366"/>
                    <a:pt x="2991" y="20946"/>
                    <a:pt x="3354" y="20071"/>
                  </a:cubicBezTo>
                  <a:cubicBezTo>
                    <a:pt x="6561" y="12205"/>
                    <a:pt x="12717" y="6360"/>
                    <a:pt x="20075" y="3274"/>
                  </a:cubicBezTo>
                  <a:cubicBezTo>
                    <a:pt x="20075" y="3274"/>
                    <a:pt x="20075" y="3267"/>
                    <a:pt x="20075" y="3267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</p:grpSp>
      <p:grpSp>
        <p:nvGrpSpPr>
          <p:cNvPr id="18" name="Group 12"/>
          <p:cNvGrpSpPr/>
          <p:nvPr/>
        </p:nvGrpSpPr>
        <p:grpSpPr>
          <a:xfrm>
            <a:off x="5904122" y="4901045"/>
            <a:ext cx="383755" cy="384412"/>
            <a:chOff x="7287419" y="3505994"/>
            <a:chExt cx="464344" cy="465138"/>
          </a:xfrm>
          <a:solidFill>
            <a:schemeClr val="bg2"/>
          </a:solidFill>
        </p:grpSpPr>
        <p:sp>
          <p:nvSpPr>
            <p:cNvPr id="34" name="AutoShape 37"/>
            <p:cNvSpPr/>
            <p:nvPr/>
          </p:nvSpPr>
          <p:spPr bwMode="auto">
            <a:xfrm>
              <a:off x="7287419" y="3549650"/>
              <a:ext cx="423069" cy="421482"/>
            </a:xfrm>
            <a:custGeom>
              <a:avLst/>
              <a:gdLst>
                <a:gd name="T0" fmla="+- 0 10849 98"/>
                <a:gd name="T1" fmla="*/ T0 w 21502"/>
                <a:gd name="T2" fmla="*/ 10800 h 21600"/>
                <a:gd name="T3" fmla="+- 0 10849 98"/>
                <a:gd name="T4" fmla="*/ T3 w 21502"/>
                <a:gd name="T5" fmla="*/ 10800 h 21600"/>
                <a:gd name="T6" fmla="+- 0 10849 98"/>
                <a:gd name="T7" fmla="*/ T6 w 21502"/>
                <a:gd name="T8" fmla="*/ 10800 h 21600"/>
                <a:gd name="T9" fmla="+- 0 10849 98"/>
                <a:gd name="T10" fmla="*/ T9 w 21502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21502" h="21600">
                  <a:moveTo>
                    <a:pt x="19917" y="7880"/>
                  </a:moveTo>
                  <a:lnTo>
                    <a:pt x="18875" y="8932"/>
                  </a:lnTo>
                  <a:cubicBezTo>
                    <a:pt x="18730" y="9079"/>
                    <a:pt x="18497" y="9079"/>
                    <a:pt x="18353" y="8932"/>
                  </a:cubicBezTo>
                  <a:lnTo>
                    <a:pt x="17048" y="7617"/>
                  </a:lnTo>
                  <a:lnTo>
                    <a:pt x="15991" y="10290"/>
                  </a:lnTo>
                  <a:lnTo>
                    <a:pt x="16080" y="10064"/>
                  </a:lnTo>
                  <a:cubicBezTo>
                    <a:pt x="13859" y="7826"/>
                    <a:pt x="11601" y="7544"/>
                    <a:pt x="9565" y="7291"/>
                  </a:cubicBezTo>
                  <a:cubicBezTo>
                    <a:pt x="8910" y="7210"/>
                    <a:pt x="8276" y="7126"/>
                    <a:pt x="7652" y="6990"/>
                  </a:cubicBezTo>
                  <a:lnTo>
                    <a:pt x="13918" y="4456"/>
                  </a:lnTo>
                  <a:lnTo>
                    <a:pt x="12652" y="3179"/>
                  </a:lnTo>
                  <a:cubicBezTo>
                    <a:pt x="12508" y="3033"/>
                    <a:pt x="12508" y="2798"/>
                    <a:pt x="12652" y="2652"/>
                  </a:cubicBezTo>
                  <a:lnTo>
                    <a:pt x="13695" y="1598"/>
                  </a:lnTo>
                  <a:cubicBezTo>
                    <a:pt x="13840" y="1453"/>
                    <a:pt x="14073" y="1453"/>
                    <a:pt x="14217" y="1598"/>
                  </a:cubicBezTo>
                  <a:lnTo>
                    <a:pt x="19917" y="7353"/>
                  </a:lnTo>
                  <a:cubicBezTo>
                    <a:pt x="20062" y="7499"/>
                    <a:pt x="20062" y="7734"/>
                    <a:pt x="19917" y="7880"/>
                  </a:cubicBezTo>
                  <a:moveTo>
                    <a:pt x="12292" y="19639"/>
                  </a:moveTo>
                  <a:cubicBezTo>
                    <a:pt x="12200" y="19872"/>
                    <a:pt x="11999" y="20044"/>
                    <a:pt x="11756" y="20095"/>
                  </a:cubicBezTo>
                  <a:cubicBezTo>
                    <a:pt x="11700" y="20106"/>
                    <a:pt x="11643" y="20111"/>
                    <a:pt x="11587" y="20110"/>
                  </a:cubicBezTo>
                  <a:cubicBezTo>
                    <a:pt x="11400" y="20105"/>
                    <a:pt x="11219" y="20030"/>
                    <a:pt x="11084" y="19892"/>
                  </a:cubicBezTo>
                  <a:lnTo>
                    <a:pt x="1692" y="10517"/>
                  </a:lnTo>
                  <a:cubicBezTo>
                    <a:pt x="1519" y="10343"/>
                    <a:pt x="1443" y="10094"/>
                    <a:pt x="1488" y="9852"/>
                  </a:cubicBezTo>
                  <a:cubicBezTo>
                    <a:pt x="1533" y="9610"/>
                    <a:pt x="1695" y="9407"/>
                    <a:pt x="1917" y="9308"/>
                  </a:cubicBezTo>
                  <a:lnTo>
                    <a:pt x="6505" y="7453"/>
                  </a:lnTo>
                  <a:cubicBezTo>
                    <a:pt x="9597" y="8490"/>
                    <a:pt x="12689" y="7491"/>
                    <a:pt x="15781" y="10821"/>
                  </a:cubicBezTo>
                  <a:cubicBezTo>
                    <a:pt x="15781" y="10821"/>
                    <a:pt x="12292" y="19639"/>
                    <a:pt x="12292" y="19639"/>
                  </a:cubicBezTo>
                  <a:close/>
                  <a:moveTo>
                    <a:pt x="15260" y="545"/>
                  </a:moveTo>
                  <a:cubicBezTo>
                    <a:pt x="14912" y="193"/>
                    <a:pt x="14449" y="0"/>
                    <a:pt x="13956" y="0"/>
                  </a:cubicBezTo>
                  <a:cubicBezTo>
                    <a:pt x="13463" y="0"/>
                    <a:pt x="13000" y="193"/>
                    <a:pt x="12651" y="546"/>
                  </a:cubicBezTo>
                  <a:lnTo>
                    <a:pt x="11610" y="1598"/>
                  </a:lnTo>
                  <a:cubicBezTo>
                    <a:pt x="11261" y="1949"/>
                    <a:pt x="11068" y="2417"/>
                    <a:pt x="11068" y="2915"/>
                  </a:cubicBezTo>
                  <a:cubicBezTo>
                    <a:pt x="11068" y="3265"/>
                    <a:pt x="11164" y="3601"/>
                    <a:pt x="11342" y="3893"/>
                  </a:cubicBezTo>
                  <a:lnTo>
                    <a:pt x="1324" y="7944"/>
                  </a:lnTo>
                  <a:cubicBezTo>
                    <a:pt x="654" y="8241"/>
                    <a:pt x="173" y="8851"/>
                    <a:pt x="38" y="9575"/>
                  </a:cubicBezTo>
                  <a:cubicBezTo>
                    <a:pt x="-98" y="10302"/>
                    <a:pt x="130" y="11048"/>
                    <a:pt x="654" y="11576"/>
                  </a:cubicBezTo>
                  <a:lnTo>
                    <a:pt x="10041" y="20946"/>
                  </a:lnTo>
                  <a:cubicBezTo>
                    <a:pt x="10445" y="21354"/>
                    <a:pt x="10982" y="21586"/>
                    <a:pt x="11549" y="21599"/>
                  </a:cubicBezTo>
                  <a:cubicBezTo>
                    <a:pt x="11562" y="21599"/>
                    <a:pt x="11593" y="21599"/>
                    <a:pt x="11605" y="21599"/>
                  </a:cubicBezTo>
                  <a:cubicBezTo>
                    <a:pt x="11754" y="21599"/>
                    <a:pt x="11906" y="21584"/>
                    <a:pt x="12056" y="21553"/>
                  </a:cubicBezTo>
                  <a:cubicBezTo>
                    <a:pt x="12789" y="21399"/>
                    <a:pt x="13390" y="20888"/>
                    <a:pt x="13662" y="20191"/>
                  </a:cubicBezTo>
                  <a:lnTo>
                    <a:pt x="17604" y="10229"/>
                  </a:lnTo>
                  <a:cubicBezTo>
                    <a:pt x="17902" y="10426"/>
                    <a:pt x="18250" y="10532"/>
                    <a:pt x="18613" y="10532"/>
                  </a:cubicBezTo>
                  <a:cubicBezTo>
                    <a:pt x="19107" y="10532"/>
                    <a:pt x="19570" y="10338"/>
                    <a:pt x="19918" y="9986"/>
                  </a:cubicBezTo>
                  <a:lnTo>
                    <a:pt x="20957" y="8937"/>
                  </a:lnTo>
                  <a:cubicBezTo>
                    <a:pt x="21308" y="8585"/>
                    <a:pt x="21502" y="8116"/>
                    <a:pt x="21502" y="7617"/>
                  </a:cubicBezTo>
                  <a:cubicBezTo>
                    <a:pt x="21502" y="7117"/>
                    <a:pt x="21308" y="6648"/>
                    <a:pt x="20961" y="6300"/>
                  </a:cubicBezTo>
                  <a:cubicBezTo>
                    <a:pt x="20961" y="6300"/>
                    <a:pt x="15260" y="545"/>
                    <a:pt x="15260" y="545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  <p:sp>
          <p:nvSpPr>
            <p:cNvPr id="35" name="AutoShape 38"/>
            <p:cNvSpPr/>
            <p:nvPr/>
          </p:nvSpPr>
          <p:spPr bwMode="auto">
            <a:xfrm>
              <a:off x="7490619" y="3738563"/>
              <a:ext cx="72231" cy="730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4320"/>
                  </a:moveTo>
                  <a:cubicBezTo>
                    <a:pt x="14381" y="4320"/>
                    <a:pt x="17279" y="7222"/>
                    <a:pt x="17279" y="10800"/>
                  </a:cubicBezTo>
                  <a:cubicBezTo>
                    <a:pt x="17279" y="14377"/>
                    <a:pt x="14381" y="17279"/>
                    <a:pt x="10800" y="17279"/>
                  </a:cubicBezTo>
                  <a:cubicBezTo>
                    <a:pt x="7218" y="17279"/>
                    <a:pt x="4319" y="14377"/>
                    <a:pt x="4319" y="10800"/>
                  </a:cubicBezTo>
                  <a:cubicBezTo>
                    <a:pt x="4319" y="7222"/>
                    <a:pt x="7218" y="4320"/>
                    <a:pt x="10800" y="4320"/>
                  </a:cubicBezTo>
                  <a:moveTo>
                    <a:pt x="10800" y="21599"/>
                  </a:moveTo>
                  <a:cubicBezTo>
                    <a:pt x="16752" y="21599"/>
                    <a:pt x="21600" y="16756"/>
                    <a:pt x="21600" y="10800"/>
                  </a:cubicBezTo>
                  <a:cubicBezTo>
                    <a:pt x="21600" y="4843"/>
                    <a:pt x="16752" y="0"/>
                    <a:pt x="10800" y="0"/>
                  </a:cubicBezTo>
                  <a:cubicBezTo>
                    <a:pt x="4847" y="0"/>
                    <a:pt x="0" y="4843"/>
                    <a:pt x="0" y="10800"/>
                  </a:cubicBezTo>
                  <a:cubicBezTo>
                    <a:pt x="0" y="16756"/>
                    <a:pt x="4847" y="21599"/>
                    <a:pt x="10800" y="21599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  <p:sp>
          <p:nvSpPr>
            <p:cNvPr id="36" name="AutoShape 39"/>
            <p:cNvSpPr/>
            <p:nvPr/>
          </p:nvSpPr>
          <p:spPr bwMode="auto">
            <a:xfrm>
              <a:off x="7679532" y="3505994"/>
              <a:ext cx="72231" cy="730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17279"/>
                  </a:moveTo>
                  <a:cubicBezTo>
                    <a:pt x="7218" y="17279"/>
                    <a:pt x="4320" y="14377"/>
                    <a:pt x="4320" y="10800"/>
                  </a:cubicBezTo>
                  <a:cubicBezTo>
                    <a:pt x="4320" y="7222"/>
                    <a:pt x="7218" y="4320"/>
                    <a:pt x="10800" y="4320"/>
                  </a:cubicBezTo>
                  <a:cubicBezTo>
                    <a:pt x="14381" y="4320"/>
                    <a:pt x="17280" y="7222"/>
                    <a:pt x="17280" y="10800"/>
                  </a:cubicBezTo>
                  <a:cubicBezTo>
                    <a:pt x="17280" y="14377"/>
                    <a:pt x="14381" y="17279"/>
                    <a:pt x="10800" y="17279"/>
                  </a:cubicBezTo>
                  <a:moveTo>
                    <a:pt x="10800" y="0"/>
                  </a:moveTo>
                  <a:cubicBezTo>
                    <a:pt x="4847" y="0"/>
                    <a:pt x="0" y="4843"/>
                    <a:pt x="0" y="10800"/>
                  </a:cubicBezTo>
                  <a:cubicBezTo>
                    <a:pt x="0" y="16756"/>
                    <a:pt x="4847" y="21599"/>
                    <a:pt x="10800" y="21599"/>
                  </a:cubicBezTo>
                  <a:cubicBezTo>
                    <a:pt x="16752" y="21599"/>
                    <a:pt x="21600" y="16756"/>
                    <a:pt x="21600" y="10800"/>
                  </a:cubicBezTo>
                  <a:cubicBezTo>
                    <a:pt x="21600" y="4843"/>
                    <a:pt x="16752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  <p:sp>
          <p:nvSpPr>
            <p:cNvPr id="37" name="AutoShape 40"/>
            <p:cNvSpPr/>
            <p:nvPr/>
          </p:nvSpPr>
          <p:spPr bwMode="auto">
            <a:xfrm>
              <a:off x="7403307" y="3724275"/>
              <a:ext cx="57944" cy="57944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5400"/>
                  </a:moveTo>
                  <a:cubicBezTo>
                    <a:pt x="13779" y="5400"/>
                    <a:pt x="16199" y="7815"/>
                    <a:pt x="16199" y="10800"/>
                  </a:cubicBezTo>
                  <a:cubicBezTo>
                    <a:pt x="16199" y="13784"/>
                    <a:pt x="13779" y="16200"/>
                    <a:pt x="10800" y="16200"/>
                  </a:cubicBezTo>
                  <a:cubicBezTo>
                    <a:pt x="7820" y="16200"/>
                    <a:pt x="5399" y="13784"/>
                    <a:pt x="5399" y="10800"/>
                  </a:cubicBezTo>
                  <a:cubicBezTo>
                    <a:pt x="5399" y="7815"/>
                    <a:pt x="7820" y="5400"/>
                    <a:pt x="10800" y="5400"/>
                  </a:cubicBezTo>
                  <a:moveTo>
                    <a:pt x="0" y="10800"/>
                  </a:moveTo>
                  <a:cubicBezTo>
                    <a:pt x="0" y="16753"/>
                    <a:pt x="4843" y="21599"/>
                    <a:pt x="10800" y="21599"/>
                  </a:cubicBezTo>
                  <a:cubicBezTo>
                    <a:pt x="16756" y="21599"/>
                    <a:pt x="21600" y="16753"/>
                    <a:pt x="21600" y="10800"/>
                  </a:cubicBezTo>
                  <a:cubicBezTo>
                    <a:pt x="21600" y="4846"/>
                    <a:pt x="16756" y="0"/>
                    <a:pt x="10800" y="0"/>
                  </a:cubicBezTo>
                  <a:cubicBezTo>
                    <a:pt x="4843" y="0"/>
                    <a:pt x="0" y="4846"/>
                    <a:pt x="0" y="1080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  <p:sp>
          <p:nvSpPr>
            <p:cNvPr id="38" name="AutoShape 41"/>
            <p:cNvSpPr/>
            <p:nvPr/>
          </p:nvSpPr>
          <p:spPr bwMode="auto">
            <a:xfrm>
              <a:off x="7461250" y="3825875"/>
              <a:ext cx="29369" cy="285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21599"/>
                  </a:moveTo>
                  <a:cubicBezTo>
                    <a:pt x="16758" y="21599"/>
                    <a:pt x="21600" y="16769"/>
                    <a:pt x="21600" y="10800"/>
                  </a:cubicBezTo>
                  <a:cubicBezTo>
                    <a:pt x="21600" y="4830"/>
                    <a:pt x="16758" y="0"/>
                    <a:pt x="10800" y="0"/>
                  </a:cubicBezTo>
                  <a:cubicBezTo>
                    <a:pt x="4841" y="0"/>
                    <a:pt x="0" y="4830"/>
                    <a:pt x="0" y="10800"/>
                  </a:cubicBezTo>
                  <a:cubicBezTo>
                    <a:pt x="0" y="16769"/>
                    <a:pt x="4841" y="21599"/>
                    <a:pt x="10800" y="21599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  <p:sp>
          <p:nvSpPr>
            <p:cNvPr id="39" name="AutoShape 42"/>
            <p:cNvSpPr/>
            <p:nvPr/>
          </p:nvSpPr>
          <p:spPr bwMode="auto">
            <a:xfrm>
              <a:off x="7693819" y="3607594"/>
              <a:ext cx="28575" cy="2936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41" y="0"/>
                    <a:pt x="0" y="4830"/>
                    <a:pt x="0" y="10800"/>
                  </a:cubicBezTo>
                  <a:cubicBezTo>
                    <a:pt x="0" y="16769"/>
                    <a:pt x="4841" y="21599"/>
                    <a:pt x="10800" y="21599"/>
                  </a:cubicBezTo>
                  <a:cubicBezTo>
                    <a:pt x="16758" y="21599"/>
                    <a:pt x="21600" y="16769"/>
                    <a:pt x="21600" y="10800"/>
                  </a:cubicBezTo>
                  <a:cubicBezTo>
                    <a:pt x="21600" y="4830"/>
                    <a:pt x="16758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</p:grpSp>
      <p:grpSp>
        <p:nvGrpSpPr>
          <p:cNvPr id="19" name="Group 13"/>
          <p:cNvGrpSpPr/>
          <p:nvPr/>
        </p:nvGrpSpPr>
        <p:grpSpPr>
          <a:xfrm>
            <a:off x="5949910" y="2536417"/>
            <a:ext cx="263709" cy="384412"/>
            <a:chOff x="3582988" y="3510757"/>
            <a:chExt cx="319088" cy="465138"/>
          </a:xfrm>
          <a:solidFill>
            <a:schemeClr val="bg2"/>
          </a:solidFill>
        </p:grpSpPr>
        <p:sp>
          <p:nvSpPr>
            <p:cNvPr id="32" name="AutoShape 113"/>
            <p:cNvSpPr/>
            <p:nvPr/>
          </p:nvSpPr>
          <p:spPr bwMode="auto">
            <a:xfrm>
              <a:off x="3582988" y="3510757"/>
              <a:ext cx="319088" cy="46513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5386" y="14175"/>
                  </a:moveTo>
                  <a:lnTo>
                    <a:pt x="6223" y="14175"/>
                  </a:lnTo>
                  <a:cubicBezTo>
                    <a:pt x="5734" y="13446"/>
                    <a:pt x="5147" y="12716"/>
                    <a:pt x="4568" y="12003"/>
                  </a:cubicBezTo>
                  <a:cubicBezTo>
                    <a:pt x="3287" y="10427"/>
                    <a:pt x="1963" y="8797"/>
                    <a:pt x="1963" y="7425"/>
                  </a:cubicBezTo>
                  <a:cubicBezTo>
                    <a:pt x="1963" y="4075"/>
                    <a:pt x="5927" y="1350"/>
                    <a:pt x="10800" y="1350"/>
                  </a:cubicBezTo>
                  <a:cubicBezTo>
                    <a:pt x="15672" y="1350"/>
                    <a:pt x="19636" y="4075"/>
                    <a:pt x="19636" y="7425"/>
                  </a:cubicBezTo>
                  <a:cubicBezTo>
                    <a:pt x="19636" y="8787"/>
                    <a:pt x="18312" y="10425"/>
                    <a:pt x="17029" y="12011"/>
                  </a:cubicBezTo>
                  <a:cubicBezTo>
                    <a:pt x="16455" y="12723"/>
                    <a:pt x="15873" y="13449"/>
                    <a:pt x="15386" y="14175"/>
                  </a:cubicBezTo>
                  <a:moveTo>
                    <a:pt x="10800" y="20249"/>
                  </a:moveTo>
                  <a:cubicBezTo>
                    <a:pt x="9805" y="20249"/>
                    <a:pt x="9347" y="20171"/>
                    <a:pt x="8839" y="19406"/>
                  </a:cubicBezTo>
                  <a:lnTo>
                    <a:pt x="13000" y="19048"/>
                  </a:lnTo>
                  <a:cubicBezTo>
                    <a:pt x="12398" y="20164"/>
                    <a:pt x="11959" y="20249"/>
                    <a:pt x="10800" y="20249"/>
                  </a:cubicBezTo>
                  <a:moveTo>
                    <a:pt x="7595" y="16813"/>
                  </a:moveTo>
                  <a:cubicBezTo>
                    <a:pt x="7417" y="16407"/>
                    <a:pt x="7215" y="15978"/>
                    <a:pt x="6991" y="15525"/>
                  </a:cubicBezTo>
                  <a:lnTo>
                    <a:pt x="14616" y="15525"/>
                  </a:lnTo>
                  <a:cubicBezTo>
                    <a:pt x="14496" y="15767"/>
                    <a:pt x="14375" y="16010"/>
                    <a:pt x="14270" y="16239"/>
                  </a:cubicBezTo>
                  <a:cubicBezTo>
                    <a:pt x="14270" y="16239"/>
                    <a:pt x="7595" y="16813"/>
                    <a:pt x="7595" y="16813"/>
                  </a:cubicBezTo>
                  <a:close/>
                  <a:moveTo>
                    <a:pt x="13345" y="18343"/>
                  </a:moveTo>
                  <a:lnTo>
                    <a:pt x="8476" y="18762"/>
                  </a:lnTo>
                  <a:cubicBezTo>
                    <a:pt x="8303" y="18416"/>
                    <a:pt x="8116" y="18011"/>
                    <a:pt x="7890" y="17483"/>
                  </a:cubicBezTo>
                  <a:cubicBezTo>
                    <a:pt x="7887" y="17477"/>
                    <a:pt x="7883" y="17469"/>
                    <a:pt x="7881" y="17462"/>
                  </a:cubicBezTo>
                  <a:lnTo>
                    <a:pt x="13957" y="16941"/>
                  </a:lnTo>
                  <a:cubicBezTo>
                    <a:pt x="13871" y="17140"/>
                    <a:pt x="13778" y="17350"/>
                    <a:pt x="13698" y="17537"/>
                  </a:cubicBezTo>
                  <a:cubicBezTo>
                    <a:pt x="13569" y="17841"/>
                    <a:pt x="13453" y="18104"/>
                    <a:pt x="13345" y="18343"/>
                  </a:cubicBezTo>
                  <a:moveTo>
                    <a:pt x="10800" y="0"/>
                  </a:moveTo>
                  <a:cubicBezTo>
                    <a:pt x="4835" y="0"/>
                    <a:pt x="0" y="3324"/>
                    <a:pt x="0" y="7425"/>
                  </a:cubicBezTo>
                  <a:cubicBezTo>
                    <a:pt x="0" y="10146"/>
                    <a:pt x="3621" y="13029"/>
                    <a:pt x="4939" y="15562"/>
                  </a:cubicBezTo>
                  <a:cubicBezTo>
                    <a:pt x="6906" y="19339"/>
                    <a:pt x="6688" y="21599"/>
                    <a:pt x="10800" y="21599"/>
                  </a:cubicBezTo>
                  <a:cubicBezTo>
                    <a:pt x="14972" y="21599"/>
                    <a:pt x="14692" y="19349"/>
                    <a:pt x="16660" y="15577"/>
                  </a:cubicBezTo>
                  <a:cubicBezTo>
                    <a:pt x="17983" y="13039"/>
                    <a:pt x="21600" y="10124"/>
                    <a:pt x="21600" y="7425"/>
                  </a:cubicBezTo>
                  <a:cubicBezTo>
                    <a:pt x="21600" y="3324"/>
                    <a:pt x="16764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  <p:sp>
          <p:nvSpPr>
            <p:cNvPr id="33" name="AutoShape 114"/>
            <p:cNvSpPr/>
            <p:nvPr/>
          </p:nvSpPr>
          <p:spPr bwMode="auto">
            <a:xfrm>
              <a:off x="3655219" y="3583782"/>
              <a:ext cx="94456" cy="94456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938" y="0"/>
                  </a:moveTo>
                  <a:cubicBezTo>
                    <a:pt x="8943" y="0"/>
                    <a:pt x="0" y="8942"/>
                    <a:pt x="0" y="19938"/>
                  </a:cubicBezTo>
                  <a:cubicBezTo>
                    <a:pt x="0" y="20855"/>
                    <a:pt x="743" y="21600"/>
                    <a:pt x="1661" y="21600"/>
                  </a:cubicBezTo>
                  <a:cubicBezTo>
                    <a:pt x="2579" y="21600"/>
                    <a:pt x="3323" y="20855"/>
                    <a:pt x="3323" y="19938"/>
                  </a:cubicBezTo>
                  <a:cubicBezTo>
                    <a:pt x="3323" y="10777"/>
                    <a:pt x="10777" y="3323"/>
                    <a:pt x="19938" y="3323"/>
                  </a:cubicBezTo>
                  <a:cubicBezTo>
                    <a:pt x="20856" y="3323"/>
                    <a:pt x="21600" y="2578"/>
                    <a:pt x="21600" y="1661"/>
                  </a:cubicBezTo>
                  <a:cubicBezTo>
                    <a:pt x="21600" y="744"/>
                    <a:pt x="20856" y="0"/>
                    <a:pt x="19938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</p:grpSp>
      <p:grpSp>
        <p:nvGrpSpPr>
          <p:cNvPr id="20" name="Group 14"/>
          <p:cNvGrpSpPr/>
          <p:nvPr/>
        </p:nvGrpSpPr>
        <p:grpSpPr>
          <a:xfrm>
            <a:off x="5904122" y="5828126"/>
            <a:ext cx="383755" cy="383755"/>
            <a:chOff x="4439444" y="2582069"/>
            <a:chExt cx="464344" cy="464344"/>
          </a:xfrm>
          <a:solidFill>
            <a:schemeClr val="bg2"/>
          </a:solidFill>
        </p:grpSpPr>
        <p:sp>
          <p:nvSpPr>
            <p:cNvPr id="29" name="AutoShape 123"/>
            <p:cNvSpPr/>
            <p:nvPr/>
          </p:nvSpPr>
          <p:spPr bwMode="auto">
            <a:xfrm>
              <a:off x="4439444" y="2582069"/>
              <a:ext cx="464344" cy="464344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180" y="12132"/>
                  </a:moveTo>
                  <a:cubicBezTo>
                    <a:pt x="17710" y="12226"/>
                    <a:pt x="17327" y="12561"/>
                    <a:pt x="17170" y="13012"/>
                  </a:cubicBezTo>
                  <a:cubicBezTo>
                    <a:pt x="17083" y="13261"/>
                    <a:pt x="16981" y="13503"/>
                    <a:pt x="16868" y="13738"/>
                  </a:cubicBezTo>
                  <a:cubicBezTo>
                    <a:pt x="16658" y="14169"/>
                    <a:pt x="16694" y="14677"/>
                    <a:pt x="16959" y="15075"/>
                  </a:cubicBezTo>
                  <a:lnTo>
                    <a:pt x="18131" y="16833"/>
                  </a:lnTo>
                  <a:lnTo>
                    <a:pt x="16832" y="18132"/>
                  </a:lnTo>
                  <a:lnTo>
                    <a:pt x="15075" y="16960"/>
                  </a:lnTo>
                  <a:cubicBezTo>
                    <a:pt x="14850" y="16810"/>
                    <a:pt x="14589" y="16733"/>
                    <a:pt x="14326" y="16733"/>
                  </a:cubicBezTo>
                  <a:cubicBezTo>
                    <a:pt x="14126" y="16733"/>
                    <a:pt x="13924" y="16778"/>
                    <a:pt x="13738" y="16868"/>
                  </a:cubicBezTo>
                  <a:cubicBezTo>
                    <a:pt x="13504" y="16981"/>
                    <a:pt x="13262" y="17083"/>
                    <a:pt x="13012" y="17170"/>
                  </a:cubicBezTo>
                  <a:cubicBezTo>
                    <a:pt x="12561" y="17327"/>
                    <a:pt x="12226" y="17712"/>
                    <a:pt x="12133" y="18180"/>
                  </a:cubicBezTo>
                  <a:lnTo>
                    <a:pt x="11717" y="20249"/>
                  </a:lnTo>
                  <a:lnTo>
                    <a:pt x="9881" y="20249"/>
                  </a:lnTo>
                  <a:lnTo>
                    <a:pt x="9467" y="18180"/>
                  </a:lnTo>
                  <a:cubicBezTo>
                    <a:pt x="9373" y="17712"/>
                    <a:pt x="9039" y="17327"/>
                    <a:pt x="8588" y="17170"/>
                  </a:cubicBezTo>
                  <a:cubicBezTo>
                    <a:pt x="8339" y="17083"/>
                    <a:pt x="8096" y="16983"/>
                    <a:pt x="7861" y="16869"/>
                  </a:cubicBezTo>
                  <a:cubicBezTo>
                    <a:pt x="7675" y="16778"/>
                    <a:pt x="7474" y="16733"/>
                    <a:pt x="7273" y="16733"/>
                  </a:cubicBezTo>
                  <a:cubicBezTo>
                    <a:pt x="7011" y="16733"/>
                    <a:pt x="6750" y="16810"/>
                    <a:pt x="6525" y="16960"/>
                  </a:cubicBezTo>
                  <a:lnTo>
                    <a:pt x="4767" y="18132"/>
                  </a:lnTo>
                  <a:lnTo>
                    <a:pt x="3468" y="16833"/>
                  </a:lnTo>
                  <a:lnTo>
                    <a:pt x="4639" y="15075"/>
                  </a:lnTo>
                  <a:cubicBezTo>
                    <a:pt x="4904" y="14677"/>
                    <a:pt x="4939" y="14169"/>
                    <a:pt x="4732" y="13738"/>
                  </a:cubicBezTo>
                  <a:cubicBezTo>
                    <a:pt x="4618" y="13504"/>
                    <a:pt x="4516" y="13263"/>
                    <a:pt x="4429" y="13013"/>
                  </a:cubicBezTo>
                  <a:cubicBezTo>
                    <a:pt x="4273" y="12561"/>
                    <a:pt x="3888" y="12227"/>
                    <a:pt x="3419" y="12133"/>
                  </a:cubicBezTo>
                  <a:lnTo>
                    <a:pt x="1350" y="11718"/>
                  </a:lnTo>
                  <a:lnTo>
                    <a:pt x="1349" y="9882"/>
                  </a:lnTo>
                  <a:lnTo>
                    <a:pt x="3419" y="9468"/>
                  </a:lnTo>
                  <a:cubicBezTo>
                    <a:pt x="3888" y="9374"/>
                    <a:pt x="4273" y="9039"/>
                    <a:pt x="4429" y="8588"/>
                  </a:cubicBezTo>
                  <a:cubicBezTo>
                    <a:pt x="4516" y="8338"/>
                    <a:pt x="4617" y="8096"/>
                    <a:pt x="4731" y="7862"/>
                  </a:cubicBezTo>
                  <a:cubicBezTo>
                    <a:pt x="4940" y="7431"/>
                    <a:pt x="4905" y="6923"/>
                    <a:pt x="4639" y="6524"/>
                  </a:cubicBezTo>
                  <a:lnTo>
                    <a:pt x="3468" y="4767"/>
                  </a:lnTo>
                  <a:lnTo>
                    <a:pt x="4767" y="3468"/>
                  </a:lnTo>
                  <a:lnTo>
                    <a:pt x="6525" y="4639"/>
                  </a:lnTo>
                  <a:cubicBezTo>
                    <a:pt x="6750" y="4790"/>
                    <a:pt x="7011" y="4866"/>
                    <a:pt x="7273" y="4866"/>
                  </a:cubicBezTo>
                  <a:cubicBezTo>
                    <a:pt x="7474" y="4866"/>
                    <a:pt x="7674" y="4822"/>
                    <a:pt x="7861" y="4732"/>
                  </a:cubicBezTo>
                  <a:cubicBezTo>
                    <a:pt x="8095" y="4619"/>
                    <a:pt x="8337" y="4517"/>
                    <a:pt x="8586" y="4430"/>
                  </a:cubicBezTo>
                  <a:cubicBezTo>
                    <a:pt x="9039" y="4272"/>
                    <a:pt x="9373" y="3888"/>
                    <a:pt x="9467" y="3420"/>
                  </a:cubicBezTo>
                  <a:lnTo>
                    <a:pt x="9881" y="1350"/>
                  </a:lnTo>
                  <a:lnTo>
                    <a:pt x="11717" y="1350"/>
                  </a:lnTo>
                  <a:lnTo>
                    <a:pt x="12131" y="3420"/>
                  </a:lnTo>
                  <a:cubicBezTo>
                    <a:pt x="12225" y="3888"/>
                    <a:pt x="12560" y="4272"/>
                    <a:pt x="13012" y="4430"/>
                  </a:cubicBezTo>
                  <a:cubicBezTo>
                    <a:pt x="13261" y="4517"/>
                    <a:pt x="13502" y="4617"/>
                    <a:pt x="13737" y="4731"/>
                  </a:cubicBezTo>
                  <a:cubicBezTo>
                    <a:pt x="13924" y="4822"/>
                    <a:pt x="14125" y="4866"/>
                    <a:pt x="14326" y="4866"/>
                  </a:cubicBezTo>
                  <a:cubicBezTo>
                    <a:pt x="14589" y="4866"/>
                    <a:pt x="14850" y="4790"/>
                    <a:pt x="15075" y="4639"/>
                  </a:cubicBezTo>
                  <a:lnTo>
                    <a:pt x="16832" y="3468"/>
                  </a:lnTo>
                  <a:lnTo>
                    <a:pt x="18131" y="4767"/>
                  </a:lnTo>
                  <a:lnTo>
                    <a:pt x="16959" y="6524"/>
                  </a:lnTo>
                  <a:cubicBezTo>
                    <a:pt x="16694" y="6923"/>
                    <a:pt x="16660" y="7431"/>
                    <a:pt x="16867" y="7861"/>
                  </a:cubicBezTo>
                  <a:cubicBezTo>
                    <a:pt x="16980" y="8096"/>
                    <a:pt x="17083" y="8337"/>
                    <a:pt x="17170" y="8587"/>
                  </a:cubicBezTo>
                  <a:cubicBezTo>
                    <a:pt x="17327" y="9039"/>
                    <a:pt x="17710" y="9373"/>
                    <a:pt x="18180" y="9467"/>
                  </a:cubicBezTo>
                  <a:lnTo>
                    <a:pt x="20248" y="9882"/>
                  </a:lnTo>
                  <a:lnTo>
                    <a:pt x="20250" y="11718"/>
                  </a:lnTo>
                  <a:cubicBezTo>
                    <a:pt x="20250" y="11718"/>
                    <a:pt x="18180" y="12132"/>
                    <a:pt x="18180" y="12132"/>
                  </a:cubicBezTo>
                  <a:close/>
                  <a:moveTo>
                    <a:pt x="20513" y="8558"/>
                  </a:moveTo>
                  <a:lnTo>
                    <a:pt x="18445" y="8143"/>
                  </a:lnTo>
                  <a:cubicBezTo>
                    <a:pt x="18341" y="7844"/>
                    <a:pt x="18218" y="7554"/>
                    <a:pt x="18082" y="7273"/>
                  </a:cubicBezTo>
                  <a:lnTo>
                    <a:pt x="19254" y="5516"/>
                  </a:lnTo>
                  <a:cubicBezTo>
                    <a:pt x="19611" y="4980"/>
                    <a:pt x="19540" y="4268"/>
                    <a:pt x="19085" y="3813"/>
                  </a:cubicBezTo>
                  <a:lnTo>
                    <a:pt x="17787" y="2514"/>
                  </a:lnTo>
                  <a:cubicBezTo>
                    <a:pt x="17526" y="2253"/>
                    <a:pt x="17181" y="2118"/>
                    <a:pt x="16831" y="2118"/>
                  </a:cubicBezTo>
                  <a:cubicBezTo>
                    <a:pt x="16573" y="2118"/>
                    <a:pt x="16312" y="2193"/>
                    <a:pt x="16084" y="2345"/>
                  </a:cubicBezTo>
                  <a:lnTo>
                    <a:pt x="14326" y="3516"/>
                  </a:lnTo>
                  <a:cubicBezTo>
                    <a:pt x="14044" y="3380"/>
                    <a:pt x="13754" y="3258"/>
                    <a:pt x="13455" y="3155"/>
                  </a:cubicBezTo>
                  <a:lnTo>
                    <a:pt x="13041" y="1085"/>
                  </a:lnTo>
                  <a:cubicBezTo>
                    <a:pt x="12916" y="454"/>
                    <a:pt x="12361" y="0"/>
                    <a:pt x="11717" y="0"/>
                  </a:cubicBezTo>
                  <a:lnTo>
                    <a:pt x="9881" y="0"/>
                  </a:lnTo>
                  <a:cubicBezTo>
                    <a:pt x="9238" y="0"/>
                    <a:pt x="8684" y="454"/>
                    <a:pt x="8557" y="1085"/>
                  </a:cubicBezTo>
                  <a:lnTo>
                    <a:pt x="8143" y="3155"/>
                  </a:lnTo>
                  <a:cubicBezTo>
                    <a:pt x="7843" y="3258"/>
                    <a:pt x="7554" y="3381"/>
                    <a:pt x="7273" y="3516"/>
                  </a:cubicBezTo>
                  <a:lnTo>
                    <a:pt x="5516" y="2345"/>
                  </a:lnTo>
                  <a:cubicBezTo>
                    <a:pt x="5287" y="2193"/>
                    <a:pt x="5026" y="2118"/>
                    <a:pt x="4767" y="2118"/>
                  </a:cubicBezTo>
                  <a:cubicBezTo>
                    <a:pt x="4419" y="2118"/>
                    <a:pt x="4073" y="2253"/>
                    <a:pt x="3812" y="2514"/>
                  </a:cubicBezTo>
                  <a:lnTo>
                    <a:pt x="2514" y="3813"/>
                  </a:lnTo>
                  <a:cubicBezTo>
                    <a:pt x="2059" y="4268"/>
                    <a:pt x="1988" y="4980"/>
                    <a:pt x="2345" y="5516"/>
                  </a:cubicBezTo>
                  <a:lnTo>
                    <a:pt x="3516" y="7273"/>
                  </a:lnTo>
                  <a:cubicBezTo>
                    <a:pt x="3380" y="7555"/>
                    <a:pt x="3258" y="7844"/>
                    <a:pt x="3154" y="8144"/>
                  </a:cubicBezTo>
                  <a:lnTo>
                    <a:pt x="1085" y="8558"/>
                  </a:lnTo>
                  <a:cubicBezTo>
                    <a:pt x="454" y="8684"/>
                    <a:pt x="0" y="9238"/>
                    <a:pt x="0" y="9882"/>
                  </a:cubicBezTo>
                  <a:lnTo>
                    <a:pt x="0" y="11718"/>
                  </a:lnTo>
                  <a:cubicBezTo>
                    <a:pt x="0" y="12361"/>
                    <a:pt x="454" y="12916"/>
                    <a:pt x="1085" y="13042"/>
                  </a:cubicBezTo>
                  <a:lnTo>
                    <a:pt x="3154" y="13456"/>
                  </a:lnTo>
                  <a:cubicBezTo>
                    <a:pt x="3258" y="13755"/>
                    <a:pt x="3380" y="14046"/>
                    <a:pt x="3516" y="14326"/>
                  </a:cubicBezTo>
                  <a:lnTo>
                    <a:pt x="2345" y="16083"/>
                  </a:lnTo>
                  <a:cubicBezTo>
                    <a:pt x="1988" y="16619"/>
                    <a:pt x="2059" y="17332"/>
                    <a:pt x="2514" y="17787"/>
                  </a:cubicBezTo>
                  <a:lnTo>
                    <a:pt x="3812" y="19086"/>
                  </a:lnTo>
                  <a:cubicBezTo>
                    <a:pt x="4073" y="19346"/>
                    <a:pt x="4419" y="19482"/>
                    <a:pt x="4767" y="19482"/>
                  </a:cubicBezTo>
                  <a:cubicBezTo>
                    <a:pt x="5026" y="19482"/>
                    <a:pt x="5287" y="19406"/>
                    <a:pt x="5516" y="19254"/>
                  </a:cubicBezTo>
                  <a:lnTo>
                    <a:pt x="7273" y="18083"/>
                  </a:lnTo>
                  <a:cubicBezTo>
                    <a:pt x="7554" y="18220"/>
                    <a:pt x="7843" y="18341"/>
                    <a:pt x="8143" y="18445"/>
                  </a:cubicBezTo>
                  <a:lnTo>
                    <a:pt x="8557" y="20514"/>
                  </a:lnTo>
                  <a:cubicBezTo>
                    <a:pt x="8684" y="21146"/>
                    <a:pt x="9238" y="21599"/>
                    <a:pt x="9881" y="21599"/>
                  </a:cubicBezTo>
                  <a:lnTo>
                    <a:pt x="11717" y="21599"/>
                  </a:lnTo>
                  <a:cubicBezTo>
                    <a:pt x="12361" y="21599"/>
                    <a:pt x="12916" y="21146"/>
                    <a:pt x="13041" y="20514"/>
                  </a:cubicBezTo>
                  <a:lnTo>
                    <a:pt x="13456" y="18445"/>
                  </a:lnTo>
                  <a:cubicBezTo>
                    <a:pt x="13755" y="18341"/>
                    <a:pt x="14046" y="18219"/>
                    <a:pt x="14326" y="18083"/>
                  </a:cubicBezTo>
                  <a:lnTo>
                    <a:pt x="16084" y="19254"/>
                  </a:lnTo>
                  <a:cubicBezTo>
                    <a:pt x="16312" y="19406"/>
                    <a:pt x="16573" y="19482"/>
                    <a:pt x="16831" y="19482"/>
                  </a:cubicBezTo>
                  <a:cubicBezTo>
                    <a:pt x="17181" y="19482"/>
                    <a:pt x="17526" y="19346"/>
                    <a:pt x="17787" y="19086"/>
                  </a:cubicBezTo>
                  <a:lnTo>
                    <a:pt x="19085" y="17787"/>
                  </a:lnTo>
                  <a:cubicBezTo>
                    <a:pt x="19540" y="17332"/>
                    <a:pt x="19611" y="16619"/>
                    <a:pt x="19254" y="16083"/>
                  </a:cubicBezTo>
                  <a:lnTo>
                    <a:pt x="18082" y="14326"/>
                  </a:lnTo>
                  <a:cubicBezTo>
                    <a:pt x="18219" y="14045"/>
                    <a:pt x="18341" y="13755"/>
                    <a:pt x="18445" y="13456"/>
                  </a:cubicBezTo>
                  <a:lnTo>
                    <a:pt x="20513" y="13042"/>
                  </a:lnTo>
                  <a:cubicBezTo>
                    <a:pt x="21145" y="12916"/>
                    <a:pt x="21599" y="12361"/>
                    <a:pt x="21599" y="11718"/>
                  </a:cubicBezTo>
                  <a:lnTo>
                    <a:pt x="21599" y="9882"/>
                  </a:lnTo>
                  <a:cubicBezTo>
                    <a:pt x="21599" y="9238"/>
                    <a:pt x="21145" y="8684"/>
                    <a:pt x="20513" y="8558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  <p:sp>
          <p:nvSpPr>
            <p:cNvPr id="30" name="AutoShape 124"/>
            <p:cNvSpPr/>
            <p:nvPr/>
          </p:nvSpPr>
          <p:spPr bwMode="auto">
            <a:xfrm>
              <a:off x="4570413" y="2712244"/>
              <a:ext cx="203200" cy="20320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20250"/>
                  </a:moveTo>
                  <a:cubicBezTo>
                    <a:pt x="5580" y="20250"/>
                    <a:pt x="1350" y="16017"/>
                    <a:pt x="1350" y="10800"/>
                  </a:cubicBezTo>
                  <a:cubicBezTo>
                    <a:pt x="1350" y="5582"/>
                    <a:pt x="5580" y="1349"/>
                    <a:pt x="10800" y="1349"/>
                  </a:cubicBezTo>
                  <a:cubicBezTo>
                    <a:pt x="16016" y="1349"/>
                    <a:pt x="20250" y="5582"/>
                    <a:pt x="20250" y="10800"/>
                  </a:cubicBezTo>
                  <a:cubicBezTo>
                    <a:pt x="20250" y="16017"/>
                    <a:pt x="16016" y="20250"/>
                    <a:pt x="10800" y="20250"/>
                  </a:cubicBezTo>
                  <a:moveTo>
                    <a:pt x="10800" y="0"/>
                  </a:moveTo>
                  <a:cubicBezTo>
                    <a:pt x="4836" y="0"/>
                    <a:pt x="0" y="4836"/>
                    <a:pt x="0" y="10800"/>
                  </a:cubicBezTo>
                  <a:cubicBezTo>
                    <a:pt x="0" y="16763"/>
                    <a:pt x="4836" y="21600"/>
                    <a:pt x="10800" y="21600"/>
                  </a:cubicBezTo>
                  <a:cubicBezTo>
                    <a:pt x="16763" y="21600"/>
                    <a:pt x="21599" y="16763"/>
                    <a:pt x="21599" y="10800"/>
                  </a:cubicBezTo>
                  <a:cubicBezTo>
                    <a:pt x="21599" y="4836"/>
                    <a:pt x="16763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  <p:sp>
          <p:nvSpPr>
            <p:cNvPr id="31" name="AutoShape 125"/>
            <p:cNvSpPr/>
            <p:nvPr/>
          </p:nvSpPr>
          <p:spPr bwMode="auto">
            <a:xfrm>
              <a:off x="4613275" y="2755900"/>
              <a:ext cx="116682" cy="11668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18900"/>
                  </a:moveTo>
                  <a:cubicBezTo>
                    <a:pt x="6328" y="18900"/>
                    <a:pt x="2699" y="15271"/>
                    <a:pt x="2699" y="10800"/>
                  </a:cubicBezTo>
                  <a:cubicBezTo>
                    <a:pt x="2699" y="6329"/>
                    <a:pt x="6328" y="2700"/>
                    <a:pt x="10800" y="2700"/>
                  </a:cubicBezTo>
                  <a:cubicBezTo>
                    <a:pt x="15271" y="2700"/>
                    <a:pt x="18899" y="6329"/>
                    <a:pt x="18899" y="10800"/>
                  </a:cubicBezTo>
                  <a:cubicBezTo>
                    <a:pt x="18899" y="15271"/>
                    <a:pt x="15271" y="18900"/>
                    <a:pt x="10800" y="18900"/>
                  </a:cubicBezTo>
                  <a:moveTo>
                    <a:pt x="10800" y="0"/>
                  </a:moveTo>
                  <a:cubicBezTo>
                    <a:pt x="4830" y="0"/>
                    <a:pt x="0" y="4833"/>
                    <a:pt x="0" y="10800"/>
                  </a:cubicBezTo>
                  <a:cubicBezTo>
                    <a:pt x="0" y="16766"/>
                    <a:pt x="4830" y="21599"/>
                    <a:pt x="10800" y="21599"/>
                  </a:cubicBezTo>
                  <a:cubicBezTo>
                    <a:pt x="16764" y="21599"/>
                    <a:pt x="21600" y="16766"/>
                    <a:pt x="21600" y="10800"/>
                  </a:cubicBezTo>
                  <a:cubicBezTo>
                    <a:pt x="21600" y="4833"/>
                    <a:pt x="16764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</p:grpSp>
      <p:grpSp>
        <p:nvGrpSpPr>
          <p:cNvPr id="21" name="Group 44"/>
          <p:cNvGrpSpPr/>
          <p:nvPr/>
        </p:nvGrpSpPr>
        <p:grpSpPr>
          <a:xfrm>
            <a:off x="5793026" y="1701452"/>
            <a:ext cx="605948" cy="548322"/>
            <a:chOff x="5329238" y="1931988"/>
            <a:chExt cx="550862" cy="498475"/>
          </a:xfrm>
          <a:solidFill>
            <a:schemeClr val="tx2"/>
          </a:solidFill>
        </p:grpSpPr>
        <p:sp>
          <p:nvSpPr>
            <p:cNvPr id="22" name="Freeform 5"/>
            <p:cNvSpPr>
              <a:spLocks noEditPoints="1"/>
            </p:cNvSpPr>
            <p:nvPr/>
          </p:nvSpPr>
          <p:spPr bwMode="auto">
            <a:xfrm>
              <a:off x="5462588" y="2284413"/>
              <a:ext cx="53975" cy="146050"/>
            </a:xfrm>
            <a:custGeom>
              <a:avLst/>
              <a:gdLst>
                <a:gd name="T0" fmla="*/ 3 w 14"/>
                <a:gd name="T1" fmla="*/ 10 h 38"/>
                <a:gd name="T2" fmla="*/ 0 w 14"/>
                <a:gd name="T3" fmla="*/ 15 h 38"/>
                <a:gd name="T4" fmla="*/ 0 w 14"/>
                <a:gd name="T5" fmla="*/ 38 h 38"/>
                <a:gd name="T6" fmla="*/ 14 w 14"/>
                <a:gd name="T7" fmla="*/ 38 h 38"/>
                <a:gd name="T8" fmla="*/ 14 w 14"/>
                <a:gd name="T9" fmla="*/ 2 h 38"/>
                <a:gd name="T10" fmla="*/ 11 w 14"/>
                <a:gd name="T11" fmla="*/ 1 h 38"/>
                <a:gd name="T12" fmla="*/ 3 w 14"/>
                <a:gd name="T13" fmla="*/ 10 h 38"/>
                <a:gd name="T14" fmla="*/ 3 w 14"/>
                <a:gd name="T15" fmla="*/ 10 h 38"/>
                <a:gd name="T16" fmla="*/ 3 w 14"/>
                <a:gd name="T17" fmla="*/ 1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" h="38">
                  <a:moveTo>
                    <a:pt x="3" y="10"/>
                  </a:moveTo>
                  <a:cubicBezTo>
                    <a:pt x="1" y="11"/>
                    <a:pt x="0" y="13"/>
                    <a:pt x="0" y="15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4" y="0"/>
                    <a:pt x="13" y="0"/>
                    <a:pt x="11" y="1"/>
                  </a:cubicBezTo>
                  <a:lnTo>
                    <a:pt x="3" y="10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3" name="Freeform 6"/>
            <p:cNvSpPr>
              <a:spLocks noEditPoints="1"/>
            </p:cNvSpPr>
            <p:nvPr/>
          </p:nvSpPr>
          <p:spPr bwMode="auto">
            <a:xfrm>
              <a:off x="5688013" y="2200275"/>
              <a:ext cx="49212" cy="230188"/>
            </a:xfrm>
            <a:custGeom>
              <a:avLst/>
              <a:gdLst>
                <a:gd name="T0" fmla="*/ 2 w 13"/>
                <a:gd name="T1" fmla="*/ 10 h 60"/>
                <a:gd name="T2" fmla="*/ 0 w 13"/>
                <a:gd name="T3" fmla="*/ 15 h 60"/>
                <a:gd name="T4" fmla="*/ 0 w 13"/>
                <a:gd name="T5" fmla="*/ 60 h 60"/>
                <a:gd name="T6" fmla="*/ 13 w 13"/>
                <a:gd name="T7" fmla="*/ 60 h 60"/>
                <a:gd name="T8" fmla="*/ 13 w 13"/>
                <a:gd name="T9" fmla="*/ 2 h 60"/>
                <a:gd name="T10" fmla="*/ 11 w 13"/>
                <a:gd name="T11" fmla="*/ 1 h 60"/>
                <a:gd name="T12" fmla="*/ 2 w 13"/>
                <a:gd name="T13" fmla="*/ 10 h 60"/>
                <a:gd name="T14" fmla="*/ 2 w 13"/>
                <a:gd name="T15" fmla="*/ 10 h 60"/>
                <a:gd name="T16" fmla="*/ 2 w 13"/>
                <a:gd name="T17" fmla="*/ 1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60">
                  <a:moveTo>
                    <a:pt x="2" y="10"/>
                  </a:moveTo>
                  <a:cubicBezTo>
                    <a:pt x="1" y="11"/>
                    <a:pt x="0" y="14"/>
                    <a:pt x="0" y="15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13" y="60"/>
                    <a:pt x="13" y="60"/>
                    <a:pt x="13" y="60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3" y="0"/>
                    <a:pt x="12" y="0"/>
                    <a:pt x="11" y="1"/>
                  </a:cubicBezTo>
                  <a:lnTo>
                    <a:pt x="2" y="10"/>
                  </a:lnTo>
                  <a:close/>
                  <a:moveTo>
                    <a:pt x="2" y="10"/>
                  </a:moveTo>
                  <a:cubicBezTo>
                    <a:pt x="2" y="10"/>
                    <a:pt x="2" y="10"/>
                    <a:pt x="2" y="1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4" name="Freeform 7"/>
            <p:cNvSpPr>
              <a:spLocks noEditPoints="1"/>
            </p:cNvSpPr>
            <p:nvPr/>
          </p:nvSpPr>
          <p:spPr bwMode="auto">
            <a:xfrm>
              <a:off x="5761038" y="2127250"/>
              <a:ext cx="49212" cy="303213"/>
            </a:xfrm>
            <a:custGeom>
              <a:avLst/>
              <a:gdLst>
                <a:gd name="T0" fmla="*/ 3 w 13"/>
                <a:gd name="T1" fmla="*/ 9 h 79"/>
                <a:gd name="T2" fmla="*/ 0 w 13"/>
                <a:gd name="T3" fmla="*/ 15 h 79"/>
                <a:gd name="T4" fmla="*/ 0 w 13"/>
                <a:gd name="T5" fmla="*/ 79 h 79"/>
                <a:gd name="T6" fmla="*/ 13 w 13"/>
                <a:gd name="T7" fmla="*/ 79 h 79"/>
                <a:gd name="T8" fmla="*/ 13 w 13"/>
                <a:gd name="T9" fmla="*/ 2 h 79"/>
                <a:gd name="T10" fmla="*/ 11 w 13"/>
                <a:gd name="T11" fmla="*/ 1 h 79"/>
                <a:gd name="T12" fmla="*/ 3 w 13"/>
                <a:gd name="T13" fmla="*/ 9 h 79"/>
                <a:gd name="T14" fmla="*/ 3 w 13"/>
                <a:gd name="T15" fmla="*/ 9 h 79"/>
                <a:gd name="T16" fmla="*/ 3 w 13"/>
                <a:gd name="T17" fmla="*/ 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79">
                  <a:moveTo>
                    <a:pt x="3" y="9"/>
                  </a:moveTo>
                  <a:cubicBezTo>
                    <a:pt x="1" y="11"/>
                    <a:pt x="0" y="13"/>
                    <a:pt x="0" y="15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13" y="79"/>
                    <a:pt x="13" y="79"/>
                    <a:pt x="13" y="79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3" y="1"/>
                    <a:pt x="12" y="0"/>
                    <a:pt x="11" y="1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5" name="Freeform 8"/>
            <p:cNvSpPr>
              <a:spLocks noEditPoints="1"/>
            </p:cNvSpPr>
            <p:nvPr/>
          </p:nvSpPr>
          <p:spPr bwMode="auto">
            <a:xfrm>
              <a:off x="5611813" y="2273300"/>
              <a:ext cx="53975" cy="157163"/>
            </a:xfrm>
            <a:custGeom>
              <a:avLst/>
              <a:gdLst>
                <a:gd name="T0" fmla="*/ 3 w 14"/>
                <a:gd name="T1" fmla="*/ 10 h 41"/>
                <a:gd name="T2" fmla="*/ 2 w 14"/>
                <a:gd name="T3" fmla="*/ 11 h 41"/>
                <a:gd name="T4" fmla="*/ 0 w 14"/>
                <a:gd name="T5" fmla="*/ 16 h 41"/>
                <a:gd name="T6" fmla="*/ 0 w 14"/>
                <a:gd name="T7" fmla="*/ 41 h 41"/>
                <a:gd name="T8" fmla="*/ 14 w 14"/>
                <a:gd name="T9" fmla="*/ 41 h 41"/>
                <a:gd name="T10" fmla="*/ 14 w 14"/>
                <a:gd name="T11" fmla="*/ 3 h 41"/>
                <a:gd name="T12" fmla="*/ 11 w 14"/>
                <a:gd name="T13" fmla="*/ 2 h 41"/>
                <a:gd name="T14" fmla="*/ 3 w 14"/>
                <a:gd name="T15" fmla="*/ 10 h 41"/>
                <a:gd name="T16" fmla="*/ 3 w 14"/>
                <a:gd name="T17" fmla="*/ 10 h 41"/>
                <a:gd name="T18" fmla="*/ 3 w 14"/>
                <a:gd name="T19" fmla="*/ 1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41">
                  <a:moveTo>
                    <a:pt x="3" y="10"/>
                  </a:moveTo>
                  <a:cubicBezTo>
                    <a:pt x="3" y="10"/>
                    <a:pt x="2" y="11"/>
                    <a:pt x="2" y="11"/>
                  </a:cubicBezTo>
                  <a:cubicBezTo>
                    <a:pt x="1" y="12"/>
                    <a:pt x="0" y="14"/>
                    <a:pt x="0" y="16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1"/>
                    <a:pt x="13" y="0"/>
                    <a:pt x="11" y="2"/>
                  </a:cubicBezTo>
                  <a:lnTo>
                    <a:pt x="3" y="10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6" name="Freeform 9"/>
            <p:cNvSpPr>
              <a:spLocks noEditPoints="1"/>
            </p:cNvSpPr>
            <p:nvPr/>
          </p:nvSpPr>
          <p:spPr bwMode="auto">
            <a:xfrm>
              <a:off x="5538788" y="2279650"/>
              <a:ext cx="49212" cy="150813"/>
            </a:xfrm>
            <a:custGeom>
              <a:avLst/>
              <a:gdLst>
                <a:gd name="T0" fmla="*/ 2 w 13"/>
                <a:gd name="T1" fmla="*/ 1 h 39"/>
                <a:gd name="T2" fmla="*/ 0 w 13"/>
                <a:gd name="T3" fmla="*/ 2 h 39"/>
                <a:gd name="T4" fmla="*/ 0 w 13"/>
                <a:gd name="T5" fmla="*/ 39 h 39"/>
                <a:gd name="T6" fmla="*/ 13 w 13"/>
                <a:gd name="T7" fmla="*/ 39 h 39"/>
                <a:gd name="T8" fmla="*/ 13 w 13"/>
                <a:gd name="T9" fmla="*/ 16 h 39"/>
                <a:gd name="T10" fmla="*/ 11 w 13"/>
                <a:gd name="T11" fmla="*/ 10 h 39"/>
                <a:gd name="T12" fmla="*/ 9 w 13"/>
                <a:gd name="T13" fmla="*/ 8 h 39"/>
                <a:gd name="T14" fmla="*/ 2 w 13"/>
                <a:gd name="T15" fmla="*/ 1 h 39"/>
                <a:gd name="T16" fmla="*/ 2 w 13"/>
                <a:gd name="T17" fmla="*/ 1 h 39"/>
                <a:gd name="T18" fmla="*/ 2 w 13"/>
                <a:gd name="T19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" h="39">
                  <a:moveTo>
                    <a:pt x="2" y="1"/>
                  </a:moveTo>
                  <a:cubicBezTo>
                    <a:pt x="1" y="0"/>
                    <a:pt x="0" y="0"/>
                    <a:pt x="0" y="2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4"/>
                    <a:pt x="12" y="11"/>
                    <a:pt x="11" y="10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2" y="1"/>
                  </a:lnTo>
                  <a:close/>
                  <a:moveTo>
                    <a:pt x="2" y="1"/>
                  </a:moveTo>
                  <a:cubicBezTo>
                    <a:pt x="2" y="1"/>
                    <a:pt x="2" y="1"/>
                    <a:pt x="2" y="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7" name="Freeform 10"/>
            <p:cNvSpPr>
              <a:spLocks noEditPoints="1"/>
            </p:cNvSpPr>
            <p:nvPr/>
          </p:nvSpPr>
          <p:spPr bwMode="auto">
            <a:xfrm>
              <a:off x="5381625" y="2357438"/>
              <a:ext cx="58737" cy="73025"/>
            </a:xfrm>
            <a:custGeom>
              <a:avLst/>
              <a:gdLst>
                <a:gd name="T0" fmla="*/ 7 w 15"/>
                <a:gd name="T1" fmla="*/ 8 h 19"/>
                <a:gd name="T2" fmla="*/ 2 w 15"/>
                <a:gd name="T3" fmla="*/ 12 h 19"/>
                <a:gd name="T4" fmla="*/ 0 w 15"/>
                <a:gd name="T5" fmla="*/ 17 h 19"/>
                <a:gd name="T6" fmla="*/ 0 w 15"/>
                <a:gd name="T7" fmla="*/ 19 h 19"/>
                <a:gd name="T8" fmla="*/ 15 w 15"/>
                <a:gd name="T9" fmla="*/ 19 h 19"/>
                <a:gd name="T10" fmla="*/ 15 w 15"/>
                <a:gd name="T11" fmla="*/ 2 h 19"/>
                <a:gd name="T12" fmla="*/ 13 w 15"/>
                <a:gd name="T13" fmla="*/ 1 h 19"/>
                <a:gd name="T14" fmla="*/ 7 w 15"/>
                <a:gd name="T15" fmla="*/ 8 h 19"/>
                <a:gd name="T16" fmla="*/ 7 w 15"/>
                <a:gd name="T17" fmla="*/ 8 h 19"/>
                <a:gd name="T18" fmla="*/ 7 w 15"/>
                <a:gd name="T1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9">
                  <a:moveTo>
                    <a:pt x="7" y="8"/>
                  </a:moveTo>
                  <a:cubicBezTo>
                    <a:pt x="2" y="12"/>
                    <a:pt x="2" y="12"/>
                    <a:pt x="2" y="12"/>
                  </a:cubicBezTo>
                  <a:cubicBezTo>
                    <a:pt x="1" y="13"/>
                    <a:pt x="0" y="15"/>
                    <a:pt x="0" y="17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5" y="1"/>
                    <a:pt x="14" y="0"/>
                    <a:pt x="13" y="1"/>
                  </a:cubicBezTo>
                  <a:lnTo>
                    <a:pt x="7" y="8"/>
                  </a:lnTo>
                  <a:close/>
                  <a:moveTo>
                    <a:pt x="7" y="8"/>
                  </a:moveTo>
                  <a:cubicBezTo>
                    <a:pt x="7" y="8"/>
                    <a:pt x="7" y="8"/>
                    <a:pt x="7" y="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28" name="Freeform 11"/>
            <p:cNvSpPr>
              <a:spLocks noEditPoints="1"/>
            </p:cNvSpPr>
            <p:nvPr/>
          </p:nvSpPr>
          <p:spPr bwMode="auto">
            <a:xfrm>
              <a:off x="5329238" y="1931988"/>
              <a:ext cx="550862" cy="414338"/>
            </a:xfrm>
            <a:custGeom>
              <a:avLst/>
              <a:gdLst>
                <a:gd name="T0" fmla="*/ 142 w 144"/>
                <a:gd name="T1" fmla="*/ 53 h 108"/>
                <a:gd name="T2" fmla="*/ 144 w 144"/>
                <a:gd name="T3" fmla="*/ 52 h 108"/>
                <a:gd name="T4" fmla="*/ 144 w 144"/>
                <a:gd name="T5" fmla="*/ 6 h 108"/>
                <a:gd name="T6" fmla="*/ 138 w 144"/>
                <a:gd name="T7" fmla="*/ 0 h 108"/>
                <a:gd name="T8" fmla="*/ 92 w 144"/>
                <a:gd name="T9" fmla="*/ 0 h 108"/>
                <a:gd name="T10" fmla="*/ 91 w 144"/>
                <a:gd name="T11" fmla="*/ 2 h 108"/>
                <a:gd name="T12" fmla="*/ 108 w 144"/>
                <a:gd name="T13" fmla="*/ 18 h 108"/>
                <a:gd name="T14" fmla="*/ 101 w 144"/>
                <a:gd name="T15" fmla="*/ 25 h 108"/>
                <a:gd name="T16" fmla="*/ 70 w 144"/>
                <a:gd name="T17" fmla="*/ 56 h 108"/>
                <a:gd name="T18" fmla="*/ 54 w 144"/>
                <a:gd name="T19" fmla="*/ 39 h 108"/>
                <a:gd name="T20" fmla="*/ 50 w 144"/>
                <a:gd name="T21" fmla="*/ 39 h 108"/>
                <a:gd name="T22" fmla="*/ 5 w 144"/>
                <a:gd name="T23" fmla="*/ 84 h 108"/>
                <a:gd name="T24" fmla="*/ 5 w 144"/>
                <a:gd name="T25" fmla="*/ 103 h 108"/>
                <a:gd name="T26" fmla="*/ 5 w 144"/>
                <a:gd name="T27" fmla="*/ 103 h 108"/>
                <a:gd name="T28" fmla="*/ 23 w 144"/>
                <a:gd name="T29" fmla="*/ 103 h 108"/>
                <a:gd name="T30" fmla="*/ 52 w 144"/>
                <a:gd name="T31" fmla="*/ 74 h 108"/>
                <a:gd name="T32" fmla="*/ 68 w 144"/>
                <a:gd name="T33" fmla="*/ 90 h 108"/>
                <a:gd name="T34" fmla="*/ 73 w 144"/>
                <a:gd name="T35" fmla="*/ 90 h 108"/>
                <a:gd name="T36" fmla="*/ 126 w 144"/>
                <a:gd name="T37" fmla="*/ 37 h 108"/>
                <a:gd name="T38" fmla="*/ 142 w 144"/>
                <a:gd name="T39" fmla="*/ 53 h 108"/>
                <a:gd name="T40" fmla="*/ 142 w 144"/>
                <a:gd name="T41" fmla="*/ 53 h 108"/>
                <a:gd name="T42" fmla="*/ 142 w 144"/>
                <a:gd name="T43" fmla="*/ 53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4" h="108">
                  <a:moveTo>
                    <a:pt x="142" y="53"/>
                  </a:moveTo>
                  <a:cubicBezTo>
                    <a:pt x="143" y="54"/>
                    <a:pt x="144" y="54"/>
                    <a:pt x="144" y="52"/>
                  </a:cubicBezTo>
                  <a:cubicBezTo>
                    <a:pt x="144" y="6"/>
                    <a:pt x="144" y="6"/>
                    <a:pt x="144" y="6"/>
                  </a:cubicBezTo>
                  <a:cubicBezTo>
                    <a:pt x="144" y="3"/>
                    <a:pt x="141" y="0"/>
                    <a:pt x="138" y="0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91" y="0"/>
                    <a:pt x="90" y="1"/>
                    <a:pt x="91" y="2"/>
                  </a:cubicBezTo>
                  <a:cubicBezTo>
                    <a:pt x="108" y="18"/>
                    <a:pt x="108" y="18"/>
                    <a:pt x="108" y="18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70" y="56"/>
                    <a:pt x="70" y="56"/>
                    <a:pt x="70" y="56"/>
                  </a:cubicBezTo>
                  <a:cubicBezTo>
                    <a:pt x="54" y="39"/>
                    <a:pt x="54" y="39"/>
                    <a:pt x="54" y="39"/>
                  </a:cubicBezTo>
                  <a:cubicBezTo>
                    <a:pt x="53" y="38"/>
                    <a:pt x="51" y="38"/>
                    <a:pt x="50" y="39"/>
                  </a:cubicBezTo>
                  <a:cubicBezTo>
                    <a:pt x="5" y="84"/>
                    <a:pt x="5" y="84"/>
                    <a:pt x="5" y="84"/>
                  </a:cubicBezTo>
                  <a:cubicBezTo>
                    <a:pt x="0" y="89"/>
                    <a:pt x="0" y="98"/>
                    <a:pt x="5" y="103"/>
                  </a:cubicBezTo>
                  <a:cubicBezTo>
                    <a:pt x="5" y="103"/>
                    <a:pt x="5" y="103"/>
                    <a:pt x="5" y="103"/>
                  </a:cubicBezTo>
                  <a:cubicBezTo>
                    <a:pt x="10" y="108"/>
                    <a:pt x="18" y="108"/>
                    <a:pt x="23" y="103"/>
                  </a:cubicBezTo>
                  <a:cubicBezTo>
                    <a:pt x="52" y="74"/>
                    <a:pt x="52" y="74"/>
                    <a:pt x="52" y="74"/>
                  </a:cubicBezTo>
                  <a:cubicBezTo>
                    <a:pt x="68" y="90"/>
                    <a:pt x="68" y="90"/>
                    <a:pt x="68" y="90"/>
                  </a:cubicBezTo>
                  <a:cubicBezTo>
                    <a:pt x="69" y="91"/>
                    <a:pt x="71" y="91"/>
                    <a:pt x="73" y="90"/>
                  </a:cubicBezTo>
                  <a:cubicBezTo>
                    <a:pt x="126" y="37"/>
                    <a:pt x="126" y="37"/>
                    <a:pt x="126" y="37"/>
                  </a:cubicBezTo>
                  <a:lnTo>
                    <a:pt x="142" y="53"/>
                  </a:lnTo>
                  <a:close/>
                  <a:moveTo>
                    <a:pt x="142" y="53"/>
                  </a:moveTo>
                  <a:cubicBezTo>
                    <a:pt x="142" y="53"/>
                    <a:pt x="142" y="53"/>
                    <a:pt x="142" y="53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718213" y="2160624"/>
            <a:ext cx="3429810" cy="710745"/>
            <a:chOff x="718213" y="2160624"/>
            <a:chExt cx="3429810" cy="710745"/>
          </a:xfrm>
        </p:grpSpPr>
        <p:sp>
          <p:nvSpPr>
            <p:cNvPr id="57" name="TextBox 52"/>
            <p:cNvSpPr txBox="1"/>
            <p:nvPr/>
          </p:nvSpPr>
          <p:spPr>
            <a:xfrm>
              <a:off x="718213" y="2163483"/>
              <a:ext cx="105028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>
                  <a:solidFill>
                    <a:schemeClr val="accent5"/>
                  </a:solidFill>
                </a:rPr>
                <a:t>94%</a:t>
              </a:r>
              <a:endParaRPr lang="en-GB" sz="4000" b="1" dirty="0">
                <a:solidFill>
                  <a:schemeClr val="accent5"/>
                </a:solidFill>
              </a:endParaRPr>
            </a:p>
          </p:txBody>
        </p:sp>
        <p:sp>
          <p:nvSpPr>
            <p:cNvPr id="62" name="Rectangle 57"/>
            <p:cNvSpPr/>
            <p:nvPr/>
          </p:nvSpPr>
          <p:spPr>
            <a:xfrm>
              <a:off x="1822466" y="2160624"/>
              <a:ext cx="2325557" cy="66101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just" defTabSz="914400" fontAlgn="base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0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专业完美财务分析报告，正文字体</a:t>
              </a:r>
              <a:r>
                <a:rPr lang="en-US" altLang="zh-CN" sz="10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12-24</a:t>
              </a:r>
              <a:r>
                <a:rPr lang="zh-CN" altLang="en-US" sz="10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号，标题字体为</a:t>
              </a:r>
              <a:r>
                <a:rPr lang="en-US" altLang="zh-CN" sz="10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28-48</a:t>
              </a:r>
              <a:r>
                <a:rPr lang="zh-CN" altLang="en-US" sz="10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号，字体间距为</a:t>
              </a:r>
              <a:r>
                <a:rPr lang="en-US" altLang="zh-CN" sz="10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1.2-1.5</a:t>
              </a:r>
              <a:endPara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718213" y="2936721"/>
            <a:ext cx="3429810" cy="707886"/>
            <a:chOff x="718213" y="2936721"/>
            <a:chExt cx="3429810" cy="707886"/>
          </a:xfrm>
        </p:grpSpPr>
        <p:sp>
          <p:nvSpPr>
            <p:cNvPr id="58" name="TextBox 53"/>
            <p:cNvSpPr txBox="1"/>
            <p:nvPr/>
          </p:nvSpPr>
          <p:spPr>
            <a:xfrm>
              <a:off x="718213" y="2936721"/>
              <a:ext cx="105028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>
                  <a:solidFill>
                    <a:schemeClr val="accent4"/>
                  </a:solidFill>
                </a:rPr>
                <a:t>82%</a:t>
              </a:r>
              <a:endParaRPr lang="en-GB" sz="4000" b="1" dirty="0">
                <a:solidFill>
                  <a:schemeClr val="accent4"/>
                </a:solidFill>
              </a:endParaRPr>
            </a:p>
          </p:txBody>
        </p:sp>
        <p:sp>
          <p:nvSpPr>
            <p:cNvPr id="63" name="Rectangle 58"/>
            <p:cNvSpPr/>
            <p:nvPr/>
          </p:nvSpPr>
          <p:spPr>
            <a:xfrm>
              <a:off x="1822466" y="2975298"/>
              <a:ext cx="2325557" cy="66101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just" defTabSz="914400" fontAlgn="base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05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专业完美财务分析报告，正文字体</a:t>
              </a:r>
              <a:r>
                <a:rPr lang="en-US" altLang="zh-CN" sz="105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12-24</a:t>
              </a:r>
              <a:r>
                <a:rPr lang="zh-CN" altLang="en-US" sz="105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号，标题字体为</a:t>
              </a:r>
              <a:r>
                <a:rPr lang="en-US" altLang="zh-CN" sz="105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28-48</a:t>
              </a:r>
              <a:r>
                <a:rPr lang="zh-CN" altLang="en-US" sz="105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号，字体间距为</a:t>
              </a:r>
              <a:r>
                <a:rPr lang="en-US" altLang="zh-CN" sz="105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1.2-1.5</a:t>
              </a:r>
              <a:endParaRPr lang="zh-CN" altLang="en-US" sz="1050" dirty="0">
                <a:solidFill>
                  <a:srgbClr val="000000">
                    <a:lumMod val="85000"/>
                    <a:lumOff val="15000"/>
                  </a:srgb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718213" y="3715133"/>
            <a:ext cx="3429810" cy="793539"/>
            <a:chOff x="718213" y="3715133"/>
            <a:chExt cx="3429810" cy="793539"/>
          </a:xfrm>
        </p:grpSpPr>
        <p:sp>
          <p:nvSpPr>
            <p:cNvPr id="59" name="TextBox 54"/>
            <p:cNvSpPr txBox="1"/>
            <p:nvPr/>
          </p:nvSpPr>
          <p:spPr>
            <a:xfrm>
              <a:off x="718213" y="3715133"/>
              <a:ext cx="105028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>
                  <a:solidFill>
                    <a:schemeClr val="accent3"/>
                  </a:solidFill>
                </a:rPr>
                <a:t>69%</a:t>
              </a:r>
              <a:endParaRPr lang="en-GB" sz="4000" b="1" dirty="0">
                <a:solidFill>
                  <a:schemeClr val="accent3"/>
                </a:solidFill>
              </a:endParaRPr>
            </a:p>
          </p:txBody>
        </p:sp>
        <p:sp>
          <p:nvSpPr>
            <p:cNvPr id="64" name="Rectangle 59"/>
            <p:cNvSpPr/>
            <p:nvPr/>
          </p:nvSpPr>
          <p:spPr>
            <a:xfrm>
              <a:off x="1822466" y="3847657"/>
              <a:ext cx="2325557" cy="66101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just" defTabSz="914400" fontAlgn="base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05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专业完美财务分析报告，正文字体</a:t>
              </a:r>
              <a:r>
                <a:rPr lang="en-US" altLang="zh-CN" sz="105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12-24</a:t>
              </a:r>
              <a:r>
                <a:rPr lang="zh-CN" altLang="en-US" sz="105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号，标题字体为</a:t>
              </a:r>
              <a:r>
                <a:rPr lang="en-US" altLang="zh-CN" sz="105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28-48</a:t>
              </a:r>
              <a:r>
                <a:rPr lang="zh-CN" altLang="en-US" sz="105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号，字体间距为</a:t>
              </a:r>
              <a:r>
                <a:rPr lang="en-US" altLang="zh-CN" sz="105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1.2-1.5</a:t>
              </a:r>
              <a:endParaRPr lang="zh-CN" altLang="en-US" sz="1050" dirty="0">
                <a:solidFill>
                  <a:srgbClr val="000000">
                    <a:lumMod val="85000"/>
                    <a:lumOff val="15000"/>
                  </a:srgb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</p:grpSp>
      <p:grpSp>
        <p:nvGrpSpPr>
          <p:cNvPr id="73" name="组合 72"/>
          <p:cNvGrpSpPr/>
          <p:nvPr/>
        </p:nvGrpSpPr>
        <p:grpSpPr>
          <a:xfrm>
            <a:off x="718213" y="4508672"/>
            <a:ext cx="3453952" cy="722828"/>
            <a:chOff x="718213" y="4508672"/>
            <a:chExt cx="3453952" cy="722828"/>
          </a:xfrm>
        </p:grpSpPr>
        <p:sp>
          <p:nvSpPr>
            <p:cNvPr id="60" name="TextBox 55"/>
            <p:cNvSpPr txBox="1"/>
            <p:nvPr/>
          </p:nvSpPr>
          <p:spPr>
            <a:xfrm>
              <a:off x="718213" y="4508672"/>
              <a:ext cx="105028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>
                  <a:solidFill>
                    <a:schemeClr val="accent2"/>
                  </a:solidFill>
                </a:rPr>
                <a:t>78%</a:t>
              </a:r>
              <a:endParaRPr lang="en-GB" sz="4000" b="1" dirty="0">
                <a:solidFill>
                  <a:schemeClr val="accent2"/>
                </a:solidFill>
              </a:endParaRPr>
            </a:p>
          </p:txBody>
        </p:sp>
        <p:sp>
          <p:nvSpPr>
            <p:cNvPr id="65" name="Rectangle 60"/>
            <p:cNvSpPr/>
            <p:nvPr/>
          </p:nvSpPr>
          <p:spPr>
            <a:xfrm>
              <a:off x="1846608" y="4570485"/>
              <a:ext cx="2325557" cy="66101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just" defTabSz="914400" fontAlgn="base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05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专业完美财务分析报告，正文字体</a:t>
              </a:r>
              <a:r>
                <a:rPr lang="en-US" altLang="zh-CN" sz="105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12-24</a:t>
              </a:r>
              <a:r>
                <a:rPr lang="zh-CN" altLang="en-US" sz="105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号，标题字体为</a:t>
              </a:r>
              <a:r>
                <a:rPr lang="en-US" altLang="zh-CN" sz="105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28-48</a:t>
              </a:r>
              <a:r>
                <a:rPr lang="zh-CN" altLang="en-US" sz="105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号，字体间距为</a:t>
              </a:r>
              <a:r>
                <a:rPr lang="en-US" altLang="zh-CN" sz="105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1.2-1.5</a:t>
              </a:r>
              <a:endParaRPr lang="zh-CN" altLang="en-US" sz="1050" dirty="0">
                <a:solidFill>
                  <a:srgbClr val="000000">
                    <a:lumMod val="85000"/>
                    <a:lumOff val="15000"/>
                  </a:srgb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718213" y="5290189"/>
            <a:ext cx="3429810" cy="819491"/>
            <a:chOff x="718213" y="5290189"/>
            <a:chExt cx="3429810" cy="819491"/>
          </a:xfrm>
        </p:grpSpPr>
        <p:sp>
          <p:nvSpPr>
            <p:cNvPr id="61" name="TextBox 56"/>
            <p:cNvSpPr txBox="1"/>
            <p:nvPr/>
          </p:nvSpPr>
          <p:spPr>
            <a:xfrm>
              <a:off x="718213" y="5290189"/>
              <a:ext cx="105028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>
                  <a:solidFill>
                    <a:schemeClr val="accent1"/>
                  </a:solidFill>
                </a:rPr>
                <a:t>50%</a:t>
              </a:r>
              <a:endParaRPr lang="en-GB" sz="4000" b="1" dirty="0">
                <a:solidFill>
                  <a:schemeClr val="accent1"/>
                </a:solidFill>
              </a:endParaRPr>
            </a:p>
          </p:txBody>
        </p:sp>
        <p:sp>
          <p:nvSpPr>
            <p:cNvPr id="66" name="Rectangle 61"/>
            <p:cNvSpPr/>
            <p:nvPr/>
          </p:nvSpPr>
          <p:spPr>
            <a:xfrm>
              <a:off x="1822466" y="5448665"/>
              <a:ext cx="2325557" cy="66101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just" defTabSz="914400" fontAlgn="base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05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专业完美财务分析报告，正文字体</a:t>
              </a:r>
              <a:r>
                <a:rPr lang="en-US" altLang="zh-CN" sz="105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12-24</a:t>
              </a:r>
              <a:r>
                <a:rPr lang="zh-CN" altLang="en-US" sz="105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号，标题字体为</a:t>
              </a:r>
              <a:r>
                <a:rPr lang="en-US" altLang="zh-CN" sz="105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28-48</a:t>
              </a:r>
              <a:r>
                <a:rPr lang="zh-CN" altLang="en-US" sz="105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号，字体间距为</a:t>
              </a:r>
              <a:r>
                <a:rPr lang="en-US" altLang="zh-CN" sz="105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1.2-1.5</a:t>
              </a:r>
              <a:endParaRPr lang="zh-CN" altLang="en-US" sz="1050" dirty="0">
                <a:solidFill>
                  <a:srgbClr val="000000">
                    <a:lumMod val="85000"/>
                    <a:lumOff val="15000"/>
                  </a:srgb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</p:grpSp>
      <p:sp>
        <p:nvSpPr>
          <p:cNvPr id="67" name="TextBox 62"/>
          <p:cNvSpPr txBox="1"/>
          <p:nvPr/>
        </p:nvSpPr>
        <p:spPr>
          <a:xfrm>
            <a:off x="8782833" y="247505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业绩上升</a:t>
            </a:r>
            <a:endParaRPr lang="en-GB" sz="2400" b="1" dirty="0"/>
          </a:p>
        </p:txBody>
      </p:sp>
      <p:sp>
        <p:nvSpPr>
          <p:cNvPr id="68" name="Freeform 63"/>
          <p:cNvSpPr>
            <a:spLocks noEditPoints="1"/>
          </p:cNvSpPr>
          <p:nvPr/>
        </p:nvSpPr>
        <p:spPr bwMode="auto">
          <a:xfrm>
            <a:off x="8250583" y="2415107"/>
            <a:ext cx="532250" cy="544147"/>
          </a:xfrm>
          <a:custGeom>
            <a:avLst/>
            <a:gdLst>
              <a:gd name="T0" fmla="*/ 203 w 360"/>
              <a:gd name="T1" fmla="*/ 271 h 368"/>
              <a:gd name="T2" fmla="*/ 261 w 360"/>
              <a:gd name="T3" fmla="*/ 202 h 368"/>
              <a:gd name="T4" fmla="*/ 360 w 360"/>
              <a:gd name="T5" fmla="*/ 51 h 368"/>
              <a:gd name="T6" fmla="*/ 346 w 360"/>
              <a:gd name="T7" fmla="*/ 37 h 368"/>
              <a:gd name="T8" fmla="*/ 277 w 360"/>
              <a:gd name="T9" fmla="*/ 37 h 368"/>
              <a:gd name="T10" fmla="*/ 180 w 360"/>
              <a:gd name="T11" fmla="*/ 0 h 368"/>
              <a:gd name="T12" fmla="*/ 83 w 360"/>
              <a:gd name="T13" fmla="*/ 37 h 368"/>
              <a:gd name="T14" fmla="*/ 14 w 360"/>
              <a:gd name="T15" fmla="*/ 37 h 368"/>
              <a:gd name="T16" fmla="*/ 0 w 360"/>
              <a:gd name="T17" fmla="*/ 51 h 368"/>
              <a:gd name="T18" fmla="*/ 98 w 360"/>
              <a:gd name="T19" fmla="*/ 202 h 368"/>
              <a:gd name="T20" fmla="*/ 156 w 360"/>
              <a:gd name="T21" fmla="*/ 271 h 368"/>
              <a:gd name="T22" fmla="*/ 156 w 360"/>
              <a:gd name="T23" fmla="*/ 297 h 368"/>
              <a:gd name="T24" fmla="*/ 91 w 360"/>
              <a:gd name="T25" fmla="*/ 332 h 368"/>
              <a:gd name="T26" fmla="*/ 180 w 360"/>
              <a:gd name="T27" fmla="*/ 368 h 368"/>
              <a:gd name="T28" fmla="*/ 269 w 360"/>
              <a:gd name="T29" fmla="*/ 332 h 368"/>
              <a:gd name="T30" fmla="*/ 203 w 360"/>
              <a:gd name="T31" fmla="*/ 297 h 368"/>
              <a:gd name="T32" fmla="*/ 203 w 360"/>
              <a:gd name="T33" fmla="*/ 271 h 368"/>
              <a:gd name="T34" fmla="*/ 259 w 360"/>
              <a:gd name="T35" fmla="*/ 170 h 368"/>
              <a:gd name="T36" fmla="*/ 281 w 360"/>
              <a:gd name="T37" fmla="*/ 65 h 368"/>
              <a:gd name="T38" fmla="*/ 331 w 360"/>
              <a:gd name="T39" fmla="*/ 65 h 368"/>
              <a:gd name="T40" fmla="*/ 259 w 360"/>
              <a:gd name="T41" fmla="*/ 170 h 368"/>
              <a:gd name="T42" fmla="*/ 180 w 360"/>
              <a:gd name="T43" fmla="*/ 24 h 368"/>
              <a:gd name="T44" fmla="*/ 256 w 360"/>
              <a:gd name="T45" fmla="*/ 55 h 368"/>
              <a:gd name="T46" fmla="*/ 180 w 360"/>
              <a:gd name="T47" fmla="*/ 86 h 368"/>
              <a:gd name="T48" fmla="*/ 104 w 360"/>
              <a:gd name="T49" fmla="*/ 55 h 368"/>
              <a:gd name="T50" fmla="*/ 180 w 360"/>
              <a:gd name="T51" fmla="*/ 24 h 368"/>
              <a:gd name="T52" fmla="*/ 29 w 360"/>
              <a:gd name="T53" fmla="*/ 65 h 368"/>
              <a:gd name="T54" fmla="*/ 79 w 360"/>
              <a:gd name="T55" fmla="*/ 65 h 368"/>
              <a:gd name="T56" fmla="*/ 101 w 360"/>
              <a:gd name="T57" fmla="*/ 170 h 368"/>
              <a:gd name="T58" fmla="*/ 29 w 360"/>
              <a:gd name="T59" fmla="*/ 65 h 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360" h="368">
                <a:moveTo>
                  <a:pt x="203" y="271"/>
                </a:moveTo>
                <a:cubicBezTo>
                  <a:pt x="203" y="242"/>
                  <a:pt x="225" y="226"/>
                  <a:pt x="261" y="202"/>
                </a:cubicBezTo>
                <a:cubicBezTo>
                  <a:pt x="305" y="173"/>
                  <a:pt x="360" y="137"/>
                  <a:pt x="360" y="51"/>
                </a:cubicBezTo>
                <a:cubicBezTo>
                  <a:pt x="360" y="43"/>
                  <a:pt x="353" y="37"/>
                  <a:pt x="346" y="37"/>
                </a:cubicBezTo>
                <a:cubicBezTo>
                  <a:pt x="277" y="37"/>
                  <a:pt x="277" y="37"/>
                  <a:pt x="277" y="37"/>
                </a:cubicBezTo>
                <a:cubicBezTo>
                  <a:pt x="267" y="19"/>
                  <a:pt x="238" y="0"/>
                  <a:pt x="180" y="0"/>
                </a:cubicBezTo>
                <a:cubicBezTo>
                  <a:pt x="121" y="0"/>
                  <a:pt x="92" y="19"/>
                  <a:pt x="83" y="37"/>
                </a:cubicBezTo>
                <a:cubicBezTo>
                  <a:pt x="14" y="37"/>
                  <a:pt x="14" y="37"/>
                  <a:pt x="14" y="37"/>
                </a:cubicBezTo>
                <a:cubicBezTo>
                  <a:pt x="6" y="37"/>
                  <a:pt x="0" y="43"/>
                  <a:pt x="0" y="51"/>
                </a:cubicBezTo>
                <a:cubicBezTo>
                  <a:pt x="0" y="137"/>
                  <a:pt x="54" y="173"/>
                  <a:pt x="98" y="202"/>
                </a:cubicBezTo>
                <a:cubicBezTo>
                  <a:pt x="134" y="226"/>
                  <a:pt x="156" y="242"/>
                  <a:pt x="156" y="271"/>
                </a:cubicBezTo>
                <a:cubicBezTo>
                  <a:pt x="156" y="297"/>
                  <a:pt x="156" y="297"/>
                  <a:pt x="156" y="297"/>
                </a:cubicBezTo>
                <a:cubicBezTo>
                  <a:pt x="118" y="301"/>
                  <a:pt x="91" y="315"/>
                  <a:pt x="91" y="332"/>
                </a:cubicBezTo>
                <a:cubicBezTo>
                  <a:pt x="91" y="352"/>
                  <a:pt x="131" y="368"/>
                  <a:pt x="180" y="368"/>
                </a:cubicBezTo>
                <a:cubicBezTo>
                  <a:pt x="229" y="368"/>
                  <a:pt x="269" y="352"/>
                  <a:pt x="269" y="332"/>
                </a:cubicBezTo>
                <a:cubicBezTo>
                  <a:pt x="269" y="315"/>
                  <a:pt x="241" y="301"/>
                  <a:pt x="203" y="297"/>
                </a:cubicBezTo>
                <a:lnTo>
                  <a:pt x="203" y="271"/>
                </a:lnTo>
                <a:close/>
                <a:moveTo>
                  <a:pt x="259" y="170"/>
                </a:moveTo>
                <a:cubicBezTo>
                  <a:pt x="270" y="146"/>
                  <a:pt x="279" y="113"/>
                  <a:pt x="281" y="65"/>
                </a:cubicBezTo>
                <a:cubicBezTo>
                  <a:pt x="331" y="65"/>
                  <a:pt x="331" y="65"/>
                  <a:pt x="331" y="65"/>
                </a:cubicBezTo>
                <a:cubicBezTo>
                  <a:pt x="326" y="119"/>
                  <a:pt x="294" y="146"/>
                  <a:pt x="259" y="170"/>
                </a:cubicBezTo>
                <a:close/>
                <a:moveTo>
                  <a:pt x="180" y="24"/>
                </a:moveTo>
                <a:cubicBezTo>
                  <a:pt x="234" y="24"/>
                  <a:pt x="256" y="47"/>
                  <a:pt x="256" y="55"/>
                </a:cubicBezTo>
                <a:cubicBezTo>
                  <a:pt x="256" y="63"/>
                  <a:pt x="234" y="86"/>
                  <a:pt x="180" y="86"/>
                </a:cubicBezTo>
                <a:cubicBezTo>
                  <a:pt x="125" y="86"/>
                  <a:pt x="104" y="63"/>
                  <a:pt x="104" y="55"/>
                </a:cubicBezTo>
                <a:cubicBezTo>
                  <a:pt x="104" y="47"/>
                  <a:pt x="125" y="24"/>
                  <a:pt x="180" y="24"/>
                </a:cubicBezTo>
                <a:close/>
                <a:moveTo>
                  <a:pt x="29" y="65"/>
                </a:moveTo>
                <a:cubicBezTo>
                  <a:pt x="79" y="65"/>
                  <a:pt x="79" y="65"/>
                  <a:pt x="79" y="65"/>
                </a:cubicBezTo>
                <a:cubicBezTo>
                  <a:pt x="80" y="113"/>
                  <a:pt x="89" y="146"/>
                  <a:pt x="101" y="170"/>
                </a:cubicBezTo>
                <a:cubicBezTo>
                  <a:pt x="66" y="146"/>
                  <a:pt x="33" y="119"/>
                  <a:pt x="29" y="6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/>
          </a:p>
        </p:txBody>
      </p:sp>
      <p:sp>
        <p:nvSpPr>
          <p:cNvPr id="69" name="Rectangle 64"/>
          <p:cNvSpPr/>
          <p:nvPr/>
        </p:nvSpPr>
        <p:spPr>
          <a:xfrm>
            <a:off x="8135500" y="3179322"/>
            <a:ext cx="3282661" cy="2279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专业完美财务分析报告，正文字体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12-24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号，标题字体为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28-48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号，字体间距为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1.2-1.5</a:t>
            </a:r>
          </a:p>
          <a:p>
            <a:pPr marL="171450" indent="-171450" algn="just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专业完美财务分析报告，正文字体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12-24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号，标题字体为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28-48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号，字体间距为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1.2-1.5</a:t>
            </a:r>
            <a:endParaRPr lang="zh-CN" altLang="en-US" sz="1200" dirty="0">
              <a:solidFill>
                <a:srgbClr val="000000">
                  <a:lumMod val="85000"/>
                  <a:lumOff val="15000"/>
                </a:srgb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marL="171450" indent="-171450" algn="just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专业完美财务分析报告，正文字体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12-24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号，标题字体为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28-48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号，字体间距为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1.2-1.5</a:t>
            </a:r>
          </a:p>
          <a:p>
            <a:pPr marL="171450" indent="-171450" algn="just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专业完美财务分析报告，正文字体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12-24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号，标题字体为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28-48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</a:t>
            </a:r>
          </a:p>
        </p:txBody>
      </p:sp>
      <p:sp>
        <p:nvSpPr>
          <p:cNvPr id="70" name="Rectangle 65"/>
          <p:cNvSpPr/>
          <p:nvPr/>
        </p:nvSpPr>
        <p:spPr>
          <a:xfrm>
            <a:off x="10142594" y="2438490"/>
            <a:ext cx="1415772" cy="574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80%</a:t>
            </a:r>
            <a:r>
              <a:rPr lang="zh-CN" altLang="en-US" sz="2800" b="1" dirty="0">
                <a:solidFill>
                  <a:srgbClr val="000000">
                    <a:lumMod val="85000"/>
                    <a:lumOff val="15000"/>
                  </a:srgb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↑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8500">
        <p:random/>
      </p:transition>
    </mc:Choice>
    <mc:Fallback xmlns="">
      <p:transition spd="slow" advTm="85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0.23789 2.59259E-6 " pathEditMode="relative" rAng="0" ptsTypes="AA">
                                      <p:cBhvr>
                                        <p:cTn id="21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88" y="0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000"/>
                            </p:stCondLst>
                            <p:childTnLst>
                              <p:par>
                                <p:cTn id="4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0"/>
                            </p:stCondLst>
                            <p:childTnLst>
                              <p:par>
                                <p:cTn id="5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000"/>
                            </p:stCondLst>
                            <p:childTnLst>
                              <p:par>
                                <p:cTn id="6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70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750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8000"/>
                            </p:stCondLst>
                            <p:childTnLst>
                              <p:par>
                                <p:cTn id="1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15" grpId="0" animBg="1"/>
      <p:bldP spid="16" grpId="0" animBg="1"/>
      <p:bldP spid="67" grpId="0"/>
      <p:bldP spid="68" grpId="0" animBg="1"/>
      <p:bldP spid="69" grpId="0"/>
      <p:bldP spid="7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/>
          <p:cNvGrpSpPr/>
          <p:nvPr/>
        </p:nvGrpSpPr>
        <p:grpSpPr>
          <a:xfrm>
            <a:off x="258632" y="29806"/>
            <a:ext cx="12007466" cy="4999362"/>
            <a:chOff x="203080" y="4680089"/>
            <a:chExt cx="12007466" cy="4999362"/>
          </a:xfrm>
        </p:grpSpPr>
        <p:sp>
          <p:nvSpPr>
            <p:cNvPr id="41" name="矩形 40"/>
            <p:cNvSpPr/>
            <p:nvPr/>
          </p:nvSpPr>
          <p:spPr>
            <a:xfrm>
              <a:off x="11290088" y="5389893"/>
              <a:ext cx="368554" cy="4289558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矩形 41"/>
            <p:cNvSpPr/>
            <p:nvPr/>
          </p:nvSpPr>
          <p:spPr>
            <a:xfrm>
              <a:off x="10468016" y="5191369"/>
              <a:ext cx="368554" cy="319699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/>
          </p:nvSpPr>
          <p:spPr>
            <a:xfrm>
              <a:off x="9534840" y="5290514"/>
              <a:ext cx="368554" cy="319699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/>
          </p:nvSpPr>
          <p:spPr>
            <a:xfrm>
              <a:off x="8601664" y="5191370"/>
              <a:ext cx="368554" cy="4325326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矩形 44"/>
            <p:cNvSpPr/>
            <p:nvPr/>
          </p:nvSpPr>
          <p:spPr>
            <a:xfrm>
              <a:off x="7668488" y="6399914"/>
              <a:ext cx="368554" cy="874337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6837803" y="6176289"/>
              <a:ext cx="368554" cy="1323558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/>
            <p:cNvSpPr/>
            <p:nvPr/>
          </p:nvSpPr>
          <p:spPr>
            <a:xfrm>
              <a:off x="5802136" y="6669378"/>
              <a:ext cx="368554" cy="787606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 47"/>
            <p:cNvSpPr/>
            <p:nvPr/>
          </p:nvSpPr>
          <p:spPr>
            <a:xfrm>
              <a:off x="4882629" y="6580242"/>
              <a:ext cx="368554" cy="87674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矩形 48"/>
            <p:cNvSpPr/>
            <p:nvPr/>
          </p:nvSpPr>
          <p:spPr>
            <a:xfrm>
              <a:off x="4038275" y="5987125"/>
              <a:ext cx="368554" cy="1039994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/>
            <p:cNvSpPr/>
            <p:nvPr/>
          </p:nvSpPr>
          <p:spPr>
            <a:xfrm>
              <a:off x="2931260" y="6146783"/>
              <a:ext cx="368554" cy="880335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矩形 50"/>
            <p:cNvSpPr/>
            <p:nvPr/>
          </p:nvSpPr>
          <p:spPr>
            <a:xfrm>
              <a:off x="2069432" y="5964357"/>
              <a:ext cx="368554" cy="1072008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/>
            <p:cNvSpPr/>
            <p:nvPr/>
          </p:nvSpPr>
          <p:spPr>
            <a:xfrm>
              <a:off x="203080" y="6539908"/>
              <a:ext cx="368554" cy="3056997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3" name="直接连接符 52"/>
            <p:cNvCxnSpPr/>
            <p:nvPr/>
          </p:nvCxnSpPr>
          <p:spPr>
            <a:xfrm flipV="1">
              <a:off x="387333" y="5290514"/>
              <a:ext cx="895485" cy="100789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>
              <a:off x="1285875" y="5290514"/>
              <a:ext cx="1805555" cy="613745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flipV="1">
              <a:off x="5070711" y="5999788"/>
              <a:ext cx="1951369" cy="374818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flipV="1">
              <a:off x="9719117" y="4956063"/>
              <a:ext cx="933571" cy="11088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>
              <a:off x="10652688" y="4956064"/>
              <a:ext cx="788435" cy="29247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矩形 57"/>
            <p:cNvSpPr/>
            <p:nvPr/>
          </p:nvSpPr>
          <p:spPr>
            <a:xfrm>
              <a:off x="1122587" y="5531815"/>
              <a:ext cx="368554" cy="3091982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9" name="直接连接符 58"/>
            <p:cNvCxnSpPr/>
            <p:nvPr/>
          </p:nvCxnSpPr>
          <p:spPr>
            <a:xfrm flipV="1">
              <a:off x="7022080" y="4874547"/>
              <a:ext cx="1763466" cy="112524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>
              <a:off x="8785546" y="4878883"/>
              <a:ext cx="939864" cy="188068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 flipV="1">
              <a:off x="3091430" y="5771239"/>
              <a:ext cx="1149803" cy="13063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>
              <a:off x="4240071" y="5772334"/>
              <a:ext cx="830640" cy="60227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102"/>
            <p:cNvSpPr txBox="1"/>
            <p:nvPr/>
          </p:nvSpPr>
          <p:spPr>
            <a:xfrm>
              <a:off x="756488" y="4971536"/>
              <a:ext cx="110380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200"/>
              <a:r>
                <a:rPr lang="en-US" altLang="zh-CN" sz="1200" dirty="0">
                  <a:solidFill>
                    <a:schemeClr val="bg1">
                      <a:lumMod val="85000"/>
                    </a:schemeClr>
                  </a:solidFill>
                  <a:latin typeface="+mj-ea"/>
                  <a:ea typeface="+mj-ea"/>
                </a:rPr>
                <a:t>2350,520</a:t>
              </a:r>
            </a:p>
          </p:txBody>
        </p:sp>
        <p:sp>
          <p:nvSpPr>
            <p:cNvPr id="64" name="TextBox 102"/>
            <p:cNvSpPr txBox="1"/>
            <p:nvPr/>
          </p:nvSpPr>
          <p:spPr>
            <a:xfrm>
              <a:off x="2532999" y="5559559"/>
              <a:ext cx="110380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200"/>
              <a:r>
                <a:rPr lang="en-US" altLang="zh-CN" sz="1200" dirty="0">
                  <a:solidFill>
                    <a:schemeClr val="bg1">
                      <a:lumMod val="85000"/>
                    </a:schemeClr>
                  </a:solidFill>
                  <a:latin typeface="+mj-ea"/>
                  <a:ea typeface="+mj-ea"/>
                </a:rPr>
                <a:t>3144,660</a:t>
              </a:r>
            </a:p>
          </p:txBody>
        </p:sp>
        <p:sp>
          <p:nvSpPr>
            <p:cNvPr id="65" name="TextBox 102"/>
            <p:cNvSpPr txBox="1"/>
            <p:nvPr/>
          </p:nvSpPr>
          <p:spPr>
            <a:xfrm>
              <a:off x="7774074" y="4723303"/>
              <a:ext cx="110380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200"/>
              <a:r>
                <a:rPr lang="en-US" altLang="zh-CN" sz="1200" dirty="0">
                  <a:solidFill>
                    <a:schemeClr val="bg1">
                      <a:lumMod val="85000"/>
                    </a:schemeClr>
                  </a:solidFill>
                  <a:latin typeface="+mj-ea"/>
                  <a:ea typeface="+mj-ea"/>
                </a:rPr>
                <a:t>1054,380</a:t>
              </a:r>
            </a:p>
          </p:txBody>
        </p:sp>
        <p:sp>
          <p:nvSpPr>
            <p:cNvPr id="66" name="TextBox 102"/>
            <p:cNvSpPr txBox="1"/>
            <p:nvPr/>
          </p:nvSpPr>
          <p:spPr>
            <a:xfrm>
              <a:off x="9719117" y="4680089"/>
              <a:ext cx="110380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200"/>
              <a:r>
                <a:rPr lang="en-US" altLang="zh-CN" sz="1200" dirty="0">
                  <a:solidFill>
                    <a:schemeClr val="bg1">
                      <a:lumMod val="85000"/>
                    </a:schemeClr>
                  </a:solidFill>
                  <a:latin typeface="+mj-ea"/>
                  <a:ea typeface="+mj-ea"/>
                </a:rPr>
                <a:t>2356,520</a:t>
              </a:r>
            </a:p>
          </p:txBody>
        </p:sp>
        <p:sp>
          <p:nvSpPr>
            <p:cNvPr id="67" name="TextBox 102"/>
            <p:cNvSpPr txBox="1"/>
            <p:nvPr/>
          </p:nvSpPr>
          <p:spPr>
            <a:xfrm>
              <a:off x="11106738" y="4899287"/>
              <a:ext cx="110380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200"/>
              <a:r>
                <a:rPr lang="en-US" altLang="zh-CN" sz="1200" dirty="0">
                  <a:solidFill>
                    <a:schemeClr val="bg1">
                      <a:lumMod val="85000"/>
                    </a:schemeClr>
                  </a:solidFill>
                  <a:latin typeface="+mj-ea"/>
                  <a:ea typeface="+mj-ea"/>
                </a:rPr>
                <a:t>5962,364</a:t>
              </a:r>
            </a:p>
          </p:txBody>
        </p:sp>
        <p:sp>
          <p:nvSpPr>
            <p:cNvPr id="68" name="TextBox 102"/>
            <p:cNvSpPr txBox="1"/>
            <p:nvPr/>
          </p:nvSpPr>
          <p:spPr>
            <a:xfrm>
              <a:off x="4621732" y="5999787"/>
              <a:ext cx="110380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200"/>
              <a:r>
                <a:rPr lang="en-US" altLang="zh-CN" sz="1200" dirty="0">
                  <a:solidFill>
                    <a:schemeClr val="bg1">
                      <a:lumMod val="85000"/>
                    </a:schemeClr>
                  </a:solidFill>
                  <a:latin typeface="+mj-ea"/>
                  <a:ea typeface="+mj-ea"/>
                </a:rPr>
                <a:t>894,350</a:t>
              </a:r>
            </a:p>
          </p:txBody>
        </p:sp>
      </p:grpSp>
      <p:sp>
        <p:nvSpPr>
          <p:cNvPr id="2" name="PA-矩形 292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804988" y="2999284"/>
            <a:ext cx="5262979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4400" b="1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工作不足及改进措施</a:t>
            </a:r>
          </a:p>
        </p:txBody>
      </p:sp>
      <p:sp>
        <p:nvSpPr>
          <p:cNvPr id="5" name="矩形 2925"/>
          <p:cNvSpPr>
            <a:spLocks noChangeArrowheads="1"/>
          </p:cNvSpPr>
          <p:nvPr/>
        </p:nvSpPr>
        <p:spPr bwMode="auto">
          <a:xfrm>
            <a:off x="2216706" y="3761253"/>
            <a:ext cx="19800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上半年工作不足</a:t>
            </a:r>
          </a:p>
        </p:txBody>
      </p:sp>
      <p:sp>
        <p:nvSpPr>
          <p:cNvPr id="8" name="矩形 2929"/>
          <p:cNvSpPr>
            <a:spLocks noChangeArrowheads="1"/>
          </p:cNvSpPr>
          <p:nvPr/>
        </p:nvSpPr>
        <p:spPr bwMode="auto">
          <a:xfrm>
            <a:off x="2216706" y="4164478"/>
            <a:ext cx="19800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下半年改进措施</a:t>
            </a:r>
          </a:p>
        </p:txBody>
      </p:sp>
      <p:sp>
        <p:nvSpPr>
          <p:cNvPr id="81" name="椭圆 80"/>
          <p:cNvSpPr/>
          <p:nvPr/>
        </p:nvSpPr>
        <p:spPr>
          <a:xfrm>
            <a:off x="1947537" y="3800999"/>
            <a:ext cx="270114" cy="270114"/>
          </a:xfrm>
          <a:prstGeom prst="ellipse">
            <a:avLst/>
          </a:prstGeom>
          <a:solidFill>
            <a:srgbClr val="C0000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82" name="椭圆 81"/>
          <p:cNvSpPr/>
          <p:nvPr/>
        </p:nvSpPr>
        <p:spPr>
          <a:xfrm>
            <a:off x="1947537" y="4223949"/>
            <a:ext cx="270114" cy="270114"/>
          </a:xfrm>
          <a:prstGeom prst="ellipse">
            <a:avLst/>
          </a:prstGeom>
          <a:solidFill>
            <a:srgbClr val="C0000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843088" y="2398534"/>
            <a:ext cx="1782115" cy="523220"/>
            <a:chOff x="1843088" y="2398534"/>
            <a:chExt cx="1782115" cy="523220"/>
          </a:xfrm>
        </p:grpSpPr>
        <p:sp>
          <p:nvSpPr>
            <p:cNvPr id="78" name="圆角矩形 101"/>
            <p:cNvSpPr/>
            <p:nvPr/>
          </p:nvSpPr>
          <p:spPr>
            <a:xfrm>
              <a:off x="1843088" y="2416581"/>
              <a:ext cx="1782115" cy="429867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b="1" dirty="0">
                <a:solidFill>
                  <a:prstClr val="white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9" name="矩形 2942"/>
            <p:cNvSpPr>
              <a:spLocks noChangeArrowheads="1"/>
            </p:cNvSpPr>
            <p:nvPr/>
          </p:nvSpPr>
          <p:spPr bwMode="auto">
            <a:xfrm>
              <a:off x="1897951" y="2398534"/>
              <a:ext cx="160204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PART 02</a:t>
              </a:r>
              <a:endParaRPr lang="zh-CN" altLang="en-US" sz="28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</p:grpSp>
      <p:pic>
        <p:nvPicPr>
          <p:cNvPr id="69" name="图片 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1006" y="352187"/>
            <a:ext cx="3764236" cy="5263882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5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0" presetClass="entr" presetSubtype="0" de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8" dur="4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#ppt_w/4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4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0" y="0"/>
                                      <p:to x="120000" y="120000"/>
                                    </p:animScale>
                                    <p:anim to="" calcmode="lin" valueType="num">
                                      <p:cBhvr>
                                        <p:cTn id="20" dur="3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3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120000" y="120000"/>
                                      <p:to x="100000" y="100000"/>
                                    </p:animScale>
                                    <p:animEffect filter="circle(in)">
                                      <p:cBhvr>
                                        <p:cTn id="22" dur="6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349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849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8" grpId="0"/>
      <p:bldP spid="81" grpId="0" animBg="1"/>
      <p:bldP spid="8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PA-组合 26"/>
          <p:cNvGrpSpPr/>
          <p:nvPr>
            <p:custDataLst>
              <p:tags r:id="rId1"/>
            </p:custDataLst>
          </p:nvPr>
        </p:nvGrpSpPr>
        <p:grpSpPr>
          <a:xfrm>
            <a:off x="-206632" y="1600427"/>
            <a:ext cx="2846975" cy="3164594"/>
            <a:chOff x="-206632" y="1687513"/>
            <a:chExt cx="2846975" cy="3164594"/>
          </a:xfrm>
        </p:grpSpPr>
        <p:sp>
          <p:nvSpPr>
            <p:cNvPr id="26" name="PA-任意多边形 25"/>
            <p:cNvSpPr/>
            <p:nvPr>
              <p:custDataLst>
                <p:tags r:id="rId17"/>
              </p:custDataLst>
            </p:nvPr>
          </p:nvSpPr>
          <p:spPr>
            <a:xfrm>
              <a:off x="-206632" y="1687513"/>
              <a:ext cx="2846975" cy="3164594"/>
            </a:xfrm>
            <a:custGeom>
              <a:avLst/>
              <a:gdLst/>
              <a:ahLst/>
              <a:cxnLst/>
              <a:rect l="0" t="0" r="0" b="0"/>
              <a:pathLst>
                <a:path w="2846975" h="3164594">
                  <a:moveTo>
                    <a:pt x="0" y="0"/>
                  </a:moveTo>
                  <a:lnTo>
                    <a:pt x="2846974" y="0"/>
                  </a:lnTo>
                  <a:lnTo>
                    <a:pt x="2846974" y="3164593"/>
                  </a:lnTo>
                  <a:lnTo>
                    <a:pt x="0" y="3164593"/>
                  </a:lnTo>
                  <a:close/>
                </a:path>
              </a:pathLst>
            </a:custGeom>
            <a:noFill/>
            <a:ln w="1270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8" name="PA-그룹 53"/>
            <p:cNvGrpSpPr/>
            <p:nvPr>
              <p:custDataLst>
                <p:tags r:id="rId18"/>
              </p:custDataLst>
            </p:nvPr>
          </p:nvGrpSpPr>
          <p:grpSpPr bwMode="auto">
            <a:xfrm>
              <a:off x="1190369" y="1687513"/>
              <a:ext cx="1449974" cy="1551693"/>
              <a:chOff x="1009650" y="3961130"/>
              <a:chExt cx="1236980" cy="1323340"/>
            </a:xfrm>
            <a:solidFill>
              <a:srgbClr val="C00000"/>
            </a:solidFill>
          </p:grpSpPr>
          <p:sp>
            <p:nvSpPr>
              <p:cNvPr id="19" name="PA-막힌 원호 38"/>
              <p:cNvSpPr/>
              <p:nvPr>
                <p:custDataLst>
                  <p:tags r:id="rId19"/>
                </p:custDataLst>
              </p:nvPr>
            </p:nvSpPr>
            <p:spPr>
              <a:xfrm rot="3392541">
                <a:off x="966470" y="4004310"/>
                <a:ext cx="1323340" cy="1236980"/>
              </a:xfrm>
              <a:prstGeom prst="blockArc">
                <a:avLst>
                  <a:gd name="adj1" fmla="val 13465104"/>
                  <a:gd name="adj2" fmla="val 18986026"/>
                  <a:gd name="adj3" fmla="val 5324"/>
                </a:avLst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>
                <a:defPPr>
                  <a:defRPr lang="ko-KR">
                    <a:solidFill>
                      <a:schemeClr val="lt1"/>
                    </a:solidFill>
                  </a:defRPr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ko-KR" altLang="en-US">
                  <a:solidFill>
                    <a:sysClr val="window" lastClr="FFFFFF"/>
                  </a:solidFill>
                  <a:latin typeface="Malgun Gothic" panose="020B0503020000020004" charset="-127"/>
                </a:endParaRPr>
              </a:p>
            </p:txBody>
          </p:sp>
          <p:sp>
            <p:nvSpPr>
              <p:cNvPr id="20" name="PA-직각 삼각형 46"/>
              <p:cNvSpPr/>
              <p:nvPr>
                <p:custDataLst>
                  <p:tags r:id="rId20"/>
                </p:custDataLst>
              </p:nvPr>
            </p:nvSpPr>
            <p:spPr>
              <a:xfrm rot="11492934">
                <a:off x="2011620" y="4205488"/>
                <a:ext cx="208015" cy="209449"/>
              </a:xfrm>
              <a:prstGeom prst="rtTriangl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>
                <a:defPPr>
                  <a:defRPr lang="ko-KR">
                    <a:solidFill>
                      <a:schemeClr val="lt1"/>
                    </a:solidFill>
                  </a:defRPr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ko-KR" altLang="en-US">
                  <a:solidFill>
                    <a:sysClr val="window" lastClr="FFFFFF"/>
                  </a:solidFill>
                  <a:latin typeface="Malgun Gothic" panose="020B0503020000020004" charset="-127"/>
                </a:endParaRPr>
              </a:p>
            </p:txBody>
          </p:sp>
        </p:grpSp>
      </p:grpSp>
      <p:cxnSp>
        <p:nvCxnSpPr>
          <p:cNvPr id="2" name="直接连接符 1"/>
          <p:cNvCxnSpPr/>
          <p:nvPr/>
        </p:nvCxnSpPr>
        <p:spPr>
          <a:xfrm>
            <a:off x="0" y="475460"/>
            <a:ext cx="412612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圆角矩形 101"/>
          <p:cNvSpPr/>
          <p:nvPr/>
        </p:nvSpPr>
        <p:spPr>
          <a:xfrm>
            <a:off x="4360957" y="258038"/>
            <a:ext cx="3456384" cy="523213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endParaRPr lang="zh-CN" altLang="en-US" b="1" dirty="0">
              <a:solidFill>
                <a:prstClr val="white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06409" y="288927"/>
            <a:ext cx="3456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spc="3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工作中的不足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4394504" y="288927"/>
            <a:ext cx="468000" cy="468000"/>
            <a:chOff x="304800" y="673100"/>
            <a:chExt cx="4000500" cy="4000500"/>
          </a:xfrm>
          <a:effectLst/>
        </p:grpSpPr>
        <p:sp>
          <p:nvSpPr>
            <p:cNvPr id="6" name="同心圆 86"/>
            <p:cNvSpPr/>
            <p:nvPr/>
          </p:nvSpPr>
          <p:spPr>
            <a:xfrm>
              <a:off x="304800" y="673100"/>
              <a:ext cx="4000500" cy="400050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prstClr val="black"/>
                </a:solidFill>
                <a:latin typeface="Calibri" panose="020F0502020204030204"/>
                <a:ea typeface="思源黑体 CN Bold" panose="020B0800000000000000" pitchFamily="34" charset="-122"/>
              </a:endParaRPr>
            </a:p>
          </p:txBody>
        </p:sp>
        <p:sp>
          <p:nvSpPr>
            <p:cNvPr id="7" name="椭圆 3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prstClr val="white"/>
                </a:solidFill>
                <a:latin typeface="Calibri" panose="020F0502020204030204"/>
                <a:ea typeface="思源黑体 CN Bold" panose="020B0800000000000000" pitchFamily="34" charset="-122"/>
              </a:endParaRPr>
            </a:p>
          </p:txBody>
        </p:sp>
      </p:grpSp>
      <p:cxnSp>
        <p:nvCxnSpPr>
          <p:cNvPr id="11" name="直接连接符 10"/>
          <p:cNvCxnSpPr/>
          <p:nvPr/>
        </p:nvCxnSpPr>
        <p:spPr>
          <a:xfrm>
            <a:off x="8065877" y="475460"/>
            <a:ext cx="412612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타원 33"/>
          <p:cNvSpPr/>
          <p:nvPr/>
        </p:nvSpPr>
        <p:spPr bwMode="auto">
          <a:xfrm>
            <a:off x="836591" y="1684025"/>
            <a:ext cx="1690336" cy="1689626"/>
          </a:xfrm>
          <a:prstGeom prst="ellipse">
            <a:avLst/>
          </a:prstGeom>
          <a:solidFill>
            <a:srgbClr val="C0000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>
                <a:solidFill>
                  <a:schemeClr val="lt1"/>
                </a:solidFill>
              </a:defRPr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9200"/>
            <a:endParaRPr lang="ko-KR" altLang="en-US" sz="2400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963742" y="1810822"/>
            <a:ext cx="1436033" cy="1436029"/>
            <a:chOff x="304800" y="673100"/>
            <a:chExt cx="4000500" cy="400050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22" name="同心圆 120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8524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530" ker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8524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530" kern="0">
                <a:solidFill>
                  <a:sysClr val="window" lastClr="FFFFFF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24" name="矩形 23"/>
          <p:cNvSpPr/>
          <p:nvPr/>
        </p:nvSpPr>
        <p:spPr>
          <a:xfrm>
            <a:off x="1217899" y="2138591"/>
            <a:ext cx="95147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C0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管理</a:t>
            </a:r>
            <a:endParaRPr lang="en-US" altLang="zh-CN" sz="2400" dirty="0">
              <a:solidFill>
                <a:srgbClr val="C0000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 lvl="0"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C0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不足</a:t>
            </a:r>
          </a:p>
        </p:txBody>
      </p:sp>
      <p:sp>
        <p:nvSpPr>
          <p:cNvPr id="25" name="矩形 24"/>
          <p:cNvSpPr/>
          <p:nvPr/>
        </p:nvSpPr>
        <p:spPr>
          <a:xfrm>
            <a:off x="2878344" y="1977204"/>
            <a:ext cx="2495558" cy="11855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lvl="0" indent="-171450" algn="just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专业完美财务分析报告，正文字体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12-24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号，标题字体为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28-48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号，字体间距为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1.2-1.5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，字体用思源黑体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CN Normal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marL="171450" lvl="0" indent="-171450" algn="just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主要要概括要简洁，用数据说话</a:t>
            </a:r>
          </a:p>
        </p:txBody>
      </p:sp>
      <p:grpSp>
        <p:nvGrpSpPr>
          <p:cNvPr id="28" name="PA-组合 26"/>
          <p:cNvGrpSpPr/>
          <p:nvPr>
            <p:custDataLst>
              <p:tags r:id="rId2"/>
            </p:custDataLst>
          </p:nvPr>
        </p:nvGrpSpPr>
        <p:grpSpPr>
          <a:xfrm>
            <a:off x="5689128" y="1600427"/>
            <a:ext cx="2846975" cy="3164594"/>
            <a:chOff x="-206632" y="1687513"/>
            <a:chExt cx="2846975" cy="3164594"/>
          </a:xfrm>
        </p:grpSpPr>
        <p:sp>
          <p:nvSpPr>
            <p:cNvPr id="29" name="PA-任意多边形 25"/>
            <p:cNvSpPr/>
            <p:nvPr>
              <p:custDataLst>
                <p:tags r:id="rId13"/>
              </p:custDataLst>
            </p:nvPr>
          </p:nvSpPr>
          <p:spPr>
            <a:xfrm>
              <a:off x="-206632" y="1687513"/>
              <a:ext cx="2846975" cy="3164594"/>
            </a:xfrm>
            <a:custGeom>
              <a:avLst/>
              <a:gdLst/>
              <a:ahLst/>
              <a:cxnLst/>
              <a:rect l="0" t="0" r="0" b="0"/>
              <a:pathLst>
                <a:path w="2846975" h="3164594">
                  <a:moveTo>
                    <a:pt x="0" y="0"/>
                  </a:moveTo>
                  <a:lnTo>
                    <a:pt x="2846974" y="0"/>
                  </a:lnTo>
                  <a:lnTo>
                    <a:pt x="2846974" y="3164593"/>
                  </a:lnTo>
                  <a:lnTo>
                    <a:pt x="0" y="3164593"/>
                  </a:lnTo>
                  <a:close/>
                </a:path>
              </a:pathLst>
            </a:custGeom>
            <a:noFill/>
            <a:ln w="1270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0" name="PA-그룹 53"/>
            <p:cNvGrpSpPr/>
            <p:nvPr>
              <p:custDataLst>
                <p:tags r:id="rId14"/>
              </p:custDataLst>
            </p:nvPr>
          </p:nvGrpSpPr>
          <p:grpSpPr bwMode="auto">
            <a:xfrm>
              <a:off x="1190369" y="1687513"/>
              <a:ext cx="1449974" cy="1551693"/>
              <a:chOff x="1009650" y="3961130"/>
              <a:chExt cx="1236980" cy="1323340"/>
            </a:xfrm>
            <a:solidFill>
              <a:srgbClr val="C00000"/>
            </a:solidFill>
          </p:grpSpPr>
          <p:sp>
            <p:nvSpPr>
              <p:cNvPr id="31" name="PA-막힌 원호 38"/>
              <p:cNvSpPr/>
              <p:nvPr>
                <p:custDataLst>
                  <p:tags r:id="rId15"/>
                </p:custDataLst>
              </p:nvPr>
            </p:nvSpPr>
            <p:spPr>
              <a:xfrm rot="3392541">
                <a:off x="966470" y="4004310"/>
                <a:ext cx="1323340" cy="1236980"/>
              </a:xfrm>
              <a:prstGeom prst="blockArc">
                <a:avLst>
                  <a:gd name="adj1" fmla="val 13465104"/>
                  <a:gd name="adj2" fmla="val 18986026"/>
                  <a:gd name="adj3" fmla="val 5324"/>
                </a:avLst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>
                <a:defPPr>
                  <a:defRPr lang="ko-KR">
                    <a:solidFill>
                      <a:schemeClr val="lt1"/>
                    </a:solidFill>
                  </a:defRPr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ko-KR" altLang="en-US">
                  <a:solidFill>
                    <a:sysClr val="window" lastClr="FFFFFF"/>
                  </a:solidFill>
                  <a:latin typeface="Malgun Gothic" panose="020B0503020000020004" charset="-127"/>
                </a:endParaRPr>
              </a:p>
            </p:txBody>
          </p:sp>
          <p:sp>
            <p:nvSpPr>
              <p:cNvPr id="32" name="PA-직각 삼각형 46"/>
              <p:cNvSpPr/>
              <p:nvPr>
                <p:custDataLst>
                  <p:tags r:id="rId16"/>
                </p:custDataLst>
              </p:nvPr>
            </p:nvSpPr>
            <p:spPr>
              <a:xfrm rot="11492934">
                <a:off x="2011620" y="4205488"/>
                <a:ext cx="208015" cy="209449"/>
              </a:xfrm>
              <a:prstGeom prst="rtTriangl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>
                <a:defPPr>
                  <a:defRPr lang="ko-KR">
                    <a:solidFill>
                      <a:schemeClr val="lt1"/>
                    </a:solidFill>
                  </a:defRPr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ko-KR" altLang="en-US">
                  <a:solidFill>
                    <a:sysClr val="window" lastClr="FFFFFF"/>
                  </a:solidFill>
                  <a:latin typeface="Malgun Gothic" panose="020B0503020000020004" charset="-127"/>
                </a:endParaRPr>
              </a:p>
            </p:txBody>
          </p:sp>
        </p:grpSp>
      </p:grpSp>
      <p:sp>
        <p:nvSpPr>
          <p:cNvPr id="33" name="타원 33"/>
          <p:cNvSpPr/>
          <p:nvPr/>
        </p:nvSpPr>
        <p:spPr bwMode="auto">
          <a:xfrm>
            <a:off x="6732351" y="1684025"/>
            <a:ext cx="1690336" cy="1689626"/>
          </a:xfrm>
          <a:prstGeom prst="ellipse">
            <a:avLst/>
          </a:prstGeom>
          <a:solidFill>
            <a:srgbClr val="C0000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>
                <a:solidFill>
                  <a:schemeClr val="lt1"/>
                </a:solidFill>
              </a:defRPr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9200"/>
            <a:endParaRPr lang="ko-KR" altLang="en-US" sz="2400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6859502" y="1810822"/>
            <a:ext cx="1436033" cy="1436029"/>
            <a:chOff x="304800" y="673100"/>
            <a:chExt cx="4000500" cy="400050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5" name="同心圆 120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8524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530" ker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8524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530" kern="0">
                <a:solidFill>
                  <a:sysClr val="window" lastClr="FFFFFF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37" name="矩形 36"/>
          <p:cNvSpPr/>
          <p:nvPr/>
        </p:nvSpPr>
        <p:spPr>
          <a:xfrm>
            <a:off x="6837785" y="2138591"/>
            <a:ext cx="145378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C0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团队建设</a:t>
            </a:r>
          </a:p>
          <a:p>
            <a:pPr lvl="0"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C0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不足</a:t>
            </a:r>
          </a:p>
        </p:txBody>
      </p:sp>
      <p:sp>
        <p:nvSpPr>
          <p:cNvPr id="38" name="矩形 37"/>
          <p:cNvSpPr/>
          <p:nvPr/>
        </p:nvSpPr>
        <p:spPr>
          <a:xfrm>
            <a:off x="8774104" y="1977204"/>
            <a:ext cx="2495558" cy="11855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lvl="0" indent="-171450" algn="just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专业完美财务分析报告，正文字体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12-24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号，标题字体为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28-48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号，字体间距为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1.2-1.5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，字体用思源黑体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CN Normal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marL="171450" lvl="0" indent="-171450" algn="just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主要要概括要简洁，用数据说话</a:t>
            </a:r>
          </a:p>
        </p:txBody>
      </p:sp>
      <p:grpSp>
        <p:nvGrpSpPr>
          <p:cNvPr id="39" name="PA-组合 26"/>
          <p:cNvGrpSpPr/>
          <p:nvPr>
            <p:custDataLst>
              <p:tags r:id="rId3"/>
            </p:custDataLst>
          </p:nvPr>
        </p:nvGrpSpPr>
        <p:grpSpPr>
          <a:xfrm>
            <a:off x="-216158" y="3917224"/>
            <a:ext cx="2846975" cy="3164594"/>
            <a:chOff x="-206632" y="1687513"/>
            <a:chExt cx="2846975" cy="3164594"/>
          </a:xfrm>
        </p:grpSpPr>
        <p:sp>
          <p:nvSpPr>
            <p:cNvPr id="40" name="PA-任意多边形 25"/>
            <p:cNvSpPr/>
            <p:nvPr>
              <p:custDataLst>
                <p:tags r:id="rId9"/>
              </p:custDataLst>
            </p:nvPr>
          </p:nvSpPr>
          <p:spPr>
            <a:xfrm>
              <a:off x="-206632" y="1687513"/>
              <a:ext cx="2846975" cy="3164594"/>
            </a:xfrm>
            <a:custGeom>
              <a:avLst/>
              <a:gdLst/>
              <a:ahLst/>
              <a:cxnLst/>
              <a:rect l="0" t="0" r="0" b="0"/>
              <a:pathLst>
                <a:path w="2846975" h="3164594">
                  <a:moveTo>
                    <a:pt x="0" y="0"/>
                  </a:moveTo>
                  <a:lnTo>
                    <a:pt x="2846974" y="0"/>
                  </a:lnTo>
                  <a:lnTo>
                    <a:pt x="2846974" y="3164593"/>
                  </a:lnTo>
                  <a:lnTo>
                    <a:pt x="0" y="3164593"/>
                  </a:lnTo>
                  <a:close/>
                </a:path>
              </a:pathLst>
            </a:custGeom>
            <a:noFill/>
            <a:ln w="1270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1" name="PA-그룹 53"/>
            <p:cNvGrpSpPr/>
            <p:nvPr>
              <p:custDataLst>
                <p:tags r:id="rId10"/>
              </p:custDataLst>
            </p:nvPr>
          </p:nvGrpSpPr>
          <p:grpSpPr bwMode="auto">
            <a:xfrm>
              <a:off x="1190369" y="1687513"/>
              <a:ext cx="1449974" cy="1551693"/>
              <a:chOff x="1009650" y="3961130"/>
              <a:chExt cx="1236980" cy="1323340"/>
            </a:xfrm>
            <a:solidFill>
              <a:srgbClr val="C00000"/>
            </a:solidFill>
          </p:grpSpPr>
          <p:sp>
            <p:nvSpPr>
              <p:cNvPr id="42" name="PA-막힌 원호 38"/>
              <p:cNvSpPr/>
              <p:nvPr>
                <p:custDataLst>
                  <p:tags r:id="rId11"/>
                </p:custDataLst>
              </p:nvPr>
            </p:nvSpPr>
            <p:spPr>
              <a:xfrm rot="3392541">
                <a:off x="966470" y="4004310"/>
                <a:ext cx="1323340" cy="1236980"/>
              </a:xfrm>
              <a:prstGeom prst="blockArc">
                <a:avLst>
                  <a:gd name="adj1" fmla="val 13465104"/>
                  <a:gd name="adj2" fmla="val 18986026"/>
                  <a:gd name="adj3" fmla="val 5324"/>
                </a:avLst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>
                <a:defPPr>
                  <a:defRPr lang="ko-KR">
                    <a:solidFill>
                      <a:schemeClr val="lt1"/>
                    </a:solidFill>
                  </a:defRPr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ko-KR" altLang="en-US">
                  <a:solidFill>
                    <a:sysClr val="window" lastClr="FFFFFF"/>
                  </a:solidFill>
                  <a:latin typeface="Malgun Gothic" panose="020B0503020000020004" charset="-127"/>
                </a:endParaRPr>
              </a:p>
            </p:txBody>
          </p:sp>
          <p:sp>
            <p:nvSpPr>
              <p:cNvPr id="43" name="PA-직각 삼각형 46"/>
              <p:cNvSpPr/>
              <p:nvPr>
                <p:custDataLst>
                  <p:tags r:id="rId12"/>
                </p:custDataLst>
              </p:nvPr>
            </p:nvSpPr>
            <p:spPr>
              <a:xfrm rot="11492934">
                <a:off x="2011620" y="4205488"/>
                <a:ext cx="208015" cy="209449"/>
              </a:xfrm>
              <a:prstGeom prst="rtTriangl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>
                <a:defPPr>
                  <a:defRPr lang="ko-KR">
                    <a:solidFill>
                      <a:schemeClr val="lt1"/>
                    </a:solidFill>
                  </a:defRPr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ko-KR" altLang="en-US">
                  <a:solidFill>
                    <a:sysClr val="window" lastClr="FFFFFF"/>
                  </a:solidFill>
                  <a:latin typeface="Malgun Gothic" panose="020B0503020000020004" charset="-127"/>
                </a:endParaRPr>
              </a:p>
            </p:txBody>
          </p:sp>
        </p:grpSp>
      </p:grpSp>
      <p:sp>
        <p:nvSpPr>
          <p:cNvPr id="44" name="타원 33"/>
          <p:cNvSpPr/>
          <p:nvPr/>
        </p:nvSpPr>
        <p:spPr bwMode="auto">
          <a:xfrm>
            <a:off x="834927" y="4022051"/>
            <a:ext cx="1692000" cy="1688400"/>
          </a:xfrm>
          <a:prstGeom prst="ellipse">
            <a:avLst/>
          </a:prstGeom>
          <a:solidFill>
            <a:srgbClr val="C0000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>
                <a:solidFill>
                  <a:schemeClr val="lt1"/>
                </a:solidFill>
              </a:defRPr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9200"/>
            <a:endParaRPr lang="ko-KR" altLang="en-US" sz="2400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963742" y="4147622"/>
            <a:ext cx="1436034" cy="1436030"/>
            <a:chOff x="304800" y="673100"/>
            <a:chExt cx="4000500" cy="400050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6" name="同心圆 120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8524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530" ker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8524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530" kern="0">
                <a:solidFill>
                  <a:sysClr val="window" lastClr="FFFFFF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48" name="矩形 47"/>
          <p:cNvSpPr/>
          <p:nvPr/>
        </p:nvSpPr>
        <p:spPr>
          <a:xfrm>
            <a:off x="1217899" y="4475391"/>
            <a:ext cx="95147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C0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运营</a:t>
            </a:r>
          </a:p>
          <a:p>
            <a:pPr lvl="0"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C0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不足</a:t>
            </a:r>
          </a:p>
        </p:txBody>
      </p:sp>
      <p:sp>
        <p:nvSpPr>
          <p:cNvPr id="49" name="矩形 48"/>
          <p:cNvSpPr/>
          <p:nvPr/>
        </p:nvSpPr>
        <p:spPr>
          <a:xfrm>
            <a:off x="2878344" y="4314004"/>
            <a:ext cx="2495558" cy="11855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lvl="0" indent="-171450" algn="just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专业完美财务分析报告，正文字体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12-24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号，标题字体为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28-48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号，字体间距为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1.2-1.5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，字体用思源黑体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CN Normal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marL="171450" lvl="0" indent="-171450" algn="just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主要要概括要简洁，用数据说话</a:t>
            </a:r>
          </a:p>
        </p:txBody>
      </p:sp>
      <p:grpSp>
        <p:nvGrpSpPr>
          <p:cNvPr id="50" name="PA-组合 26"/>
          <p:cNvGrpSpPr/>
          <p:nvPr>
            <p:custDataLst>
              <p:tags r:id="rId4"/>
            </p:custDataLst>
          </p:nvPr>
        </p:nvGrpSpPr>
        <p:grpSpPr>
          <a:xfrm>
            <a:off x="5689128" y="3937227"/>
            <a:ext cx="2846975" cy="3164594"/>
            <a:chOff x="-206632" y="1687513"/>
            <a:chExt cx="2846975" cy="3164594"/>
          </a:xfrm>
        </p:grpSpPr>
        <p:sp>
          <p:nvSpPr>
            <p:cNvPr id="51" name="PA-任意多边形 25"/>
            <p:cNvSpPr/>
            <p:nvPr>
              <p:custDataLst>
                <p:tags r:id="rId5"/>
              </p:custDataLst>
            </p:nvPr>
          </p:nvSpPr>
          <p:spPr>
            <a:xfrm>
              <a:off x="-206632" y="1687513"/>
              <a:ext cx="2846975" cy="3164594"/>
            </a:xfrm>
            <a:custGeom>
              <a:avLst/>
              <a:gdLst/>
              <a:ahLst/>
              <a:cxnLst/>
              <a:rect l="0" t="0" r="0" b="0"/>
              <a:pathLst>
                <a:path w="2846975" h="3164594">
                  <a:moveTo>
                    <a:pt x="0" y="0"/>
                  </a:moveTo>
                  <a:lnTo>
                    <a:pt x="2846974" y="0"/>
                  </a:lnTo>
                  <a:lnTo>
                    <a:pt x="2846974" y="3164593"/>
                  </a:lnTo>
                  <a:lnTo>
                    <a:pt x="0" y="3164593"/>
                  </a:lnTo>
                  <a:close/>
                </a:path>
              </a:pathLst>
            </a:custGeom>
            <a:noFill/>
            <a:ln w="1270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2" name="PA-그룹 53"/>
            <p:cNvGrpSpPr/>
            <p:nvPr>
              <p:custDataLst>
                <p:tags r:id="rId6"/>
              </p:custDataLst>
            </p:nvPr>
          </p:nvGrpSpPr>
          <p:grpSpPr bwMode="auto">
            <a:xfrm>
              <a:off x="1190369" y="1687513"/>
              <a:ext cx="1449974" cy="1551693"/>
              <a:chOff x="1009650" y="3961130"/>
              <a:chExt cx="1236980" cy="1323340"/>
            </a:xfrm>
            <a:solidFill>
              <a:srgbClr val="C00000"/>
            </a:solidFill>
          </p:grpSpPr>
          <p:sp>
            <p:nvSpPr>
              <p:cNvPr id="53" name="PA-막힌 원호 38"/>
              <p:cNvSpPr/>
              <p:nvPr>
                <p:custDataLst>
                  <p:tags r:id="rId7"/>
                </p:custDataLst>
              </p:nvPr>
            </p:nvSpPr>
            <p:spPr>
              <a:xfrm rot="3392541">
                <a:off x="966470" y="4004310"/>
                <a:ext cx="1323340" cy="1236980"/>
              </a:xfrm>
              <a:prstGeom prst="blockArc">
                <a:avLst>
                  <a:gd name="adj1" fmla="val 13465104"/>
                  <a:gd name="adj2" fmla="val 18986026"/>
                  <a:gd name="adj3" fmla="val 5324"/>
                </a:avLst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>
                <a:defPPr>
                  <a:defRPr lang="ko-KR">
                    <a:solidFill>
                      <a:schemeClr val="lt1"/>
                    </a:solidFill>
                  </a:defRPr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ko-KR" altLang="en-US">
                  <a:solidFill>
                    <a:sysClr val="window" lastClr="FFFFFF"/>
                  </a:solidFill>
                  <a:latin typeface="Malgun Gothic" panose="020B0503020000020004" charset="-127"/>
                </a:endParaRPr>
              </a:p>
            </p:txBody>
          </p:sp>
          <p:sp>
            <p:nvSpPr>
              <p:cNvPr id="54" name="PA-직각 삼각형 46"/>
              <p:cNvSpPr/>
              <p:nvPr>
                <p:custDataLst>
                  <p:tags r:id="rId8"/>
                </p:custDataLst>
              </p:nvPr>
            </p:nvSpPr>
            <p:spPr>
              <a:xfrm rot="11492934">
                <a:off x="2011620" y="4205488"/>
                <a:ext cx="208015" cy="209449"/>
              </a:xfrm>
              <a:prstGeom prst="rtTriangl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>
                <a:defPPr>
                  <a:defRPr lang="ko-KR">
                    <a:solidFill>
                      <a:schemeClr val="lt1"/>
                    </a:solidFill>
                  </a:defRPr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ko-KR" altLang="en-US">
                  <a:solidFill>
                    <a:sysClr val="window" lastClr="FFFFFF"/>
                  </a:solidFill>
                  <a:latin typeface="Malgun Gothic" panose="020B0503020000020004" charset="-127"/>
                </a:endParaRPr>
              </a:p>
            </p:txBody>
          </p:sp>
        </p:grpSp>
      </p:grpSp>
      <p:sp>
        <p:nvSpPr>
          <p:cNvPr id="55" name="타원 33"/>
          <p:cNvSpPr/>
          <p:nvPr/>
        </p:nvSpPr>
        <p:spPr bwMode="auto">
          <a:xfrm>
            <a:off x="6732351" y="4020825"/>
            <a:ext cx="1690336" cy="1689626"/>
          </a:xfrm>
          <a:prstGeom prst="ellipse">
            <a:avLst/>
          </a:prstGeom>
          <a:solidFill>
            <a:srgbClr val="C0000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>
                <a:solidFill>
                  <a:schemeClr val="lt1"/>
                </a:solidFill>
              </a:defRPr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9200"/>
            <a:endParaRPr lang="ko-KR" altLang="en-US" sz="2400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6859502" y="4147622"/>
            <a:ext cx="1436033" cy="1436029"/>
            <a:chOff x="304800" y="673100"/>
            <a:chExt cx="4000500" cy="400050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57" name="同心圆 120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8524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530" ker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58" name="椭圆 57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8524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530" kern="0">
                <a:solidFill>
                  <a:sysClr val="window" lastClr="FFFFFF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59" name="矩形 58"/>
          <p:cNvSpPr/>
          <p:nvPr/>
        </p:nvSpPr>
        <p:spPr>
          <a:xfrm>
            <a:off x="7113659" y="4475391"/>
            <a:ext cx="95147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C0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其他</a:t>
            </a:r>
          </a:p>
          <a:p>
            <a:pPr lvl="0"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C0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不足</a:t>
            </a:r>
          </a:p>
        </p:txBody>
      </p:sp>
      <p:sp>
        <p:nvSpPr>
          <p:cNvPr id="60" name="矩形 59"/>
          <p:cNvSpPr/>
          <p:nvPr/>
        </p:nvSpPr>
        <p:spPr>
          <a:xfrm>
            <a:off x="8774104" y="4314004"/>
            <a:ext cx="2495558" cy="11855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lvl="0" indent="-171450" algn="just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专业完美财务分析报告，正文字体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12-24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号，标题字体为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28-48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号，字体间距为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1.2-1.5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，字体用思源黑体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CN Normal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marL="171450" lvl="0" indent="-171450" algn="just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主要要概括要简洁，用数据说话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9000">
        <p:random/>
      </p:transition>
    </mc:Choice>
    <mc:Fallback xmlns="">
      <p:transition spd="slow" advTm="9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0.23789 2.59259E-6 " pathEditMode="relative" rAng="0" ptsTypes="AA">
                                      <p:cBhvr>
                                        <p:cTn id="21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88" y="0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3" presetClass="entr" presetSubtype="28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000"/>
                            </p:stCondLst>
                            <p:childTnLst>
                              <p:par>
                                <p:cTn id="51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3" presetClass="entr" presetSubtype="28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0"/>
                            </p:stCondLst>
                            <p:childTnLst>
                              <p:par>
                                <p:cTn id="6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5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000"/>
                            </p:stCondLst>
                            <p:childTnLst>
                              <p:par>
                                <p:cTn id="73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3" presetClass="entr" presetSubtype="28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7000"/>
                            </p:stCondLst>
                            <p:childTnLst>
                              <p:par>
                                <p:cTn id="8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75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8000"/>
                            </p:stCondLst>
                            <p:childTnLst>
                              <p:par>
                                <p:cTn id="95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3" presetClass="entr" presetSubtype="28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9000"/>
                            </p:stCondLst>
                            <p:childTnLst>
                              <p:par>
                                <p:cTn id="10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9500"/>
                            </p:stCondLst>
                            <p:childTnLst>
                              <p:par>
                                <p:cTn id="1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17" grpId="0" animBg="1"/>
      <p:bldP spid="24" grpId="0"/>
      <p:bldP spid="25" grpId="0"/>
      <p:bldP spid="33" grpId="0" animBg="1"/>
      <p:bldP spid="37" grpId="0"/>
      <p:bldP spid="38" grpId="0"/>
      <p:bldP spid="44" grpId="0" animBg="1"/>
      <p:bldP spid="48" grpId="0"/>
      <p:bldP spid="49" grpId="0"/>
      <p:bldP spid="55" grpId="0" animBg="1"/>
      <p:bldP spid="59" grpId="0"/>
      <p:bldP spid="6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/>
          <p:cNvGrpSpPr/>
          <p:nvPr/>
        </p:nvGrpSpPr>
        <p:grpSpPr>
          <a:xfrm>
            <a:off x="-38689" y="2860554"/>
            <a:ext cx="9914676" cy="1981749"/>
            <a:chOff x="-38689" y="2860554"/>
            <a:chExt cx="9914676" cy="1981749"/>
          </a:xfrm>
        </p:grpSpPr>
        <p:sp>
          <p:nvSpPr>
            <p:cNvPr id="69" name="PA-椭圆 9"/>
            <p:cNvSpPr/>
            <p:nvPr>
              <p:custDataLst>
                <p:tags r:id="rId2"/>
              </p:custDataLst>
            </p:nvPr>
          </p:nvSpPr>
          <p:spPr>
            <a:xfrm flipH="1">
              <a:off x="8058681" y="4135284"/>
              <a:ext cx="320492" cy="291356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  <p:sp>
          <p:nvSpPr>
            <p:cNvPr id="68" name="PA-椭圆 10"/>
            <p:cNvSpPr/>
            <p:nvPr>
              <p:custDataLst>
                <p:tags r:id="rId3"/>
              </p:custDataLst>
            </p:nvPr>
          </p:nvSpPr>
          <p:spPr>
            <a:xfrm flipH="1">
              <a:off x="5511759" y="3257195"/>
              <a:ext cx="320492" cy="291356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  <p:sp>
          <p:nvSpPr>
            <p:cNvPr id="10" name="Oval 5"/>
            <p:cNvSpPr/>
            <p:nvPr/>
          </p:nvSpPr>
          <p:spPr>
            <a:xfrm flipH="1">
              <a:off x="2769678" y="4133224"/>
              <a:ext cx="320492" cy="29135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  <p:sp>
          <p:nvSpPr>
            <p:cNvPr id="12" name="Oval 6"/>
            <p:cNvSpPr/>
            <p:nvPr/>
          </p:nvSpPr>
          <p:spPr>
            <a:xfrm flipH="1">
              <a:off x="280257" y="3253702"/>
              <a:ext cx="320492" cy="29135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  <p:sp>
          <p:nvSpPr>
            <p:cNvPr id="13" name="Oval 7"/>
            <p:cNvSpPr/>
            <p:nvPr/>
          </p:nvSpPr>
          <p:spPr>
            <a:xfrm flipH="1">
              <a:off x="4501274" y="4143794"/>
              <a:ext cx="320492" cy="291356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  <p:sp>
          <p:nvSpPr>
            <p:cNvPr id="14" name="Oval 8"/>
            <p:cNvSpPr/>
            <p:nvPr/>
          </p:nvSpPr>
          <p:spPr>
            <a:xfrm flipH="1">
              <a:off x="2011073" y="3253703"/>
              <a:ext cx="320492" cy="291356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  <p:sp>
          <p:nvSpPr>
            <p:cNvPr id="15" name="Oval 9"/>
            <p:cNvSpPr/>
            <p:nvPr/>
          </p:nvSpPr>
          <p:spPr>
            <a:xfrm flipH="1">
              <a:off x="6209447" y="4135284"/>
              <a:ext cx="320492" cy="291356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  <p:sp>
          <p:nvSpPr>
            <p:cNvPr id="16" name="Oval 10"/>
            <p:cNvSpPr/>
            <p:nvPr/>
          </p:nvSpPr>
          <p:spPr>
            <a:xfrm flipH="1">
              <a:off x="3695868" y="3257195"/>
              <a:ext cx="320492" cy="291356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  <p:sp>
          <p:nvSpPr>
            <p:cNvPr id="17" name="AutoShape 3"/>
            <p:cNvSpPr>
              <a:spLocks noChangeAspect="1" noChangeArrowheads="1" noTextEdit="1"/>
            </p:cNvSpPr>
            <p:nvPr/>
          </p:nvSpPr>
          <p:spPr bwMode="auto">
            <a:xfrm flipH="1">
              <a:off x="0" y="2860554"/>
              <a:ext cx="8463232" cy="19817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600"/>
            </a:p>
          </p:txBody>
        </p:sp>
        <p:sp>
          <p:nvSpPr>
            <p:cNvPr id="19" name="Freeform 13"/>
            <p:cNvSpPr/>
            <p:nvPr/>
          </p:nvSpPr>
          <p:spPr bwMode="auto">
            <a:xfrm flipH="1">
              <a:off x="-38689" y="3219989"/>
              <a:ext cx="9914676" cy="1272593"/>
            </a:xfrm>
            <a:custGeom>
              <a:avLst/>
              <a:gdLst>
                <a:gd name="T0" fmla="*/ 1096 w 6336"/>
                <a:gd name="T1" fmla="*/ 112 h 1048"/>
                <a:gd name="T2" fmla="*/ 1096 w 6336"/>
                <a:gd name="T3" fmla="*/ 156 h 1048"/>
                <a:gd name="T4" fmla="*/ 6336 w 6336"/>
                <a:gd name="T5" fmla="*/ 156 h 1048"/>
                <a:gd name="T6" fmla="*/ 6336 w 6336"/>
                <a:gd name="T7" fmla="*/ 886 h 1048"/>
                <a:gd name="T8" fmla="*/ 1096 w 6336"/>
                <a:gd name="T9" fmla="*/ 886 h 1048"/>
                <a:gd name="T10" fmla="*/ 1096 w 6336"/>
                <a:gd name="T11" fmla="*/ 939 h 1048"/>
                <a:gd name="T12" fmla="*/ 1096 w 6336"/>
                <a:gd name="T13" fmla="*/ 939 h 1048"/>
                <a:gd name="T14" fmla="*/ 1096 w 6336"/>
                <a:gd name="T15" fmla="*/ 957 h 1048"/>
                <a:gd name="T16" fmla="*/ 1094 w 6336"/>
                <a:gd name="T17" fmla="*/ 972 h 1048"/>
                <a:gd name="T18" fmla="*/ 1091 w 6336"/>
                <a:gd name="T19" fmla="*/ 987 h 1048"/>
                <a:gd name="T20" fmla="*/ 1085 w 6336"/>
                <a:gd name="T21" fmla="*/ 1000 h 1048"/>
                <a:gd name="T22" fmla="*/ 1079 w 6336"/>
                <a:gd name="T23" fmla="*/ 1012 h 1048"/>
                <a:gd name="T24" fmla="*/ 1072 w 6336"/>
                <a:gd name="T25" fmla="*/ 1021 h 1048"/>
                <a:gd name="T26" fmla="*/ 1062 w 6336"/>
                <a:gd name="T27" fmla="*/ 1029 h 1048"/>
                <a:gd name="T28" fmla="*/ 1053 w 6336"/>
                <a:gd name="T29" fmla="*/ 1037 h 1048"/>
                <a:gd name="T30" fmla="*/ 1043 w 6336"/>
                <a:gd name="T31" fmla="*/ 1042 h 1048"/>
                <a:gd name="T32" fmla="*/ 1032 w 6336"/>
                <a:gd name="T33" fmla="*/ 1046 h 1048"/>
                <a:gd name="T34" fmla="*/ 1018 w 6336"/>
                <a:gd name="T35" fmla="*/ 1048 h 1048"/>
                <a:gd name="T36" fmla="*/ 1005 w 6336"/>
                <a:gd name="T37" fmla="*/ 1048 h 1048"/>
                <a:gd name="T38" fmla="*/ 991 w 6336"/>
                <a:gd name="T39" fmla="*/ 1048 h 1048"/>
                <a:gd name="T40" fmla="*/ 976 w 6336"/>
                <a:gd name="T41" fmla="*/ 1046 h 1048"/>
                <a:gd name="T42" fmla="*/ 961 w 6336"/>
                <a:gd name="T43" fmla="*/ 1042 h 1048"/>
                <a:gd name="T44" fmla="*/ 944 w 6336"/>
                <a:gd name="T45" fmla="*/ 1037 h 1048"/>
                <a:gd name="T46" fmla="*/ 65 w 6336"/>
                <a:gd name="T47" fmla="*/ 596 h 1048"/>
                <a:gd name="T48" fmla="*/ 65 w 6336"/>
                <a:gd name="T49" fmla="*/ 596 h 1048"/>
                <a:gd name="T50" fmla="*/ 50 w 6336"/>
                <a:gd name="T51" fmla="*/ 587 h 1048"/>
                <a:gd name="T52" fmla="*/ 36 w 6336"/>
                <a:gd name="T53" fmla="*/ 579 h 1048"/>
                <a:gd name="T54" fmla="*/ 27 w 6336"/>
                <a:gd name="T55" fmla="*/ 570 h 1048"/>
                <a:gd name="T56" fmla="*/ 17 w 6336"/>
                <a:gd name="T57" fmla="*/ 560 h 1048"/>
                <a:gd name="T58" fmla="*/ 10 w 6336"/>
                <a:gd name="T59" fmla="*/ 551 h 1048"/>
                <a:gd name="T60" fmla="*/ 4 w 6336"/>
                <a:gd name="T61" fmla="*/ 541 h 1048"/>
                <a:gd name="T62" fmla="*/ 2 w 6336"/>
                <a:gd name="T63" fmla="*/ 531 h 1048"/>
                <a:gd name="T64" fmla="*/ 0 w 6336"/>
                <a:gd name="T65" fmla="*/ 520 h 1048"/>
                <a:gd name="T66" fmla="*/ 2 w 6336"/>
                <a:gd name="T67" fmla="*/ 510 h 1048"/>
                <a:gd name="T68" fmla="*/ 4 w 6336"/>
                <a:gd name="T69" fmla="*/ 501 h 1048"/>
                <a:gd name="T70" fmla="*/ 10 w 6336"/>
                <a:gd name="T71" fmla="*/ 491 h 1048"/>
                <a:gd name="T72" fmla="*/ 17 w 6336"/>
                <a:gd name="T73" fmla="*/ 480 h 1048"/>
                <a:gd name="T74" fmla="*/ 27 w 6336"/>
                <a:gd name="T75" fmla="*/ 470 h 1048"/>
                <a:gd name="T76" fmla="*/ 36 w 6336"/>
                <a:gd name="T77" fmla="*/ 463 h 1048"/>
                <a:gd name="T78" fmla="*/ 50 w 6336"/>
                <a:gd name="T79" fmla="*/ 453 h 1048"/>
                <a:gd name="T80" fmla="*/ 65 w 6336"/>
                <a:gd name="T81" fmla="*/ 446 h 1048"/>
                <a:gd name="T82" fmla="*/ 944 w 6336"/>
                <a:gd name="T83" fmla="*/ 17 h 1048"/>
                <a:gd name="T84" fmla="*/ 944 w 6336"/>
                <a:gd name="T85" fmla="*/ 17 h 1048"/>
                <a:gd name="T86" fmla="*/ 961 w 6336"/>
                <a:gd name="T87" fmla="*/ 9 h 1048"/>
                <a:gd name="T88" fmla="*/ 976 w 6336"/>
                <a:gd name="T89" fmla="*/ 5 h 1048"/>
                <a:gd name="T90" fmla="*/ 991 w 6336"/>
                <a:gd name="T91" fmla="*/ 1 h 1048"/>
                <a:gd name="T92" fmla="*/ 1005 w 6336"/>
                <a:gd name="T93" fmla="*/ 0 h 1048"/>
                <a:gd name="T94" fmla="*/ 1018 w 6336"/>
                <a:gd name="T95" fmla="*/ 0 h 1048"/>
                <a:gd name="T96" fmla="*/ 1032 w 6336"/>
                <a:gd name="T97" fmla="*/ 3 h 1048"/>
                <a:gd name="T98" fmla="*/ 1043 w 6336"/>
                <a:gd name="T99" fmla="*/ 7 h 1048"/>
                <a:gd name="T100" fmla="*/ 1053 w 6336"/>
                <a:gd name="T101" fmla="*/ 13 h 1048"/>
                <a:gd name="T102" fmla="*/ 1062 w 6336"/>
                <a:gd name="T103" fmla="*/ 20 h 1048"/>
                <a:gd name="T104" fmla="*/ 1072 w 6336"/>
                <a:gd name="T105" fmla="*/ 28 h 1048"/>
                <a:gd name="T106" fmla="*/ 1079 w 6336"/>
                <a:gd name="T107" fmla="*/ 40 h 1048"/>
                <a:gd name="T108" fmla="*/ 1085 w 6336"/>
                <a:gd name="T109" fmla="*/ 51 h 1048"/>
                <a:gd name="T110" fmla="*/ 1091 w 6336"/>
                <a:gd name="T111" fmla="*/ 64 h 1048"/>
                <a:gd name="T112" fmla="*/ 1094 w 6336"/>
                <a:gd name="T113" fmla="*/ 80 h 1048"/>
                <a:gd name="T114" fmla="*/ 1096 w 6336"/>
                <a:gd name="T115" fmla="*/ 95 h 1048"/>
                <a:gd name="T116" fmla="*/ 1096 w 6336"/>
                <a:gd name="T117" fmla="*/ 112 h 1048"/>
                <a:gd name="T118" fmla="*/ 1096 w 6336"/>
                <a:gd name="T119" fmla="*/ 112 h 1048"/>
                <a:gd name="connsiteX0" fmla="*/ 1730 w 11749"/>
                <a:gd name="connsiteY0" fmla="*/ 1069 h 10000"/>
                <a:gd name="connsiteX1" fmla="*/ 1730 w 11749"/>
                <a:gd name="connsiteY1" fmla="*/ 1489 h 10000"/>
                <a:gd name="connsiteX2" fmla="*/ 11749 w 11749"/>
                <a:gd name="connsiteY2" fmla="*/ 1603 h 10000"/>
                <a:gd name="connsiteX3" fmla="*/ 10000 w 11749"/>
                <a:gd name="connsiteY3" fmla="*/ 8454 h 10000"/>
                <a:gd name="connsiteX4" fmla="*/ 1730 w 11749"/>
                <a:gd name="connsiteY4" fmla="*/ 8454 h 10000"/>
                <a:gd name="connsiteX5" fmla="*/ 1730 w 11749"/>
                <a:gd name="connsiteY5" fmla="*/ 8960 h 10000"/>
                <a:gd name="connsiteX6" fmla="*/ 1730 w 11749"/>
                <a:gd name="connsiteY6" fmla="*/ 8960 h 10000"/>
                <a:gd name="connsiteX7" fmla="*/ 1730 w 11749"/>
                <a:gd name="connsiteY7" fmla="*/ 9132 h 10000"/>
                <a:gd name="connsiteX8" fmla="*/ 1727 w 11749"/>
                <a:gd name="connsiteY8" fmla="*/ 9275 h 10000"/>
                <a:gd name="connsiteX9" fmla="*/ 1722 w 11749"/>
                <a:gd name="connsiteY9" fmla="*/ 9418 h 10000"/>
                <a:gd name="connsiteX10" fmla="*/ 1712 w 11749"/>
                <a:gd name="connsiteY10" fmla="*/ 9542 h 10000"/>
                <a:gd name="connsiteX11" fmla="*/ 1703 w 11749"/>
                <a:gd name="connsiteY11" fmla="*/ 9656 h 10000"/>
                <a:gd name="connsiteX12" fmla="*/ 1692 w 11749"/>
                <a:gd name="connsiteY12" fmla="*/ 9742 h 10000"/>
                <a:gd name="connsiteX13" fmla="*/ 1676 w 11749"/>
                <a:gd name="connsiteY13" fmla="*/ 9819 h 10000"/>
                <a:gd name="connsiteX14" fmla="*/ 1662 w 11749"/>
                <a:gd name="connsiteY14" fmla="*/ 9895 h 10000"/>
                <a:gd name="connsiteX15" fmla="*/ 1646 w 11749"/>
                <a:gd name="connsiteY15" fmla="*/ 9943 h 10000"/>
                <a:gd name="connsiteX16" fmla="*/ 1629 w 11749"/>
                <a:gd name="connsiteY16" fmla="*/ 9981 h 10000"/>
                <a:gd name="connsiteX17" fmla="*/ 1607 w 11749"/>
                <a:gd name="connsiteY17" fmla="*/ 10000 h 10000"/>
                <a:gd name="connsiteX18" fmla="*/ 1586 w 11749"/>
                <a:gd name="connsiteY18" fmla="*/ 10000 h 10000"/>
                <a:gd name="connsiteX19" fmla="*/ 1564 w 11749"/>
                <a:gd name="connsiteY19" fmla="*/ 10000 h 10000"/>
                <a:gd name="connsiteX20" fmla="*/ 1540 w 11749"/>
                <a:gd name="connsiteY20" fmla="*/ 9981 h 10000"/>
                <a:gd name="connsiteX21" fmla="*/ 1517 w 11749"/>
                <a:gd name="connsiteY21" fmla="*/ 9943 h 10000"/>
                <a:gd name="connsiteX22" fmla="*/ 1490 w 11749"/>
                <a:gd name="connsiteY22" fmla="*/ 9895 h 10000"/>
                <a:gd name="connsiteX23" fmla="*/ 103 w 11749"/>
                <a:gd name="connsiteY23" fmla="*/ 5687 h 10000"/>
                <a:gd name="connsiteX24" fmla="*/ 103 w 11749"/>
                <a:gd name="connsiteY24" fmla="*/ 5687 h 10000"/>
                <a:gd name="connsiteX25" fmla="*/ 79 w 11749"/>
                <a:gd name="connsiteY25" fmla="*/ 5601 h 10000"/>
                <a:gd name="connsiteX26" fmla="*/ 57 w 11749"/>
                <a:gd name="connsiteY26" fmla="*/ 5525 h 10000"/>
                <a:gd name="connsiteX27" fmla="*/ 43 w 11749"/>
                <a:gd name="connsiteY27" fmla="*/ 5439 h 10000"/>
                <a:gd name="connsiteX28" fmla="*/ 27 w 11749"/>
                <a:gd name="connsiteY28" fmla="*/ 5344 h 10000"/>
                <a:gd name="connsiteX29" fmla="*/ 16 w 11749"/>
                <a:gd name="connsiteY29" fmla="*/ 5258 h 10000"/>
                <a:gd name="connsiteX30" fmla="*/ 6 w 11749"/>
                <a:gd name="connsiteY30" fmla="*/ 5162 h 10000"/>
                <a:gd name="connsiteX31" fmla="*/ 3 w 11749"/>
                <a:gd name="connsiteY31" fmla="*/ 5067 h 10000"/>
                <a:gd name="connsiteX32" fmla="*/ 0 w 11749"/>
                <a:gd name="connsiteY32" fmla="*/ 4962 h 10000"/>
                <a:gd name="connsiteX33" fmla="*/ 3 w 11749"/>
                <a:gd name="connsiteY33" fmla="*/ 4866 h 10000"/>
                <a:gd name="connsiteX34" fmla="*/ 6 w 11749"/>
                <a:gd name="connsiteY34" fmla="*/ 4781 h 10000"/>
                <a:gd name="connsiteX35" fmla="*/ 16 w 11749"/>
                <a:gd name="connsiteY35" fmla="*/ 4685 h 10000"/>
                <a:gd name="connsiteX36" fmla="*/ 27 w 11749"/>
                <a:gd name="connsiteY36" fmla="*/ 4580 h 10000"/>
                <a:gd name="connsiteX37" fmla="*/ 43 w 11749"/>
                <a:gd name="connsiteY37" fmla="*/ 4485 h 10000"/>
                <a:gd name="connsiteX38" fmla="*/ 57 w 11749"/>
                <a:gd name="connsiteY38" fmla="*/ 4418 h 10000"/>
                <a:gd name="connsiteX39" fmla="*/ 79 w 11749"/>
                <a:gd name="connsiteY39" fmla="*/ 4323 h 10000"/>
                <a:gd name="connsiteX40" fmla="*/ 103 w 11749"/>
                <a:gd name="connsiteY40" fmla="*/ 4256 h 10000"/>
                <a:gd name="connsiteX41" fmla="*/ 1490 w 11749"/>
                <a:gd name="connsiteY41" fmla="*/ 162 h 10000"/>
                <a:gd name="connsiteX42" fmla="*/ 1490 w 11749"/>
                <a:gd name="connsiteY42" fmla="*/ 162 h 10000"/>
                <a:gd name="connsiteX43" fmla="*/ 1517 w 11749"/>
                <a:gd name="connsiteY43" fmla="*/ 86 h 10000"/>
                <a:gd name="connsiteX44" fmla="*/ 1540 w 11749"/>
                <a:gd name="connsiteY44" fmla="*/ 48 h 10000"/>
                <a:gd name="connsiteX45" fmla="*/ 1564 w 11749"/>
                <a:gd name="connsiteY45" fmla="*/ 10 h 10000"/>
                <a:gd name="connsiteX46" fmla="*/ 1586 w 11749"/>
                <a:gd name="connsiteY46" fmla="*/ 0 h 10000"/>
                <a:gd name="connsiteX47" fmla="*/ 1607 w 11749"/>
                <a:gd name="connsiteY47" fmla="*/ 0 h 10000"/>
                <a:gd name="connsiteX48" fmla="*/ 1629 w 11749"/>
                <a:gd name="connsiteY48" fmla="*/ 29 h 10000"/>
                <a:gd name="connsiteX49" fmla="*/ 1646 w 11749"/>
                <a:gd name="connsiteY49" fmla="*/ 67 h 10000"/>
                <a:gd name="connsiteX50" fmla="*/ 1662 w 11749"/>
                <a:gd name="connsiteY50" fmla="*/ 124 h 10000"/>
                <a:gd name="connsiteX51" fmla="*/ 1676 w 11749"/>
                <a:gd name="connsiteY51" fmla="*/ 191 h 10000"/>
                <a:gd name="connsiteX52" fmla="*/ 1692 w 11749"/>
                <a:gd name="connsiteY52" fmla="*/ 267 h 10000"/>
                <a:gd name="connsiteX53" fmla="*/ 1703 w 11749"/>
                <a:gd name="connsiteY53" fmla="*/ 382 h 10000"/>
                <a:gd name="connsiteX54" fmla="*/ 1712 w 11749"/>
                <a:gd name="connsiteY54" fmla="*/ 487 h 10000"/>
                <a:gd name="connsiteX55" fmla="*/ 1722 w 11749"/>
                <a:gd name="connsiteY55" fmla="*/ 611 h 10000"/>
                <a:gd name="connsiteX56" fmla="*/ 1727 w 11749"/>
                <a:gd name="connsiteY56" fmla="*/ 763 h 10000"/>
                <a:gd name="connsiteX57" fmla="*/ 1730 w 11749"/>
                <a:gd name="connsiteY57" fmla="*/ 906 h 10000"/>
                <a:gd name="connsiteX58" fmla="*/ 1730 w 11749"/>
                <a:gd name="connsiteY58" fmla="*/ 1069 h 10000"/>
                <a:gd name="connsiteX59" fmla="*/ 1730 w 11749"/>
                <a:gd name="connsiteY59" fmla="*/ 1069 h 10000"/>
                <a:gd name="connsiteX0-1" fmla="*/ 1730 w 11749"/>
                <a:gd name="connsiteY0-2" fmla="*/ 1069 h 10000"/>
                <a:gd name="connsiteX1-3" fmla="*/ 1730 w 11749"/>
                <a:gd name="connsiteY1-4" fmla="*/ 1489 h 10000"/>
                <a:gd name="connsiteX2-5" fmla="*/ 11749 w 11749"/>
                <a:gd name="connsiteY2-6" fmla="*/ 1603 h 10000"/>
                <a:gd name="connsiteX3-7" fmla="*/ 11698 w 11749"/>
                <a:gd name="connsiteY3-8" fmla="*/ 8340 h 10000"/>
                <a:gd name="connsiteX4-9" fmla="*/ 1730 w 11749"/>
                <a:gd name="connsiteY4-10" fmla="*/ 8454 h 10000"/>
                <a:gd name="connsiteX5-11" fmla="*/ 1730 w 11749"/>
                <a:gd name="connsiteY5-12" fmla="*/ 8960 h 10000"/>
                <a:gd name="connsiteX6-13" fmla="*/ 1730 w 11749"/>
                <a:gd name="connsiteY6-14" fmla="*/ 8960 h 10000"/>
                <a:gd name="connsiteX7-15" fmla="*/ 1730 w 11749"/>
                <a:gd name="connsiteY7-16" fmla="*/ 9132 h 10000"/>
                <a:gd name="connsiteX8-17" fmla="*/ 1727 w 11749"/>
                <a:gd name="connsiteY8-18" fmla="*/ 9275 h 10000"/>
                <a:gd name="connsiteX9-19" fmla="*/ 1722 w 11749"/>
                <a:gd name="connsiteY9-20" fmla="*/ 9418 h 10000"/>
                <a:gd name="connsiteX10-21" fmla="*/ 1712 w 11749"/>
                <a:gd name="connsiteY10-22" fmla="*/ 9542 h 10000"/>
                <a:gd name="connsiteX11-23" fmla="*/ 1703 w 11749"/>
                <a:gd name="connsiteY11-24" fmla="*/ 9656 h 10000"/>
                <a:gd name="connsiteX12-25" fmla="*/ 1692 w 11749"/>
                <a:gd name="connsiteY12-26" fmla="*/ 9742 h 10000"/>
                <a:gd name="connsiteX13-27" fmla="*/ 1676 w 11749"/>
                <a:gd name="connsiteY13-28" fmla="*/ 9819 h 10000"/>
                <a:gd name="connsiteX14-29" fmla="*/ 1662 w 11749"/>
                <a:gd name="connsiteY14-30" fmla="*/ 9895 h 10000"/>
                <a:gd name="connsiteX15-31" fmla="*/ 1646 w 11749"/>
                <a:gd name="connsiteY15-32" fmla="*/ 9943 h 10000"/>
                <a:gd name="connsiteX16-33" fmla="*/ 1629 w 11749"/>
                <a:gd name="connsiteY16-34" fmla="*/ 9981 h 10000"/>
                <a:gd name="connsiteX17-35" fmla="*/ 1607 w 11749"/>
                <a:gd name="connsiteY17-36" fmla="*/ 10000 h 10000"/>
                <a:gd name="connsiteX18-37" fmla="*/ 1586 w 11749"/>
                <a:gd name="connsiteY18-38" fmla="*/ 10000 h 10000"/>
                <a:gd name="connsiteX19-39" fmla="*/ 1564 w 11749"/>
                <a:gd name="connsiteY19-40" fmla="*/ 10000 h 10000"/>
                <a:gd name="connsiteX20-41" fmla="*/ 1540 w 11749"/>
                <a:gd name="connsiteY20-42" fmla="*/ 9981 h 10000"/>
                <a:gd name="connsiteX21-43" fmla="*/ 1517 w 11749"/>
                <a:gd name="connsiteY21-44" fmla="*/ 9943 h 10000"/>
                <a:gd name="connsiteX22-45" fmla="*/ 1490 w 11749"/>
                <a:gd name="connsiteY22-46" fmla="*/ 9895 h 10000"/>
                <a:gd name="connsiteX23-47" fmla="*/ 103 w 11749"/>
                <a:gd name="connsiteY23-48" fmla="*/ 5687 h 10000"/>
                <a:gd name="connsiteX24-49" fmla="*/ 103 w 11749"/>
                <a:gd name="connsiteY24-50" fmla="*/ 5687 h 10000"/>
                <a:gd name="connsiteX25-51" fmla="*/ 79 w 11749"/>
                <a:gd name="connsiteY25-52" fmla="*/ 5601 h 10000"/>
                <a:gd name="connsiteX26-53" fmla="*/ 57 w 11749"/>
                <a:gd name="connsiteY26-54" fmla="*/ 5525 h 10000"/>
                <a:gd name="connsiteX27-55" fmla="*/ 43 w 11749"/>
                <a:gd name="connsiteY27-56" fmla="*/ 5439 h 10000"/>
                <a:gd name="connsiteX28-57" fmla="*/ 27 w 11749"/>
                <a:gd name="connsiteY28-58" fmla="*/ 5344 h 10000"/>
                <a:gd name="connsiteX29-59" fmla="*/ 16 w 11749"/>
                <a:gd name="connsiteY29-60" fmla="*/ 5258 h 10000"/>
                <a:gd name="connsiteX30-61" fmla="*/ 6 w 11749"/>
                <a:gd name="connsiteY30-62" fmla="*/ 5162 h 10000"/>
                <a:gd name="connsiteX31-63" fmla="*/ 3 w 11749"/>
                <a:gd name="connsiteY31-64" fmla="*/ 5067 h 10000"/>
                <a:gd name="connsiteX32-65" fmla="*/ 0 w 11749"/>
                <a:gd name="connsiteY32-66" fmla="*/ 4962 h 10000"/>
                <a:gd name="connsiteX33-67" fmla="*/ 3 w 11749"/>
                <a:gd name="connsiteY33-68" fmla="*/ 4866 h 10000"/>
                <a:gd name="connsiteX34-69" fmla="*/ 6 w 11749"/>
                <a:gd name="connsiteY34-70" fmla="*/ 4781 h 10000"/>
                <a:gd name="connsiteX35-71" fmla="*/ 16 w 11749"/>
                <a:gd name="connsiteY35-72" fmla="*/ 4685 h 10000"/>
                <a:gd name="connsiteX36-73" fmla="*/ 27 w 11749"/>
                <a:gd name="connsiteY36-74" fmla="*/ 4580 h 10000"/>
                <a:gd name="connsiteX37-75" fmla="*/ 43 w 11749"/>
                <a:gd name="connsiteY37-76" fmla="*/ 4485 h 10000"/>
                <a:gd name="connsiteX38-77" fmla="*/ 57 w 11749"/>
                <a:gd name="connsiteY38-78" fmla="*/ 4418 h 10000"/>
                <a:gd name="connsiteX39-79" fmla="*/ 79 w 11749"/>
                <a:gd name="connsiteY39-80" fmla="*/ 4323 h 10000"/>
                <a:gd name="connsiteX40-81" fmla="*/ 103 w 11749"/>
                <a:gd name="connsiteY40-82" fmla="*/ 4256 h 10000"/>
                <a:gd name="connsiteX41-83" fmla="*/ 1490 w 11749"/>
                <a:gd name="connsiteY41-84" fmla="*/ 162 h 10000"/>
                <a:gd name="connsiteX42-85" fmla="*/ 1490 w 11749"/>
                <a:gd name="connsiteY42-86" fmla="*/ 162 h 10000"/>
                <a:gd name="connsiteX43-87" fmla="*/ 1517 w 11749"/>
                <a:gd name="connsiteY43-88" fmla="*/ 86 h 10000"/>
                <a:gd name="connsiteX44-89" fmla="*/ 1540 w 11749"/>
                <a:gd name="connsiteY44-90" fmla="*/ 48 h 10000"/>
                <a:gd name="connsiteX45-91" fmla="*/ 1564 w 11749"/>
                <a:gd name="connsiteY45-92" fmla="*/ 10 h 10000"/>
                <a:gd name="connsiteX46-93" fmla="*/ 1586 w 11749"/>
                <a:gd name="connsiteY46-94" fmla="*/ 0 h 10000"/>
                <a:gd name="connsiteX47-95" fmla="*/ 1607 w 11749"/>
                <a:gd name="connsiteY47-96" fmla="*/ 0 h 10000"/>
                <a:gd name="connsiteX48-97" fmla="*/ 1629 w 11749"/>
                <a:gd name="connsiteY48-98" fmla="*/ 29 h 10000"/>
                <a:gd name="connsiteX49-99" fmla="*/ 1646 w 11749"/>
                <a:gd name="connsiteY49-100" fmla="*/ 67 h 10000"/>
                <a:gd name="connsiteX50-101" fmla="*/ 1662 w 11749"/>
                <a:gd name="connsiteY50-102" fmla="*/ 124 h 10000"/>
                <a:gd name="connsiteX51-103" fmla="*/ 1676 w 11749"/>
                <a:gd name="connsiteY51-104" fmla="*/ 191 h 10000"/>
                <a:gd name="connsiteX52-105" fmla="*/ 1692 w 11749"/>
                <a:gd name="connsiteY52-106" fmla="*/ 267 h 10000"/>
                <a:gd name="connsiteX53-107" fmla="*/ 1703 w 11749"/>
                <a:gd name="connsiteY53-108" fmla="*/ 382 h 10000"/>
                <a:gd name="connsiteX54-109" fmla="*/ 1712 w 11749"/>
                <a:gd name="connsiteY54-110" fmla="*/ 487 h 10000"/>
                <a:gd name="connsiteX55-111" fmla="*/ 1722 w 11749"/>
                <a:gd name="connsiteY55-112" fmla="*/ 611 h 10000"/>
                <a:gd name="connsiteX56-113" fmla="*/ 1727 w 11749"/>
                <a:gd name="connsiteY56-114" fmla="*/ 763 h 10000"/>
                <a:gd name="connsiteX57-115" fmla="*/ 1730 w 11749"/>
                <a:gd name="connsiteY57-116" fmla="*/ 906 h 10000"/>
                <a:gd name="connsiteX58-117" fmla="*/ 1730 w 11749"/>
                <a:gd name="connsiteY58-118" fmla="*/ 1069 h 10000"/>
                <a:gd name="connsiteX59-119" fmla="*/ 1730 w 11749"/>
                <a:gd name="connsiteY59-120" fmla="*/ 1069 h 10000"/>
                <a:gd name="connsiteX0-121" fmla="*/ 1730 w 11715"/>
                <a:gd name="connsiteY0-122" fmla="*/ 1069 h 10000"/>
                <a:gd name="connsiteX1-123" fmla="*/ 1730 w 11715"/>
                <a:gd name="connsiteY1-124" fmla="*/ 1489 h 10000"/>
                <a:gd name="connsiteX2-125" fmla="*/ 11715 w 11715"/>
                <a:gd name="connsiteY2-126" fmla="*/ 1603 h 10000"/>
                <a:gd name="connsiteX3-127" fmla="*/ 11698 w 11715"/>
                <a:gd name="connsiteY3-128" fmla="*/ 8340 h 10000"/>
                <a:gd name="connsiteX4-129" fmla="*/ 1730 w 11715"/>
                <a:gd name="connsiteY4-130" fmla="*/ 8454 h 10000"/>
                <a:gd name="connsiteX5-131" fmla="*/ 1730 w 11715"/>
                <a:gd name="connsiteY5-132" fmla="*/ 8960 h 10000"/>
                <a:gd name="connsiteX6-133" fmla="*/ 1730 w 11715"/>
                <a:gd name="connsiteY6-134" fmla="*/ 8960 h 10000"/>
                <a:gd name="connsiteX7-135" fmla="*/ 1730 w 11715"/>
                <a:gd name="connsiteY7-136" fmla="*/ 9132 h 10000"/>
                <a:gd name="connsiteX8-137" fmla="*/ 1727 w 11715"/>
                <a:gd name="connsiteY8-138" fmla="*/ 9275 h 10000"/>
                <a:gd name="connsiteX9-139" fmla="*/ 1722 w 11715"/>
                <a:gd name="connsiteY9-140" fmla="*/ 9418 h 10000"/>
                <a:gd name="connsiteX10-141" fmla="*/ 1712 w 11715"/>
                <a:gd name="connsiteY10-142" fmla="*/ 9542 h 10000"/>
                <a:gd name="connsiteX11-143" fmla="*/ 1703 w 11715"/>
                <a:gd name="connsiteY11-144" fmla="*/ 9656 h 10000"/>
                <a:gd name="connsiteX12-145" fmla="*/ 1692 w 11715"/>
                <a:gd name="connsiteY12-146" fmla="*/ 9742 h 10000"/>
                <a:gd name="connsiteX13-147" fmla="*/ 1676 w 11715"/>
                <a:gd name="connsiteY13-148" fmla="*/ 9819 h 10000"/>
                <a:gd name="connsiteX14-149" fmla="*/ 1662 w 11715"/>
                <a:gd name="connsiteY14-150" fmla="*/ 9895 h 10000"/>
                <a:gd name="connsiteX15-151" fmla="*/ 1646 w 11715"/>
                <a:gd name="connsiteY15-152" fmla="*/ 9943 h 10000"/>
                <a:gd name="connsiteX16-153" fmla="*/ 1629 w 11715"/>
                <a:gd name="connsiteY16-154" fmla="*/ 9981 h 10000"/>
                <a:gd name="connsiteX17-155" fmla="*/ 1607 w 11715"/>
                <a:gd name="connsiteY17-156" fmla="*/ 10000 h 10000"/>
                <a:gd name="connsiteX18-157" fmla="*/ 1586 w 11715"/>
                <a:gd name="connsiteY18-158" fmla="*/ 10000 h 10000"/>
                <a:gd name="connsiteX19-159" fmla="*/ 1564 w 11715"/>
                <a:gd name="connsiteY19-160" fmla="*/ 10000 h 10000"/>
                <a:gd name="connsiteX20-161" fmla="*/ 1540 w 11715"/>
                <a:gd name="connsiteY20-162" fmla="*/ 9981 h 10000"/>
                <a:gd name="connsiteX21-163" fmla="*/ 1517 w 11715"/>
                <a:gd name="connsiteY21-164" fmla="*/ 9943 h 10000"/>
                <a:gd name="connsiteX22-165" fmla="*/ 1490 w 11715"/>
                <a:gd name="connsiteY22-166" fmla="*/ 9895 h 10000"/>
                <a:gd name="connsiteX23-167" fmla="*/ 103 w 11715"/>
                <a:gd name="connsiteY23-168" fmla="*/ 5687 h 10000"/>
                <a:gd name="connsiteX24-169" fmla="*/ 103 w 11715"/>
                <a:gd name="connsiteY24-170" fmla="*/ 5687 h 10000"/>
                <a:gd name="connsiteX25-171" fmla="*/ 79 w 11715"/>
                <a:gd name="connsiteY25-172" fmla="*/ 5601 h 10000"/>
                <a:gd name="connsiteX26-173" fmla="*/ 57 w 11715"/>
                <a:gd name="connsiteY26-174" fmla="*/ 5525 h 10000"/>
                <a:gd name="connsiteX27-175" fmla="*/ 43 w 11715"/>
                <a:gd name="connsiteY27-176" fmla="*/ 5439 h 10000"/>
                <a:gd name="connsiteX28-177" fmla="*/ 27 w 11715"/>
                <a:gd name="connsiteY28-178" fmla="*/ 5344 h 10000"/>
                <a:gd name="connsiteX29-179" fmla="*/ 16 w 11715"/>
                <a:gd name="connsiteY29-180" fmla="*/ 5258 h 10000"/>
                <a:gd name="connsiteX30-181" fmla="*/ 6 w 11715"/>
                <a:gd name="connsiteY30-182" fmla="*/ 5162 h 10000"/>
                <a:gd name="connsiteX31-183" fmla="*/ 3 w 11715"/>
                <a:gd name="connsiteY31-184" fmla="*/ 5067 h 10000"/>
                <a:gd name="connsiteX32-185" fmla="*/ 0 w 11715"/>
                <a:gd name="connsiteY32-186" fmla="*/ 4962 h 10000"/>
                <a:gd name="connsiteX33-187" fmla="*/ 3 w 11715"/>
                <a:gd name="connsiteY33-188" fmla="*/ 4866 h 10000"/>
                <a:gd name="connsiteX34-189" fmla="*/ 6 w 11715"/>
                <a:gd name="connsiteY34-190" fmla="*/ 4781 h 10000"/>
                <a:gd name="connsiteX35-191" fmla="*/ 16 w 11715"/>
                <a:gd name="connsiteY35-192" fmla="*/ 4685 h 10000"/>
                <a:gd name="connsiteX36-193" fmla="*/ 27 w 11715"/>
                <a:gd name="connsiteY36-194" fmla="*/ 4580 h 10000"/>
                <a:gd name="connsiteX37-195" fmla="*/ 43 w 11715"/>
                <a:gd name="connsiteY37-196" fmla="*/ 4485 h 10000"/>
                <a:gd name="connsiteX38-197" fmla="*/ 57 w 11715"/>
                <a:gd name="connsiteY38-198" fmla="*/ 4418 h 10000"/>
                <a:gd name="connsiteX39-199" fmla="*/ 79 w 11715"/>
                <a:gd name="connsiteY39-200" fmla="*/ 4323 h 10000"/>
                <a:gd name="connsiteX40-201" fmla="*/ 103 w 11715"/>
                <a:gd name="connsiteY40-202" fmla="*/ 4256 h 10000"/>
                <a:gd name="connsiteX41-203" fmla="*/ 1490 w 11715"/>
                <a:gd name="connsiteY41-204" fmla="*/ 162 h 10000"/>
                <a:gd name="connsiteX42-205" fmla="*/ 1490 w 11715"/>
                <a:gd name="connsiteY42-206" fmla="*/ 162 h 10000"/>
                <a:gd name="connsiteX43-207" fmla="*/ 1517 w 11715"/>
                <a:gd name="connsiteY43-208" fmla="*/ 86 h 10000"/>
                <a:gd name="connsiteX44-209" fmla="*/ 1540 w 11715"/>
                <a:gd name="connsiteY44-210" fmla="*/ 48 h 10000"/>
                <a:gd name="connsiteX45-211" fmla="*/ 1564 w 11715"/>
                <a:gd name="connsiteY45-212" fmla="*/ 10 h 10000"/>
                <a:gd name="connsiteX46-213" fmla="*/ 1586 w 11715"/>
                <a:gd name="connsiteY46-214" fmla="*/ 0 h 10000"/>
                <a:gd name="connsiteX47-215" fmla="*/ 1607 w 11715"/>
                <a:gd name="connsiteY47-216" fmla="*/ 0 h 10000"/>
                <a:gd name="connsiteX48-217" fmla="*/ 1629 w 11715"/>
                <a:gd name="connsiteY48-218" fmla="*/ 29 h 10000"/>
                <a:gd name="connsiteX49-219" fmla="*/ 1646 w 11715"/>
                <a:gd name="connsiteY49-220" fmla="*/ 67 h 10000"/>
                <a:gd name="connsiteX50-221" fmla="*/ 1662 w 11715"/>
                <a:gd name="connsiteY50-222" fmla="*/ 124 h 10000"/>
                <a:gd name="connsiteX51-223" fmla="*/ 1676 w 11715"/>
                <a:gd name="connsiteY51-224" fmla="*/ 191 h 10000"/>
                <a:gd name="connsiteX52-225" fmla="*/ 1692 w 11715"/>
                <a:gd name="connsiteY52-226" fmla="*/ 267 h 10000"/>
                <a:gd name="connsiteX53-227" fmla="*/ 1703 w 11715"/>
                <a:gd name="connsiteY53-228" fmla="*/ 382 h 10000"/>
                <a:gd name="connsiteX54-229" fmla="*/ 1712 w 11715"/>
                <a:gd name="connsiteY54-230" fmla="*/ 487 h 10000"/>
                <a:gd name="connsiteX55-231" fmla="*/ 1722 w 11715"/>
                <a:gd name="connsiteY55-232" fmla="*/ 611 h 10000"/>
                <a:gd name="connsiteX56-233" fmla="*/ 1727 w 11715"/>
                <a:gd name="connsiteY56-234" fmla="*/ 763 h 10000"/>
                <a:gd name="connsiteX57-235" fmla="*/ 1730 w 11715"/>
                <a:gd name="connsiteY57-236" fmla="*/ 906 h 10000"/>
                <a:gd name="connsiteX58-237" fmla="*/ 1730 w 11715"/>
                <a:gd name="connsiteY58-238" fmla="*/ 1069 h 10000"/>
                <a:gd name="connsiteX59-239" fmla="*/ 1730 w 11715"/>
                <a:gd name="connsiteY59-240" fmla="*/ 1069 h 100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  <a:cxn ang="0">
                  <a:pos x="connsiteX25-51" y="connsiteY25-52"/>
                </a:cxn>
                <a:cxn ang="0">
                  <a:pos x="connsiteX26-53" y="connsiteY26-54"/>
                </a:cxn>
                <a:cxn ang="0">
                  <a:pos x="connsiteX27-55" y="connsiteY27-56"/>
                </a:cxn>
                <a:cxn ang="0">
                  <a:pos x="connsiteX28-57" y="connsiteY28-58"/>
                </a:cxn>
                <a:cxn ang="0">
                  <a:pos x="connsiteX29-59" y="connsiteY29-60"/>
                </a:cxn>
                <a:cxn ang="0">
                  <a:pos x="connsiteX30-61" y="connsiteY30-62"/>
                </a:cxn>
                <a:cxn ang="0">
                  <a:pos x="connsiteX31-63" y="connsiteY31-64"/>
                </a:cxn>
                <a:cxn ang="0">
                  <a:pos x="connsiteX32-65" y="connsiteY32-66"/>
                </a:cxn>
                <a:cxn ang="0">
                  <a:pos x="connsiteX33-67" y="connsiteY33-68"/>
                </a:cxn>
                <a:cxn ang="0">
                  <a:pos x="connsiteX34-69" y="connsiteY34-70"/>
                </a:cxn>
                <a:cxn ang="0">
                  <a:pos x="connsiteX35-71" y="connsiteY35-72"/>
                </a:cxn>
                <a:cxn ang="0">
                  <a:pos x="connsiteX36-73" y="connsiteY36-74"/>
                </a:cxn>
                <a:cxn ang="0">
                  <a:pos x="connsiteX37-75" y="connsiteY37-76"/>
                </a:cxn>
                <a:cxn ang="0">
                  <a:pos x="connsiteX38-77" y="connsiteY38-78"/>
                </a:cxn>
                <a:cxn ang="0">
                  <a:pos x="connsiteX39-79" y="connsiteY39-80"/>
                </a:cxn>
                <a:cxn ang="0">
                  <a:pos x="connsiteX40-81" y="connsiteY40-82"/>
                </a:cxn>
                <a:cxn ang="0">
                  <a:pos x="connsiteX41-83" y="connsiteY41-84"/>
                </a:cxn>
                <a:cxn ang="0">
                  <a:pos x="connsiteX42-85" y="connsiteY42-86"/>
                </a:cxn>
                <a:cxn ang="0">
                  <a:pos x="connsiteX43-87" y="connsiteY43-88"/>
                </a:cxn>
                <a:cxn ang="0">
                  <a:pos x="connsiteX44-89" y="connsiteY44-90"/>
                </a:cxn>
                <a:cxn ang="0">
                  <a:pos x="connsiteX45-91" y="connsiteY45-92"/>
                </a:cxn>
                <a:cxn ang="0">
                  <a:pos x="connsiteX46-93" y="connsiteY46-94"/>
                </a:cxn>
                <a:cxn ang="0">
                  <a:pos x="connsiteX47-95" y="connsiteY47-96"/>
                </a:cxn>
                <a:cxn ang="0">
                  <a:pos x="connsiteX48-97" y="connsiteY48-98"/>
                </a:cxn>
                <a:cxn ang="0">
                  <a:pos x="connsiteX49-99" y="connsiteY49-100"/>
                </a:cxn>
                <a:cxn ang="0">
                  <a:pos x="connsiteX50-101" y="connsiteY50-102"/>
                </a:cxn>
                <a:cxn ang="0">
                  <a:pos x="connsiteX51-103" y="connsiteY51-104"/>
                </a:cxn>
                <a:cxn ang="0">
                  <a:pos x="connsiteX52-105" y="connsiteY52-106"/>
                </a:cxn>
                <a:cxn ang="0">
                  <a:pos x="connsiteX53-107" y="connsiteY53-108"/>
                </a:cxn>
                <a:cxn ang="0">
                  <a:pos x="connsiteX54-109" y="connsiteY54-110"/>
                </a:cxn>
                <a:cxn ang="0">
                  <a:pos x="connsiteX55-111" y="connsiteY55-112"/>
                </a:cxn>
                <a:cxn ang="0">
                  <a:pos x="connsiteX56-113" y="connsiteY56-114"/>
                </a:cxn>
                <a:cxn ang="0">
                  <a:pos x="connsiteX57-115" y="connsiteY57-116"/>
                </a:cxn>
                <a:cxn ang="0">
                  <a:pos x="connsiteX58-117" y="connsiteY58-118"/>
                </a:cxn>
                <a:cxn ang="0">
                  <a:pos x="connsiteX59-119" y="connsiteY59-120"/>
                </a:cxn>
              </a:cxnLst>
              <a:rect l="l" t="t" r="r" b="b"/>
              <a:pathLst>
                <a:path w="11715" h="10000">
                  <a:moveTo>
                    <a:pt x="1730" y="1069"/>
                  </a:moveTo>
                  <a:lnTo>
                    <a:pt x="1730" y="1489"/>
                  </a:lnTo>
                  <a:lnTo>
                    <a:pt x="11715" y="1603"/>
                  </a:lnTo>
                  <a:cubicBezTo>
                    <a:pt x="11698" y="3849"/>
                    <a:pt x="11715" y="6094"/>
                    <a:pt x="11698" y="8340"/>
                  </a:cubicBezTo>
                  <a:lnTo>
                    <a:pt x="1730" y="8454"/>
                  </a:lnTo>
                  <a:lnTo>
                    <a:pt x="1730" y="8960"/>
                  </a:lnTo>
                  <a:lnTo>
                    <a:pt x="1730" y="8960"/>
                  </a:lnTo>
                  <a:lnTo>
                    <a:pt x="1730" y="9132"/>
                  </a:lnTo>
                  <a:cubicBezTo>
                    <a:pt x="1729" y="9180"/>
                    <a:pt x="1728" y="9227"/>
                    <a:pt x="1727" y="9275"/>
                  </a:cubicBezTo>
                  <a:cubicBezTo>
                    <a:pt x="1725" y="9323"/>
                    <a:pt x="1724" y="9370"/>
                    <a:pt x="1722" y="9418"/>
                  </a:cubicBezTo>
                  <a:cubicBezTo>
                    <a:pt x="1719" y="9459"/>
                    <a:pt x="1715" y="9501"/>
                    <a:pt x="1712" y="9542"/>
                  </a:cubicBezTo>
                  <a:lnTo>
                    <a:pt x="1703" y="9656"/>
                  </a:lnTo>
                  <a:cubicBezTo>
                    <a:pt x="1699" y="9685"/>
                    <a:pt x="1696" y="9713"/>
                    <a:pt x="1692" y="9742"/>
                  </a:cubicBezTo>
                  <a:cubicBezTo>
                    <a:pt x="1687" y="9768"/>
                    <a:pt x="1681" y="9793"/>
                    <a:pt x="1676" y="9819"/>
                  </a:cubicBezTo>
                  <a:cubicBezTo>
                    <a:pt x="1671" y="9844"/>
                    <a:pt x="1667" y="9870"/>
                    <a:pt x="1662" y="9895"/>
                  </a:cubicBezTo>
                  <a:cubicBezTo>
                    <a:pt x="1657" y="9911"/>
                    <a:pt x="1651" y="9927"/>
                    <a:pt x="1646" y="9943"/>
                  </a:cubicBezTo>
                  <a:cubicBezTo>
                    <a:pt x="1640" y="9956"/>
                    <a:pt x="1635" y="9968"/>
                    <a:pt x="1629" y="9981"/>
                  </a:cubicBezTo>
                  <a:lnTo>
                    <a:pt x="1607" y="10000"/>
                  </a:lnTo>
                  <a:lnTo>
                    <a:pt x="1586" y="10000"/>
                  </a:lnTo>
                  <a:lnTo>
                    <a:pt x="1564" y="10000"/>
                  </a:lnTo>
                  <a:cubicBezTo>
                    <a:pt x="1556" y="9994"/>
                    <a:pt x="1548" y="9987"/>
                    <a:pt x="1540" y="9981"/>
                  </a:cubicBezTo>
                  <a:cubicBezTo>
                    <a:pt x="1532" y="9968"/>
                    <a:pt x="1525" y="9956"/>
                    <a:pt x="1517" y="9943"/>
                  </a:cubicBezTo>
                  <a:lnTo>
                    <a:pt x="1490" y="9895"/>
                  </a:lnTo>
                  <a:lnTo>
                    <a:pt x="103" y="5687"/>
                  </a:lnTo>
                  <a:lnTo>
                    <a:pt x="103" y="5687"/>
                  </a:lnTo>
                  <a:cubicBezTo>
                    <a:pt x="95" y="5658"/>
                    <a:pt x="87" y="5630"/>
                    <a:pt x="79" y="5601"/>
                  </a:cubicBezTo>
                  <a:cubicBezTo>
                    <a:pt x="72" y="5576"/>
                    <a:pt x="64" y="5550"/>
                    <a:pt x="57" y="5525"/>
                  </a:cubicBezTo>
                  <a:cubicBezTo>
                    <a:pt x="52" y="5496"/>
                    <a:pt x="48" y="5468"/>
                    <a:pt x="43" y="5439"/>
                  </a:cubicBezTo>
                  <a:cubicBezTo>
                    <a:pt x="38" y="5407"/>
                    <a:pt x="32" y="5376"/>
                    <a:pt x="27" y="5344"/>
                  </a:cubicBezTo>
                  <a:cubicBezTo>
                    <a:pt x="23" y="5315"/>
                    <a:pt x="20" y="5287"/>
                    <a:pt x="16" y="5258"/>
                  </a:cubicBezTo>
                  <a:cubicBezTo>
                    <a:pt x="13" y="5226"/>
                    <a:pt x="9" y="5194"/>
                    <a:pt x="6" y="5162"/>
                  </a:cubicBezTo>
                  <a:cubicBezTo>
                    <a:pt x="5" y="5130"/>
                    <a:pt x="4" y="5099"/>
                    <a:pt x="3" y="5067"/>
                  </a:cubicBezTo>
                  <a:lnTo>
                    <a:pt x="0" y="4962"/>
                  </a:lnTo>
                  <a:lnTo>
                    <a:pt x="3" y="4866"/>
                  </a:lnTo>
                  <a:cubicBezTo>
                    <a:pt x="4" y="4838"/>
                    <a:pt x="5" y="4809"/>
                    <a:pt x="6" y="4781"/>
                  </a:cubicBezTo>
                  <a:cubicBezTo>
                    <a:pt x="9" y="4749"/>
                    <a:pt x="13" y="4717"/>
                    <a:pt x="16" y="4685"/>
                  </a:cubicBezTo>
                  <a:cubicBezTo>
                    <a:pt x="20" y="4650"/>
                    <a:pt x="23" y="4615"/>
                    <a:pt x="27" y="4580"/>
                  </a:cubicBezTo>
                  <a:cubicBezTo>
                    <a:pt x="32" y="4548"/>
                    <a:pt x="38" y="4517"/>
                    <a:pt x="43" y="4485"/>
                  </a:cubicBezTo>
                  <a:cubicBezTo>
                    <a:pt x="48" y="4463"/>
                    <a:pt x="52" y="4440"/>
                    <a:pt x="57" y="4418"/>
                  </a:cubicBezTo>
                  <a:cubicBezTo>
                    <a:pt x="64" y="4386"/>
                    <a:pt x="72" y="4355"/>
                    <a:pt x="79" y="4323"/>
                  </a:cubicBezTo>
                  <a:cubicBezTo>
                    <a:pt x="87" y="4301"/>
                    <a:pt x="95" y="4278"/>
                    <a:pt x="103" y="4256"/>
                  </a:cubicBezTo>
                  <a:lnTo>
                    <a:pt x="1490" y="162"/>
                  </a:lnTo>
                  <a:lnTo>
                    <a:pt x="1490" y="162"/>
                  </a:lnTo>
                  <a:cubicBezTo>
                    <a:pt x="1499" y="137"/>
                    <a:pt x="1508" y="111"/>
                    <a:pt x="1517" y="86"/>
                  </a:cubicBezTo>
                  <a:cubicBezTo>
                    <a:pt x="1525" y="73"/>
                    <a:pt x="1532" y="61"/>
                    <a:pt x="1540" y="48"/>
                  </a:cubicBezTo>
                  <a:cubicBezTo>
                    <a:pt x="1548" y="35"/>
                    <a:pt x="1556" y="23"/>
                    <a:pt x="1564" y="10"/>
                  </a:cubicBezTo>
                  <a:cubicBezTo>
                    <a:pt x="1571" y="7"/>
                    <a:pt x="1579" y="3"/>
                    <a:pt x="1586" y="0"/>
                  </a:cubicBezTo>
                  <a:lnTo>
                    <a:pt x="1607" y="0"/>
                  </a:lnTo>
                  <a:cubicBezTo>
                    <a:pt x="1614" y="10"/>
                    <a:pt x="1622" y="19"/>
                    <a:pt x="1629" y="29"/>
                  </a:cubicBezTo>
                  <a:cubicBezTo>
                    <a:pt x="1635" y="42"/>
                    <a:pt x="1640" y="54"/>
                    <a:pt x="1646" y="67"/>
                  </a:cubicBezTo>
                  <a:cubicBezTo>
                    <a:pt x="1651" y="86"/>
                    <a:pt x="1657" y="105"/>
                    <a:pt x="1662" y="124"/>
                  </a:cubicBezTo>
                  <a:cubicBezTo>
                    <a:pt x="1667" y="146"/>
                    <a:pt x="1671" y="169"/>
                    <a:pt x="1676" y="191"/>
                  </a:cubicBezTo>
                  <a:cubicBezTo>
                    <a:pt x="1681" y="216"/>
                    <a:pt x="1687" y="242"/>
                    <a:pt x="1692" y="267"/>
                  </a:cubicBezTo>
                  <a:cubicBezTo>
                    <a:pt x="1696" y="305"/>
                    <a:pt x="1699" y="344"/>
                    <a:pt x="1703" y="382"/>
                  </a:cubicBezTo>
                  <a:lnTo>
                    <a:pt x="1712" y="487"/>
                  </a:lnTo>
                  <a:cubicBezTo>
                    <a:pt x="1715" y="528"/>
                    <a:pt x="1719" y="570"/>
                    <a:pt x="1722" y="611"/>
                  </a:cubicBezTo>
                  <a:cubicBezTo>
                    <a:pt x="1724" y="662"/>
                    <a:pt x="1725" y="712"/>
                    <a:pt x="1727" y="763"/>
                  </a:cubicBezTo>
                  <a:cubicBezTo>
                    <a:pt x="1728" y="811"/>
                    <a:pt x="1729" y="858"/>
                    <a:pt x="1730" y="906"/>
                  </a:cubicBezTo>
                  <a:lnTo>
                    <a:pt x="1730" y="1069"/>
                  </a:lnTo>
                  <a:lnTo>
                    <a:pt x="1730" y="1069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ffectLst>
              <a:outerShdw blurRad="254000" dist="127000" dir="8100000" algn="tr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prstClr val="white"/>
                </a:solidFill>
                <a:latin typeface="Calibri" panose="020F0502020204030204"/>
                <a:ea typeface="微软雅黑" panose="020B0503020204020204" pitchFamily="34" charset="-122"/>
              </a:endParaRPr>
            </a:p>
          </p:txBody>
        </p:sp>
        <p:sp>
          <p:nvSpPr>
            <p:cNvPr id="20" name="Freeform 12"/>
            <p:cNvSpPr/>
            <p:nvPr/>
          </p:nvSpPr>
          <p:spPr bwMode="auto">
            <a:xfrm flipH="1">
              <a:off x="300538" y="2860554"/>
              <a:ext cx="2740934" cy="1979320"/>
            </a:xfrm>
            <a:custGeom>
              <a:avLst/>
              <a:gdLst>
                <a:gd name="T0" fmla="*/ 1999 w 2052"/>
                <a:gd name="T1" fmla="*/ 334 h 1630"/>
                <a:gd name="T2" fmla="*/ 1741 w 2052"/>
                <a:gd name="T3" fmla="*/ 183 h 1630"/>
                <a:gd name="T4" fmla="*/ 1686 w 2052"/>
                <a:gd name="T5" fmla="*/ 162 h 1630"/>
                <a:gd name="T6" fmla="*/ 1429 w 2052"/>
                <a:gd name="T7" fmla="*/ 11 h 1630"/>
                <a:gd name="T8" fmla="*/ 1419 w 2052"/>
                <a:gd name="T9" fmla="*/ 6 h 1630"/>
                <a:gd name="T10" fmla="*/ 1400 w 2052"/>
                <a:gd name="T11" fmla="*/ 0 h 1630"/>
                <a:gd name="T12" fmla="*/ 1375 w 2052"/>
                <a:gd name="T13" fmla="*/ 2 h 1630"/>
                <a:gd name="T14" fmla="*/ 1347 w 2052"/>
                <a:gd name="T15" fmla="*/ 13 h 1630"/>
                <a:gd name="T16" fmla="*/ 1320 w 2052"/>
                <a:gd name="T17" fmla="*/ 32 h 1630"/>
                <a:gd name="T18" fmla="*/ 633 w 2052"/>
                <a:gd name="T19" fmla="*/ 721 h 1630"/>
                <a:gd name="T20" fmla="*/ 452 w 2052"/>
                <a:gd name="T21" fmla="*/ 902 h 1630"/>
                <a:gd name="T22" fmla="*/ 119 w 2052"/>
                <a:gd name="T23" fmla="*/ 1235 h 1630"/>
                <a:gd name="T24" fmla="*/ 94 w 2052"/>
                <a:gd name="T25" fmla="*/ 1253 h 1630"/>
                <a:gd name="T26" fmla="*/ 56 w 2052"/>
                <a:gd name="T27" fmla="*/ 1270 h 1630"/>
                <a:gd name="T28" fmla="*/ 25 w 2052"/>
                <a:gd name="T29" fmla="*/ 1272 h 1630"/>
                <a:gd name="T30" fmla="*/ 0 w 2052"/>
                <a:gd name="T31" fmla="*/ 1268 h 1630"/>
                <a:gd name="T32" fmla="*/ 54 w 2052"/>
                <a:gd name="T33" fmla="*/ 1300 h 1630"/>
                <a:gd name="T34" fmla="*/ 313 w 2052"/>
                <a:gd name="T35" fmla="*/ 1439 h 1630"/>
                <a:gd name="T36" fmla="*/ 366 w 2052"/>
                <a:gd name="T37" fmla="*/ 1472 h 1630"/>
                <a:gd name="T38" fmla="*/ 624 w 2052"/>
                <a:gd name="T39" fmla="*/ 1622 h 1630"/>
                <a:gd name="T40" fmla="*/ 643 w 2052"/>
                <a:gd name="T41" fmla="*/ 1628 h 1630"/>
                <a:gd name="T42" fmla="*/ 679 w 2052"/>
                <a:gd name="T43" fmla="*/ 1626 h 1630"/>
                <a:gd name="T44" fmla="*/ 706 w 2052"/>
                <a:gd name="T45" fmla="*/ 1615 h 1630"/>
                <a:gd name="T46" fmla="*/ 725 w 2052"/>
                <a:gd name="T47" fmla="*/ 1598 h 1630"/>
                <a:gd name="T48" fmla="*/ 740 w 2052"/>
                <a:gd name="T49" fmla="*/ 1590 h 1630"/>
                <a:gd name="T50" fmla="*/ 1600 w 2052"/>
                <a:gd name="T51" fmla="*/ 730 h 1630"/>
                <a:gd name="T52" fmla="*/ 1943 w 2052"/>
                <a:gd name="T53" fmla="*/ 387 h 1630"/>
                <a:gd name="T54" fmla="*/ 1953 w 2052"/>
                <a:gd name="T55" fmla="*/ 377 h 1630"/>
                <a:gd name="T56" fmla="*/ 1974 w 2052"/>
                <a:gd name="T57" fmla="*/ 366 h 1630"/>
                <a:gd name="T58" fmla="*/ 2002 w 2052"/>
                <a:gd name="T59" fmla="*/ 357 h 1630"/>
                <a:gd name="T60" fmla="*/ 2033 w 2052"/>
                <a:gd name="T61" fmla="*/ 358 h 1630"/>
                <a:gd name="T62" fmla="*/ 2052 w 2052"/>
                <a:gd name="T63" fmla="*/ 366 h 1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052" h="1630">
                  <a:moveTo>
                    <a:pt x="1999" y="334"/>
                  </a:moveTo>
                  <a:lnTo>
                    <a:pt x="1999" y="334"/>
                  </a:lnTo>
                  <a:lnTo>
                    <a:pt x="1741" y="183"/>
                  </a:lnTo>
                  <a:lnTo>
                    <a:pt x="1741" y="183"/>
                  </a:lnTo>
                  <a:lnTo>
                    <a:pt x="1686" y="162"/>
                  </a:lnTo>
                  <a:lnTo>
                    <a:pt x="1686" y="162"/>
                  </a:lnTo>
                  <a:lnTo>
                    <a:pt x="1429" y="11"/>
                  </a:lnTo>
                  <a:lnTo>
                    <a:pt x="1429" y="11"/>
                  </a:lnTo>
                  <a:lnTo>
                    <a:pt x="1429" y="11"/>
                  </a:lnTo>
                  <a:lnTo>
                    <a:pt x="1419" y="6"/>
                  </a:lnTo>
                  <a:lnTo>
                    <a:pt x="1409" y="2"/>
                  </a:lnTo>
                  <a:lnTo>
                    <a:pt x="1400" y="0"/>
                  </a:lnTo>
                  <a:lnTo>
                    <a:pt x="1390" y="0"/>
                  </a:lnTo>
                  <a:lnTo>
                    <a:pt x="1375" y="2"/>
                  </a:lnTo>
                  <a:lnTo>
                    <a:pt x="1360" y="6"/>
                  </a:lnTo>
                  <a:lnTo>
                    <a:pt x="1347" y="13"/>
                  </a:lnTo>
                  <a:lnTo>
                    <a:pt x="1335" y="21"/>
                  </a:lnTo>
                  <a:lnTo>
                    <a:pt x="1320" y="32"/>
                  </a:lnTo>
                  <a:lnTo>
                    <a:pt x="1310" y="32"/>
                  </a:lnTo>
                  <a:lnTo>
                    <a:pt x="633" y="721"/>
                  </a:lnTo>
                  <a:lnTo>
                    <a:pt x="633" y="721"/>
                  </a:lnTo>
                  <a:lnTo>
                    <a:pt x="452" y="902"/>
                  </a:lnTo>
                  <a:lnTo>
                    <a:pt x="452" y="902"/>
                  </a:lnTo>
                  <a:lnTo>
                    <a:pt x="119" y="1235"/>
                  </a:lnTo>
                  <a:lnTo>
                    <a:pt x="119" y="1235"/>
                  </a:lnTo>
                  <a:lnTo>
                    <a:pt x="94" y="1253"/>
                  </a:lnTo>
                  <a:lnTo>
                    <a:pt x="73" y="1262"/>
                  </a:lnTo>
                  <a:lnTo>
                    <a:pt x="56" y="1270"/>
                  </a:lnTo>
                  <a:lnTo>
                    <a:pt x="39" y="1272"/>
                  </a:lnTo>
                  <a:lnTo>
                    <a:pt x="25" y="1272"/>
                  </a:lnTo>
                  <a:lnTo>
                    <a:pt x="14" y="1270"/>
                  </a:lnTo>
                  <a:lnTo>
                    <a:pt x="0" y="1268"/>
                  </a:lnTo>
                  <a:lnTo>
                    <a:pt x="54" y="1300"/>
                  </a:lnTo>
                  <a:lnTo>
                    <a:pt x="54" y="1300"/>
                  </a:lnTo>
                  <a:lnTo>
                    <a:pt x="313" y="1439"/>
                  </a:lnTo>
                  <a:lnTo>
                    <a:pt x="313" y="1439"/>
                  </a:lnTo>
                  <a:lnTo>
                    <a:pt x="366" y="1472"/>
                  </a:lnTo>
                  <a:lnTo>
                    <a:pt x="366" y="1472"/>
                  </a:lnTo>
                  <a:lnTo>
                    <a:pt x="624" y="1622"/>
                  </a:lnTo>
                  <a:lnTo>
                    <a:pt x="624" y="1622"/>
                  </a:lnTo>
                  <a:lnTo>
                    <a:pt x="624" y="1622"/>
                  </a:lnTo>
                  <a:lnTo>
                    <a:pt x="643" y="1628"/>
                  </a:lnTo>
                  <a:lnTo>
                    <a:pt x="662" y="1630"/>
                  </a:lnTo>
                  <a:lnTo>
                    <a:pt x="679" y="1626"/>
                  </a:lnTo>
                  <a:lnTo>
                    <a:pt x="694" y="1622"/>
                  </a:lnTo>
                  <a:lnTo>
                    <a:pt x="706" y="1615"/>
                  </a:lnTo>
                  <a:lnTo>
                    <a:pt x="717" y="1607"/>
                  </a:lnTo>
                  <a:lnTo>
                    <a:pt x="725" y="1598"/>
                  </a:lnTo>
                  <a:lnTo>
                    <a:pt x="731" y="1590"/>
                  </a:lnTo>
                  <a:lnTo>
                    <a:pt x="740" y="1590"/>
                  </a:lnTo>
                  <a:lnTo>
                    <a:pt x="1429" y="902"/>
                  </a:lnTo>
                  <a:lnTo>
                    <a:pt x="1600" y="730"/>
                  </a:lnTo>
                  <a:lnTo>
                    <a:pt x="1600" y="730"/>
                  </a:lnTo>
                  <a:lnTo>
                    <a:pt x="1943" y="387"/>
                  </a:lnTo>
                  <a:lnTo>
                    <a:pt x="1943" y="387"/>
                  </a:lnTo>
                  <a:lnTo>
                    <a:pt x="1953" y="377"/>
                  </a:lnTo>
                  <a:lnTo>
                    <a:pt x="1964" y="372"/>
                  </a:lnTo>
                  <a:lnTo>
                    <a:pt x="1974" y="366"/>
                  </a:lnTo>
                  <a:lnTo>
                    <a:pt x="1983" y="362"/>
                  </a:lnTo>
                  <a:lnTo>
                    <a:pt x="2002" y="357"/>
                  </a:lnTo>
                  <a:lnTo>
                    <a:pt x="2018" y="357"/>
                  </a:lnTo>
                  <a:lnTo>
                    <a:pt x="2033" y="358"/>
                  </a:lnTo>
                  <a:lnTo>
                    <a:pt x="2042" y="362"/>
                  </a:lnTo>
                  <a:lnTo>
                    <a:pt x="2052" y="366"/>
                  </a:lnTo>
                  <a:lnTo>
                    <a:pt x="1999" y="33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600"/>
            </a:p>
          </p:txBody>
        </p:sp>
        <p:grpSp>
          <p:nvGrpSpPr>
            <p:cNvPr id="21" name="组合 11"/>
            <p:cNvGrpSpPr/>
            <p:nvPr/>
          </p:nvGrpSpPr>
          <p:grpSpPr>
            <a:xfrm flipH="1">
              <a:off x="3728044" y="2860554"/>
              <a:ext cx="2740932" cy="1981749"/>
              <a:chOff x="4503738" y="2711450"/>
              <a:chExt cx="3257550" cy="2590800"/>
            </a:xfrm>
          </p:grpSpPr>
          <p:sp>
            <p:nvSpPr>
              <p:cNvPr id="26" name="Line 13"/>
              <p:cNvSpPr>
                <a:spLocks noChangeShapeType="1"/>
              </p:cNvSpPr>
              <p:nvPr/>
            </p:nvSpPr>
            <p:spPr bwMode="auto">
              <a:xfrm>
                <a:off x="5935663" y="5302250"/>
                <a:ext cx="0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600"/>
              </a:p>
            </p:txBody>
          </p:sp>
          <p:sp>
            <p:nvSpPr>
              <p:cNvPr id="27" name="Line 14"/>
              <p:cNvSpPr>
                <a:spLocks noChangeShapeType="1"/>
              </p:cNvSpPr>
              <p:nvPr/>
            </p:nvSpPr>
            <p:spPr bwMode="auto">
              <a:xfrm>
                <a:off x="5935663" y="5302250"/>
                <a:ext cx="0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600"/>
              </a:p>
            </p:txBody>
          </p:sp>
          <p:sp>
            <p:nvSpPr>
              <p:cNvPr id="28" name="Freeform 15"/>
              <p:cNvSpPr/>
              <p:nvPr/>
            </p:nvSpPr>
            <p:spPr bwMode="auto">
              <a:xfrm>
                <a:off x="4503738" y="2711450"/>
                <a:ext cx="3257550" cy="2587625"/>
              </a:xfrm>
              <a:custGeom>
                <a:avLst/>
                <a:gdLst>
                  <a:gd name="T0" fmla="*/ 1996 w 2052"/>
                  <a:gd name="T1" fmla="*/ 334 h 1630"/>
                  <a:gd name="T2" fmla="*/ 1741 w 2052"/>
                  <a:gd name="T3" fmla="*/ 183 h 1630"/>
                  <a:gd name="T4" fmla="*/ 1685 w 2052"/>
                  <a:gd name="T5" fmla="*/ 162 h 1630"/>
                  <a:gd name="T6" fmla="*/ 1428 w 2052"/>
                  <a:gd name="T7" fmla="*/ 11 h 1630"/>
                  <a:gd name="T8" fmla="*/ 1419 w 2052"/>
                  <a:gd name="T9" fmla="*/ 6 h 1630"/>
                  <a:gd name="T10" fmla="*/ 1399 w 2052"/>
                  <a:gd name="T11" fmla="*/ 0 h 1630"/>
                  <a:gd name="T12" fmla="*/ 1373 w 2052"/>
                  <a:gd name="T13" fmla="*/ 2 h 1630"/>
                  <a:gd name="T14" fmla="*/ 1346 w 2052"/>
                  <a:gd name="T15" fmla="*/ 13 h 1630"/>
                  <a:gd name="T16" fmla="*/ 1321 w 2052"/>
                  <a:gd name="T17" fmla="*/ 32 h 1630"/>
                  <a:gd name="T18" fmla="*/ 622 w 2052"/>
                  <a:gd name="T19" fmla="*/ 721 h 1630"/>
                  <a:gd name="T20" fmla="*/ 450 w 2052"/>
                  <a:gd name="T21" fmla="*/ 902 h 1630"/>
                  <a:gd name="T22" fmla="*/ 118 w 2052"/>
                  <a:gd name="T23" fmla="*/ 1235 h 1630"/>
                  <a:gd name="T24" fmla="*/ 95 w 2052"/>
                  <a:gd name="T25" fmla="*/ 1253 h 1630"/>
                  <a:gd name="T26" fmla="*/ 55 w 2052"/>
                  <a:gd name="T27" fmla="*/ 1270 h 1630"/>
                  <a:gd name="T28" fmla="*/ 27 w 2052"/>
                  <a:gd name="T29" fmla="*/ 1272 h 1630"/>
                  <a:gd name="T30" fmla="*/ 0 w 2052"/>
                  <a:gd name="T31" fmla="*/ 1268 h 1630"/>
                  <a:gd name="T32" fmla="*/ 53 w 2052"/>
                  <a:gd name="T33" fmla="*/ 1300 h 1630"/>
                  <a:gd name="T34" fmla="*/ 311 w 2052"/>
                  <a:gd name="T35" fmla="*/ 1439 h 1630"/>
                  <a:gd name="T36" fmla="*/ 357 w 2052"/>
                  <a:gd name="T37" fmla="*/ 1472 h 1630"/>
                  <a:gd name="T38" fmla="*/ 622 w 2052"/>
                  <a:gd name="T39" fmla="*/ 1622 h 1630"/>
                  <a:gd name="T40" fmla="*/ 643 w 2052"/>
                  <a:gd name="T41" fmla="*/ 1628 h 1630"/>
                  <a:gd name="T42" fmla="*/ 677 w 2052"/>
                  <a:gd name="T43" fmla="*/ 1626 h 1630"/>
                  <a:gd name="T44" fmla="*/ 705 w 2052"/>
                  <a:gd name="T45" fmla="*/ 1615 h 1630"/>
                  <a:gd name="T46" fmla="*/ 725 w 2052"/>
                  <a:gd name="T47" fmla="*/ 1598 h 1630"/>
                  <a:gd name="T48" fmla="*/ 742 w 2052"/>
                  <a:gd name="T49" fmla="*/ 1590 h 1630"/>
                  <a:gd name="T50" fmla="*/ 1602 w 2052"/>
                  <a:gd name="T51" fmla="*/ 730 h 1630"/>
                  <a:gd name="T52" fmla="*/ 1945 w 2052"/>
                  <a:gd name="T53" fmla="*/ 387 h 1630"/>
                  <a:gd name="T54" fmla="*/ 1954 w 2052"/>
                  <a:gd name="T55" fmla="*/ 377 h 1630"/>
                  <a:gd name="T56" fmla="*/ 1973 w 2052"/>
                  <a:gd name="T57" fmla="*/ 366 h 1630"/>
                  <a:gd name="T58" fmla="*/ 2002 w 2052"/>
                  <a:gd name="T59" fmla="*/ 357 h 1630"/>
                  <a:gd name="T60" fmla="*/ 2031 w 2052"/>
                  <a:gd name="T61" fmla="*/ 358 h 1630"/>
                  <a:gd name="T62" fmla="*/ 2052 w 2052"/>
                  <a:gd name="T63" fmla="*/ 366 h 16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2052" h="1630">
                    <a:moveTo>
                      <a:pt x="1996" y="334"/>
                    </a:moveTo>
                    <a:lnTo>
                      <a:pt x="1996" y="334"/>
                    </a:lnTo>
                    <a:lnTo>
                      <a:pt x="1741" y="183"/>
                    </a:lnTo>
                    <a:lnTo>
                      <a:pt x="1741" y="183"/>
                    </a:lnTo>
                    <a:lnTo>
                      <a:pt x="1685" y="162"/>
                    </a:lnTo>
                    <a:lnTo>
                      <a:pt x="1685" y="162"/>
                    </a:lnTo>
                    <a:lnTo>
                      <a:pt x="1428" y="11"/>
                    </a:lnTo>
                    <a:lnTo>
                      <a:pt x="1428" y="11"/>
                    </a:lnTo>
                    <a:lnTo>
                      <a:pt x="1428" y="11"/>
                    </a:lnTo>
                    <a:lnTo>
                      <a:pt x="1419" y="6"/>
                    </a:lnTo>
                    <a:lnTo>
                      <a:pt x="1409" y="2"/>
                    </a:lnTo>
                    <a:lnTo>
                      <a:pt x="1399" y="0"/>
                    </a:lnTo>
                    <a:lnTo>
                      <a:pt x="1390" y="0"/>
                    </a:lnTo>
                    <a:lnTo>
                      <a:pt x="1373" y="2"/>
                    </a:lnTo>
                    <a:lnTo>
                      <a:pt x="1359" y="6"/>
                    </a:lnTo>
                    <a:lnTo>
                      <a:pt x="1346" y="13"/>
                    </a:lnTo>
                    <a:lnTo>
                      <a:pt x="1335" y="21"/>
                    </a:lnTo>
                    <a:lnTo>
                      <a:pt x="1321" y="32"/>
                    </a:lnTo>
                    <a:lnTo>
                      <a:pt x="1321" y="32"/>
                    </a:lnTo>
                    <a:lnTo>
                      <a:pt x="622" y="721"/>
                    </a:lnTo>
                    <a:lnTo>
                      <a:pt x="622" y="721"/>
                    </a:lnTo>
                    <a:lnTo>
                      <a:pt x="450" y="902"/>
                    </a:lnTo>
                    <a:lnTo>
                      <a:pt x="450" y="902"/>
                    </a:lnTo>
                    <a:lnTo>
                      <a:pt x="118" y="1235"/>
                    </a:lnTo>
                    <a:lnTo>
                      <a:pt x="118" y="1235"/>
                    </a:lnTo>
                    <a:lnTo>
                      <a:pt x="95" y="1253"/>
                    </a:lnTo>
                    <a:lnTo>
                      <a:pt x="74" y="1262"/>
                    </a:lnTo>
                    <a:lnTo>
                      <a:pt x="55" y="1270"/>
                    </a:lnTo>
                    <a:lnTo>
                      <a:pt x="40" y="1272"/>
                    </a:lnTo>
                    <a:lnTo>
                      <a:pt x="27" y="1272"/>
                    </a:lnTo>
                    <a:lnTo>
                      <a:pt x="15" y="1270"/>
                    </a:lnTo>
                    <a:lnTo>
                      <a:pt x="0" y="1268"/>
                    </a:lnTo>
                    <a:lnTo>
                      <a:pt x="53" y="1300"/>
                    </a:lnTo>
                    <a:lnTo>
                      <a:pt x="53" y="1300"/>
                    </a:lnTo>
                    <a:lnTo>
                      <a:pt x="311" y="1439"/>
                    </a:lnTo>
                    <a:lnTo>
                      <a:pt x="311" y="1439"/>
                    </a:lnTo>
                    <a:lnTo>
                      <a:pt x="357" y="1472"/>
                    </a:lnTo>
                    <a:lnTo>
                      <a:pt x="357" y="1472"/>
                    </a:lnTo>
                    <a:lnTo>
                      <a:pt x="622" y="1622"/>
                    </a:lnTo>
                    <a:lnTo>
                      <a:pt x="622" y="1622"/>
                    </a:lnTo>
                    <a:lnTo>
                      <a:pt x="622" y="1622"/>
                    </a:lnTo>
                    <a:lnTo>
                      <a:pt x="643" y="1628"/>
                    </a:lnTo>
                    <a:lnTo>
                      <a:pt x="660" y="1630"/>
                    </a:lnTo>
                    <a:lnTo>
                      <a:pt x="677" y="1626"/>
                    </a:lnTo>
                    <a:lnTo>
                      <a:pt x="692" y="1622"/>
                    </a:lnTo>
                    <a:lnTo>
                      <a:pt x="705" y="1615"/>
                    </a:lnTo>
                    <a:lnTo>
                      <a:pt x="715" y="1607"/>
                    </a:lnTo>
                    <a:lnTo>
                      <a:pt x="725" y="1598"/>
                    </a:lnTo>
                    <a:lnTo>
                      <a:pt x="728" y="1590"/>
                    </a:lnTo>
                    <a:lnTo>
                      <a:pt x="742" y="1590"/>
                    </a:lnTo>
                    <a:lnTo>
                      <a:pt x="1428" y="902"/>
                    </a:lnTo>
                    <a:lnTo>
                      <a:pt x="1602" y="730"/>
                    </a:lnTo>
                    <a:lnTo>
                      <a:pt x="1602" y="730"/>
                    </a:lnTo>
                    <a:lnTo>
                      <a:pt x="1945" y="387"/>
                    </a:lnTo>
                    <a:lnTo>
                      <a:pt x="1945" y="387"/>
                    </a:lnTo>
                    <a:lnTo>
                      <a:pt x="1954" y="377"/>
                    </a:lnTo>
                    <a:lnTo>
                      <a:pt x="1964" y="372"/>
                    </a:lnTo>
                    <a:lnTo>
                      <a:pt x="1973" y="366"/>
                    </a:lnTo>
                    <a:lnTo>
                      <a:pt x="1983" y="362"/>
                    </a:lnTo>
                    <a:lnTo>
                      <a:pt x="2002" y="357"/>
                    </a:lnTo>
                    <a:lnTo>
                      <a:pt x="2017" y="357"/>
                    </a:lnTo>
                    <a:lnTo>
                      <a:pt x="2031" y="358"/>
                    </a:lnTo>
                    <a:lnTo>
                      <a:pt x="2042" y="362"/>
                    </a:lnTo>
                    <a:lnTo>
                      <a:pt x="2052" y="366"/>
                    </a:lnTo>
                    <a:lnTo>
                      <a:pt x="1996" y="33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600"/>
              </a:p>
            </p:txBody>
          </p:sp>
        </p:grpSp>
        <p:sp>
          <p:nvSpPr>
            <p:cNvPr id="22" name="Freeform 16"/>
            <p:cNvSpPr/>
            <p:nvPr/>
          </p:nvSpPr>
          <p:spPr bwMode="auto">
            <a:xfrm flipH="1">
              <a:off x="2034326" y="2860554"/>
              <a:ext cx="2740933" cy="1979320"/>
            </a:xfrm>
            <a:custGeom>
              <a:avLst/>
              <a:gdLst>
                <a:gd name="T0" fmla="*/ 1996 w 2052"/>
                <a:gd name="T1" fmla="*/ 334 h 1630"/>
                <a:gd name="T2" fmla="*/ 1739 w 2052"/>
                <a:gd name="T3" fmla="*/ 183 h 1630"/>
                <a:gd name="T4" fmla="*/ 1685 w 2052"/>
                <a:gd name="T5" fmla="*/ 162 h 1630"/>
                <a:gd name="T6" fmla="*/ 1428 w 2052"/>
                <a:gd name="T7" fmla="*/ 11 h 1630"/>
                <a:gd name="T8" fmla="*/ 1419 w 2052"/>
                <a:gd name="T9" fmla="*/ 6 h 1630"/>
                <a:gd name="T10" fmla="*/ 1399 w 2052"/>
                <a:gd name="T11" fmla="*/ 0 h 1630"/>
                <a:gd name="T12" fmla="*/ 1373 w 2052"/>
                <a:gd name="T13" fmla="*/ 2 h 1630"/>
                <a:gd name="T14" fmla="*/ 1346 w 2052"/>
                <a:gd name="T15" fmla="*/ 13 h 1630"/>
                <a:gd name="T16" fmla="*/ 1321 w 2052"/>
                <a:gd name="T17" fmla="*/ 32 h 1630"/>
                <a:gd name="T18" fmla="*/ 622 w 2052"/>
                <a:gd name="T19" fmla="*/ 721 h 1630"/>
                <a:gd name="T20" fmla="*/ 450 w 2052"/>
                <a:gd name="T21" fmla="*/ 902 h 1630"/>
                <a:gd name="T22" fmla="*/ 107 w 2052"/>
                <a:gd name="T23" fmla="*/ 1235 h 1630"/>
                <a:gd name="T24" fmla="*/ 97 w 2052"/>
                <a:gd name="T25" fmla="*/ 1245 h 1630"/>
                <a:gd name="T26" fmla="*/ 67 w 2052"/>
                <a:gd name="T27" fmla="*/ 1262 h 1630"/>
                <a:gd name="T28" fmla="*/ 32 w 2052"/>
                <a:gd name="T29" fmla="*/ 1272 h 1630"/>
                <a:gd name="T30" fmla="*/ 8 w 2052"/>
                <a:gd name="T31" fmla="*/ 1270 h 1630"/>
                <a:gd name="T32" fmla="*/ 53 w 2052"/>
                <a:gd name="T33" fmla="*/ 1300 h 1630"/>
                <a:gd name="T34" fmla="*/ 311 w 2052"/>
                <a:gd name="T35" fmla="*/ 1439 h 1630"/>
                <a:gd name="T36" fmla="*/ 366 w 2052"/>
                <a:gd name="T37" fmla="*/ 1472 h 1630"/>
                <a:gd name="T38" fmla="*/ 622 w 2052"/>
                <a:gd name="T39" fmla="*/ 1622 h 1630"/>
                <a:gd name="T40" fmla="*/ 622 w 2052"/>
                <a:gd name="T41" fmla="*/ 1622 h 1630"/>
                <a:gd name="T42" fmla="*/ 660 w 2052"/>
                <a:gd name="T43" fmla="*/ 1630 h 1630"/>
                <a:gd name="T44" fmla="*/ 692 w 2052"/>
                <a:gd name="T45" fmla="*/ 1622 h 1630"/>
                <a:gd name="T46" fmla="*/ 715 w 2052"/>
                <a:gd name="T47" fmla="*/ 1607 h 1630"/>
                <a:gd name="T48" fmla="*/ 728 w 2052"/>
                <a:gd name="T49" fmla="*/ 1590 h 1630"/>
                <a:gd name="T50" fmla="*/ 1428 w 2052"/>
                <a:gd name="T51" fmla="*/ 902 h 1630"/>
                <a:gd name="T52" fmla="*/ 1600 w 2052"/>
                <a:gd name="T53" fmla="*/ 730 h 1630"/>
                <a:gd name="T54" fmla="*/ 1945 w 2052"/>
                <a:gd name="T55" fmla="*/ 387 h 1630"/>
                <a:gd name="T56" fmla="*/ 1964 w 2052"/>
                <a:gd name="T57" fmla="*/ 372 h 1630"/>
                <a:gd name="T58" fmla="*/ 1983 w 2052"/>
                <a:gd name="T59" fmla="*/ 362 h 1630"/>
                <a:gd name="T60" fmla="*/ 2017 w 2052"/>
                <a:gd name="T61" fmla="*/ 357 h 1630"/>
                <a:gd name="T62" fmla="*/ 2042 w 2052"/>
                <a:gd name="T63" fmla="*/ 362 h 1630"/>
                <a:gd name="T64" fmla="*/ 1996 w 2052"/>
                <a:gd name="T65" fmla="*/ 334 h 1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52" h="1630">
                  <a:moveTo>
                    <a:pt x="1996" y="334"/>
                  </a:moveTo>
                  <a:lnTo>
                    <a:pt x="1996" y="334"/>
                  </a:lnTo>
                  <a:lnTo>
                    <a:pt x="1739" y="183"/>
                  </a:lnTo>
                  <a:lnTo>
                    <a:pt x="1739" y="183"/>
                  </a:lnTo>
                  <a:lnTo>
                    <a:pt x="1685" y="162"/>
                  </a:lnTo>
                  <a:lnTo>
                    <a:pt x="1685" y="162"/>
                  </a:lnTo>
                  <a:lnTo>
                    <a:pt x="1428" y="11"/>
                  </a:lnTo>
                  <a:lnTo>
                    <a:pt x="1428" y="11"/>
                  </a:lnTo>
                  <a:lnTo>
                    <a:pt x="1428" y="11"/>
                  </a:lnTo>
                  <a:lnTo>
                    <a:pt x="1419" y="6"/>
                  </a:lnTo>
                  <a:lnTo>
                    <a:pt x="1409" y="2"/>
                  </a:lnTo>
                  <a:lnTo>
                    <a:pt x="1399" y="0"/>
                  </a:lnTo>
                  <a:lnTo>
                    <a:pt x="1390" y="0"/>
                  </a:lnTo>
                  <a:lnTo>
                    <a:pt x="1373" y="2"/>
                  </a:lnTo>
                  <a:lnTo>
                    <a:pt x="1357" y="6"/>
                  </a:lnTo>
                  <a:lnTo>
                    <a:pt x="1346" y="13"/>
                  </a:lnTo>
                  <a:lnTo>
                    <a:pt x="1335" y="21"/>
                  </a:lnTo>
                  <a:lnTo>
                    <a:pt x="1321" y="32"/>
                  </a:lnTo>
                  <a:lnTo>
                    <a:pt x="1310" y="32"/>
                  </a:lnTo>
                  <a:lnTo>
                    <a:pt x="622" y="721"/>
                  </a:lnTo>
                  <a:lnTo>
                    <a:pt x="622" y="721"/>
                  </a:lnTo>
                  <a:lnTo>
                    <a:pt x="450" y="902"/>
                  </a:lnTo>
                  <a:lnTo>
                    <a:pt x="450" y="902"/>
                  </a:lnTo>
                  <a:lnTo>
                    <a:pt x="107" y="1235"/>
                  </a:lnTo>
                  <a:lnTo>
                    <a:pt x="107" y="1235"/>
                  </a:lnTo>
                  <a:lnTo>
                    <a:pt x="97" y="1245"/>
                  </a:lnTo>
                  <a:lnTo>
                    <a:pt x="86" y="1253"/>
                  </a:lnTo>
                  <a:lnTo>
                    <a:pt x="67" y="1262"/>
                  </a:lnTo>
                  <a:lnTo>
                    <a:pt x="49" y="1270"/>
                  </a:lnTo>
                  <a:lnTo>
                    <a:pt x="32" y="1272"/>
                  </a:lnTo>
                  <a:lnTo>
                    <a:pt x="19" y="1272"/>
                  </a:lnTo>
                  <a:lnTo>
                    <a:pt x="8" y="1270"/>
                  </a:lnTo>
                  <a:lnTo>
                    <a:pt x="0" y="1268"/>
                  </a:lnTo>
                  <a:lnTo>
                    <a:pt x="53" y="1300"/>
                  </a:lnTo>
                  <a:lnTo>
                    <a:pt x="53" y="1300"/>
                  </a:lnTo>
                  <a:lnTo>
                    <a:pt x="311" y="1439"/>
                  </a:lnTo>
                  <a:lnTo>
                    <a:pt x="311" y="1439"/>
                  </a:lnTo>
                  <a:lnTo>
                    <a:pt x="366" y="1472"/>
                  </a:lnTo>
                  <a:lnTo>
                    <a:pt x="366" y="1472"/>
                  </a:lnTo>
                  <a:lnTo>
                    <a:pt x="622" y="1622"/>
                  </a:lnTo>
                  <a:lnTo>
                    <a:pt x="622" y="1622"/>
                  </a:lnTo>
                  <a:lnTo>
                    <a:pt x="622" y="1622"/>
                  </a:lnTo>
                  <a:lnTo>
                    <a:pt x="641" y="1628"/>
                  </a:lnTo>
                  <a:lnTo>
                    <a:pt x="660" y="1630"/>
                  </a:lnTo>
                  <a:lnTo>
                    <a:pt x="677" y="1626"/>
                  </a:lnTo>
                  <a:lnTo>
                    <a:pt x="692" y="1622"/>
                  </a:lnTo>
                  <a:lnTo>
                    <a:pt x="705" y="1615"/>
                  </a:lnTo>
                  <a:lnTo>
                    <a:pt x="715" y="1607"/>
                  </a:lnTo>
                  <a:lnTo>
                    <a:pt x="723" y="1598"/>
                  </a:lnTo>
                  <a:lnTo>
                    <a:pt x="728" y="1590"/>
                  </a:lnTo>
                  <a:lnTo>
                    <a:pt x="728" y="1590"/>
                  </a:lnTo>
                  <a:lnTo>
                    <a:pt x="1428" y="902"/>
                  </a:lnTo>
                  <a:lnTo>
                    <a:pt x="1600" y="730"/>
                  </a:lnTo>
                  <a:lnTo>
                    <a:pt x="1600" y="730"/>
                  </a:lnTo>
                  <a:lnTo>
                    <a:pt x="1945" y="387"/>
                  </a:lnTo>
                  <a:lnTo>
                    <a:pt x="1945" y="387"/>
                  </a:lnTo>
                  <a:lnTo>
                    <a:pt x="1954" y="377"/>
                  </a:lnTo>
                  <a:lnTo>
                    <a:pt x="1964" y="372"/>
                  </a:lnTo>
                  <a:lnTo>
                    <a:pt x="1973" y="366"/>
                  </a:lnTo>
                  <a:lnTo>
                    <a:pt x="1983" y="362"/>
                  </a:lnTo>
                  <a:lnTo>
                    <a:pt x="2000" y="357"/>
                  </a:lnTo>
                  <a:lnTo>
                    <a:pt x="2017" y="357"/>
                  </a:lnTo>
                  <a:lnTo>
                    <a:pt x="2031" y="358"/>
                  </a:lnTo>
                  <a:lnTo>
                    <a:pt x="2042" y="362"/>
                  </a:lnTo>
                  <a:lnTo>
                    <a:pt x="2052" y="366"/>
                  </a:lnTo>
                  <a:lnTo>
                    <a:pt x="1996" y="3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600"/>
            </a:p>
          </p:txBody>
        </p:sp>
        <p:grpSp>
          <p:nvGrpSpPr>
            <p:cNvPr id="62" name="PA-组合 11"/>
            <p:cNvGrpSpPr/>
            <p:nvPr>
              <p:custDataLst>
                <p:tags r:id="rId4"/>
              </p:custDataLst>
            </p:nvPr>
          </p:nvGrpSpPr>
          <p:grpSpPr>
            <a:xfrm flipH="1">
              <a:off x="5549932" y="2860554"/>
              <a:ext cx="2740932" cy="1981749"/>
              <a:chOff x="4503738" y="2711450"/>
              <a:chExt cx="3257550" cy="2590800"/>
            </a:xfrm>
          </p:grpSpPr>
          <p:sp>
            <p:nvSpPr>
              <p:cNvPr id="63" name="PA-Line 13"/>
              <p:cNvSpPr>
                <a:spLocks noChangeShapeType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5935663" y="5302250"/>
                <a:ext cx="0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600"/>
              </a:p>
            </p:txBody>
          </p:sp>
          <p:sp>
            <p:nvSpPr>
              <p:cNvPr id="64" name="PA-Line 14"/>
              <p:cNvSpPr>
                <a:spLocks noChangeShapeType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5935663" y="5302250"/>
                <a:ext cx="0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600"/>
              </a:p>
            </p:txBody>
          </p:sp>
          <p:sp>
            <p:nvSpPr>
              <p:cNvPr id="65" name="PA-任意多边形 15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4503738" y="2711450"/>
                <a:ext cx="3257550" cy="2587625"/>
              </a:xfrm>
              <a:custGeom>
                <a:avLst/>
                <a:gdLst>
                  <a:gd name="T0" fmla="*/ 1996 w 2052"/>
                  <a:gd name="T1" fmla="*/ 334 h 1630"/>
                  <a:gd name="T2" fmla="*/ 1741 w 2052"/>
                  <a:gd name="T3" fmla="*/ 183 h 1630"/>
                  <a:gd name="T4" fmla="*/ 1685 w 2052"/>
                  <a:gd name="T5" fmla="*/ 162 h 1630"/>
                  <a:gd name="T6" fmla="*/ 1428 w 2052"/>
                  <a:gd name="T7" fmla="*/ 11 h 1630"/>
                  <a:gd name="T8" fmla="*/ 1419 w 2052"/>
                  <a:gd name="T9" fmla="*/ 6 h 1630"/>
                  <a:gd name="T10" fmla="*/ 1399 w 2052"/>
                  <a:gd name="T11" fmla="*/ 0 h 1630"/>
                  <a:gd name="T12" fmla="*/ 1373 w 2052"/>
                  <a:gd name="T13" fmla="*/ 2 h 1630"/>
                  <a:gd name="T14" fmla="*/ 1346 w 2052"/>
                  <a:gd name="T15" fmla="*/ 13 h 1630"/>
                  <a:gd name="T16" fmla="*/ 1321 w 2052"/>
                  <a:gd name="T17" fmla="*/ 32 h 1630"/>
                  <a:gd name="T18" fmla="*/ 622 w 2052"/>
                  <a:gd name="T19" fmla="*/ 721 h 1630"/>
                  <a:gd name="T20" fmla="*/ 450 w 2052"/>
                  <a:gd name="T21" fmla="*/ 902 h 1630"/>
                  <a:gd name="T22" fmla="*/ 118 w 2052"/>
                  <a:gd name="T23" fmla="*/ 1235 h 1630"/>
                  <a:gd name="T24" fmla="*/ 95 w 2052"/>
                  <a:gd name="T25" fmla="*/ 1253 h 1630"/>
                  <a:gd name="T26" fmla="*/ 55 w 2052"/>
                  <a:gd name="T27" fmla="*/ 1270 h 1630"/>
                  <a:gd name="T28" fmla="*/ 27 w 2052"/>
                  <a:gd name="T29" fmla="*/ 1272 h 1630"/>
                  <a:gd name="T30" fmla="*/ 0 w 2052"/>
                  <a:gd name="T31" fmla="*/ 1268 h 1630"/>
                  <a:gd name="T32" fmla="*/ 53 w 2052"/>
                  <a:gd name="T33" fmla="*/ 1300 h 1630"/>
                  <a:gd name="T34" fmla="*/ 311 w 2052"/>
                  <a:gd name="T35" fmla="*/ 1439 h 1630"/>
                  <a:gd name="T36" fmla="*/ 357 w 2052"/>
                  <a:gd name="T37" fmla="*/ 1472 h 1630"/>
                  <a:gd name="T38" fmla="*/ 622 w 2052"/>
                  <a:gd name="T39" fmla="*/ 1622 h 1630"/>
                  <a:gd name="T40" fmla="*/ 643 w 2052"/>
                  <a:gd name="T41" fmla="*/ 1628 h 1630"/>
                  <a:gd name="T42" fmla="*/ 677 w 2052"/>
                  <a:gd name="T43" fmla="*/ 1626 h 1630"/>
                  <a:gd name="T44" fmla="*/ 705 w 2052"/>
                  <a:gd name="T45" fmla="*/ 1615 h 1630"/>
                  <a:gd name="T46" fmla="*/ 725 w 2052"/>
                  <a:gd name="T47" fmla="*/ 1598 h 1630"/>
                  <a:gd name="T48" fmla="*/ 742 w 2052"/>
                  <a:gd name="T49" fmla="*/ 1590 h 1630"/>
                  <a:gd name="T50" fmla="*/ 1602 w 2052"/>
                  <a:gd name="T51" fmla="*/ 730 h 1630"/>
                  <a:gd name="T52" fmla="*/ 1945 w 2052"/>
                  <a:gd name="T53" fmla="*/ 387 h 1630"/>
                  <a:gd name="T54" fmla="*/ 1954 w 2052"/>
                  <a:gd name="T55" fmla="*/ 377 h 1630"/>
                  <a:gd name="T56" fmla="*/ 1973 w 2052"/>
                  <a:gd name="T57" fmla="*/ 366 h 1630"/>
                  <a:gd name="T58" fmla="*/ 2002 w 2052"/>
                  <a:gd name="T59" fmla="*/ 357 h 1630"/>
                  <a:gd name="T60" fmla="*/ 2031 w 2052"/>
                  <a:gd name="T61" fmla="*/ 358 h 1630"/>
                  <a:gd name="T62" fmla="*/ 2052 w 2052"/>
                  <a:gd name="T63" fmla="*/ 366 h 16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2052" h="1630">
                    <a:moveTo>
                      <a:pt x="1996" y="334"/>
                    </a:moveTo>
                    <a:lnTo>
                      <a:pt x="1996" y="334"/>
                    </a:lnTo>
                    <a:lnTo>
                      <a:pt x="1741" y="183"/>
                    </a:lnTo>
                    <a:lnTo>
                      <a:pt x="1741" y="183"/>
                    </a:lnTo>
                    <a:lnTo>
                      <a:pt x="1685" y="162"/>
                    </a:lnTo>
                    <a:lnTo>
                      <a:pt x="1685" y="162"/>
                    </a:lnTo>
                    <a:lnTo>
                      <a:pt x="1428" y="11"/>
                    </a:lnTo>
                    <a:lnTo>
                      <a:pt x="1428" y="11"/>
                    </a:lnTo>
                    <a:lnTo>
                      <a:pt x="1428" y="11"/>
                    </a:lnTo>
                    <a:lnTo>
                      <a:pt x="1419" y="6"/>
                    </a:lnTo>
                    <a:lnTo>
                      <a:pt x="1409" y="2"/>
                    </a:lnTo>
                    <a:lnTo>
                      <a:pt x="1399" y="0"/>
                    </a:lnTo>
                    <a:lnTo>
                      <a:pt x="1390" y="0"/>
                    </a:lnTo>
                    <a:lnTo>
                      <a:pt x="1373" y="2"/>
                    </a:lnTo>
                    <a:lnTo>
                      <a:pt x="1359" y="6"/>
                    </a:lnTo>
                    <a:lnTo>
                      <a:pt x="1346" y="13"/>
                    </a:lnTo>
                    <a:lnTo>
                      <a:pt x="1335" y="21"/>
                    </a:lnTo>
                    <a:lnTo>
                      <a:pt x="1321" y="32"/>
                    </a:lnTo>
                    <a:lnTo>
                      <a:pt x="1321" y="32"/>
                    </a:lnTo>
                    <a:lnTo>
                      <a:pt x="622" y="721"/>
                    </a:lnTo>
                    <a:lnTo>
                      <a:pt x="622" y="721"/>
                    </a:lnTo>
                    <a:lnTo>
                      <a:pt x="450" y="902"/>
                    </a:lnTo>
                    <a:lnTo>
                      <a:pt x="450" y="902"/>
                    </a:lnTo>
                    <a:lnTo>
                      <a:pt x="118" y="1235"/>
                    </a:lnTo>
                    <a:lnTo>
                      <a:pt x="118" y="1235"/>
                    </a:lnTo>
                    <a:lnTo>
                      <a:pt x="95" y="1253"/>
                    </a:lnTo>
                    <a:lnTo>
                      <a:pt x="74" y="1262"/>
                    </a:lnTo>
                    <a:lnTo>
                      <a:pt x="55" y="1270"/>
                    </a:lnTo>
                    <a:lnTo>
                      <a:pt x="40" y="1272"/>
                    </a:lnTo>
                    <a:lnTo>
                      <a:pt x="27" y="1272"/>
                    </a:lnTo>
                    <a:lnTo>
                      <a:pt x="15" y="1270"/>
                    </a:lnTo>
                    <a:lnTo>
                      <a:pt x="0" y="1268"/>
                    </a:lnTo>
                    <a:lnTo>
                      <a:pt x="53" y="1300"/>
                    </a:lnTo>
                    <a:lnTo>
                      <a:pt x="53" y="1300"/>
                    </a:lnTo>
                    <a:lnTo>
                      <a:pt x="311" y="1439"/>
                    </a:lnTo>
                    <a:lnTo>
                      <a:pt x="311" y="1439"/>
                    </a:lnTo>
                    <a:lnTo>
                      <a:pt x="357" y="1472"/>
                    </a:lnTo>
                    <a:lnTo>
                      <a:pt x="357" y="1472"/>
                    </a:lnTo>
                    <a:lnTo>
                      <a:pt x="622" y="1622"/>
                    </a:lnTo>
                    <a:lnTo>
                      <a:pt x="622" y="1622"/>
                    </a:lnTo>
                    <a:lnTo>
                      <a:pt x="622" y="1622"/>
                    </a:lnTo>
                    <a:lnTo>
                      <a:pt x="643" y="1628"/>
                    </a:lnTo>
                    <a:lnTo>
                      <a:pt x="660" y="1630"/>
                    </a:lnTo>
                    <a:lnTo>
                      <a:pt x="677" y="1626"/>
                    </a:lnTo>
                    <a:lnTo>
                      <a:pt x="692" y="1622"/>
                    </a:lnTo>
                    <a:lnTo>
                      <a:pt x="705" y="1615"/>
                    </a:lnTo>
                    <a:lnTo>
                      <a:pt x="715" y="1607"/>
                    </a:lnTo>
                    <a:lnTo>
                      <a:pt x="725" y="1598"/>
                    </a:lnTo>
                    <a:lnTo>
                      <a:pt x="728" y="1590"/>
                    </a:lnTo>
                    <a:lnTo>
                      <a:pt x="742" y="1590"/>
                    </a:lnTo>
                    <a:lnTo>
                      <a:pt x="1428" y="902"/>
                    </a:lnTo>
                    <a:lnTo>
                      <a:pt x="1602" y="730"/>
                    </a:lnTo>
                    <a:lnTo>
                      <a:pt x="1602" y="730"/>
                    </a:lnTo>
                    <a:lnTo>
                      <a:pt x="1945" y="387"/>
                    </a:lnTo>
                    <a:lnTo>
                      <a:pt x="1945" y="387"/>
                    </a:lnTo>
                    <a:lnTo>
                      <a:pt x="1954" y="377"/>
                    </a:lnTo>
                    <a:lnTo>
                      <a:pt x="1964" y="372"/>
                    </a:lnTo>
                    <a:lnTo>
                      <a:pt x="1973" y="366"/>
                    </a:lnTo>
                    <a:lnTo>
                      <a:pt x="1983" y="362"/>
                    </a:lnTo>
                    <a:lnTo>
                      <a:pt x="2002" y="357"/>
                    </a:lnTo>
                    <a:lnTo>
                      <a:pt x="2017" y="357"/>
                    </a:lnTo>
                    <a:lnTo>
                      <a:pt x="2031" y="358"/>
                    </a:lnTo>
                    <a:lnTo>
                      <a:pt x="2042" y="362"/>
                    </a:lnTo>
                    <a:lnTo>
                      <a:pt x="2052" y="366"/>
                    </a:lnTo>
                    <a:lnTo>
                      <a:pt x="1996" y="33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600"/>
              </a:p>
            </p:txBody>
          </p:sp>
        </p:grpSp>
      </p:grpSp>
      <p:cxnSp>
        <p:nvCxnSpPr>
          <p:cNvPr id="2" name="直接连接符 1"/>
          <p:cNvCxnSpPr/>
          <p:nvPr/>
        </p:nvCxnSpPr>
        <p:spPr>
          <a:xfrm>
            <a:off x="0" y="475460"/>
            <a:ext cx="412612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圆角矩形 101"/>
          <p:cNvSpPr/>
          <p:nvPr/>
        </p:nvSpPr>
        <p:spPr>
          <a:xfrm>
            <a:off x="4360957" y="258038"/>
            <a:ext cx="3456384" cy="523213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endParaRPr lang="zh-CN" altLang="en-US" b="1" dirty="0">
              <a:solidFill>
                <a:prstClr val="white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06409" y="288927"/>
            <a:ext cx="3456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改进措施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4394504" y="288927"/>
            <a:ext cx="468000" cy="468000"/>
            <a:chOff x="304800" y="673100"/>
            <a:chExt cx="4000500" cy="4000500"/>
          </a:xfrm>
          <a:effectLst/>
        </p:grpSpPr>
        <p:sp>
          <p:nvSpPr>
            <p:cNvPr id="6" name="同心圆 86"/>
            <p:cNvSpPr/>
            <p:nvPr/>
          </p:nvSpPr>
          <p:spPr>
            <a:xfrm>
              <a:off x="304800" y="673100"/>
              <a:ext cx="4000500" cy="400050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prstClr val="black"/>
                </a:solidFill>
                <a:latin typeface="Calibri" panose="020F0502020204030204"/>
                <a:ea typeface="思源黑体 CN Bold" panose="020B0800000000000000" pitchFamily="34" charset="-122"/>
              </a:endParaRPr>
            </a:p>
          </p:txBody>
        </p:sp>
        <p:sp>
          <p:nvSpPr>
            <p:cNvPr id="7" name="椭圆 3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prstClr val="white"/>
                </a:solidFill>
                <a:latin typeface="Calibri" panose="020F0502020204030204"/>
                <a:ea typeface="思源黑体 CN Bold" panose="020B0800000000000000" pitchFamily="34" charset="-122"/>
              </a:endParaRPr>
            </a:p>
          </p:txBody>
        </p:sp>
      </p:grpSp>
      <p:cxnSp>
        <p:nvCxnSpPr>
          <p:cNvPr id="11" name="直接连接符 10"/>
          <p:cNvCxnSpPr/>
          <p:nvPr/>
        </p:nvCxnSpPr>
        <p:spPr>
          <a:xfrm>
            <a:off x="8065877" y="475460"/>
            <a:ext cx="412612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1"/>
          <p:cNvSpPr/>
          <p:nvPr/>
        </p:nvSpPr>
        <p:spPr>
          <a:xfrm rot="2749752" flipH="1">
            <a:off x="4308008" y="3644165"/>
            <a:ext cx="15969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改进措施</a:t>
            </a:r>
            <a:r>
              <a:rPr lang="en-US" altLang="zh-CN" sz="24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3</a:t>
            </a:r>
            <a:endParaRPr lang="zh-CN" altLang="en-US" sz="2400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 rot="2734844" flipH="1">
            <a:off x="2610663" y="3644166"/>
            <a:ext cx="15969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改进措施</a:t>
            </a:r>
            <a:r>
              <a:rPr lang="en-US" altLang="zh-CN" sz="24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2</a:t>
            </a:r>
            <a:endParaRPr lang="zh-CN" altLang="en-US" sz="2400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 rot="2734844" flipH="1">
            <a:off x="882790" y="3644168"/>
            <a:ext cx="15969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改进措施</a:t>
            </a:r>
            <a:r>
              <a:rPr lang="en-US" altLang="zh-CN" sz="24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1</a:t>
            </a:r>
            <a:endParaRPr lang="zh-CN" altLang="en-US" sz="2400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9" name="Freeform 23"/>
          <p:cNvSpPr>
            <a:spLocks noEditPoints="1"/>
          </p:cNvSpPr>
          <p:nvPr/>
        </p:nvSpPr>
        <p:spPr bwMode="auto">
          <a:xfrm>
            <a:off x="10035352" y="2971369"/>
            <a:ext cx="1369602" cy="1400215"/>
          </a:xfrm>
          <a:custGeom>
            <a:avLst/>
            <a:gdLst>
              <a:gd name="T0" fmla="*/ 203 w 360"/>
              <a:gd name="T1" fmla="*/ 271 h 368"/>
              <a:gd name="T2" fmla="*/ 261 w 360"/>
              <a:gd name="T3" fmla="*/ 202 h 368"/>
              <a:gd name="T4" fmla="*/ 360 w 360"/>
              <a:gd name="T5" fmla="*/ 51 h 368"/>
              <a:gd name="T6" fmla="*/ 346 w 360"/>
              <a:gd name="T7" fmla="*/ 37 h 368"/>
              <a:gd name="T8" fmla="*/ 277 w 360"/>
              <a:gd name="T9" fmla="*/ 37 h 368"/>
              <a:gd name="T10" fmla="*/ 180 w 360"/>
              <a:gd name="T11" fmla="*/ 0 h 368"/>
              <a:gd name="T12" fmla="*/ 83 w 360"/>
              <a:gd name="T13" fmla="*/ 37 h 368"/>
              <a:gd name="T14" fmla="*/ 14 w 360"/>
              <a:gd name="T15" fmla="*/ 37 h 368"/>
              <a:gd name="T16" fmla="*/ 0 w 360"/>
              <a:gd name="T17" fmla="*/ 51 h 368"/>
              <a:gd name="T18" fmla="*/ 98 w 360"/>
              <a:gd name="T19" fmla="*/ 202 h 368"/>
              <a:gd name="T20" fmla="*/ 156 w 360"/>
              <a:gd name="T21" fmla="*/ 271 h 368"/>
              <a:gd name="T22" fmla="*/ 156 w 360"/>
              <a:gd name="T23" fmla="*/ 297 h 368"/>
              <a:gd name="T24" fmla="*/ 91 w 360"/>
              <a:gd name="T25" fmla="*/ 332 h 368"/>
              <a:gd name="T26" fmla="*/ 180 w 360"/>
              <a:gd name="T27" fmla="*/ 368 h 368"/>
              <a:gd name="T28" fmla="*/ 269 w 360"/>
              <a:gd name="T29" fmla="*/ 332 h 368"/>
              <a:gd name="T30" fmla="*/ 203 w 360"/>
              <a:gd name="T31" fmla="*/ 297 h 368"/>
              <a:gd name="T32" fmla="*/ 203 w 360"/>
              <a:gd name="T33" fmla="*/ 271 h 368"/>
              <a:gd name="T34" fmla="*/ 259 w 360"/>
              <a:gd name="T35" fmla="*/ 170 h 368"/>
              <a:gd name="T36" fmla="*/ 281 w 360"/>
              <a:gd name="T37" fmla="*/ 65 h 368"/>
              <a:gd name="T38" fmla="*/ 331 w 360"/>
              <a:gd name="T39" fmla="*/ 65 h 368"/>
              <a:gd name="T40" fmla="*/ 259 w 360"/>
              <a:gd name="T41" fmla="*/ 170 h 368"/>
              <a:gd name="T42" fmla="*/ 180 w 360"/>
              <a:gd name="T43" fmla="*/ 24 h 368"/>
              <a:gd name="T44" fmla="*/ 256 w 360"/>
              <a:gd name="T45" fmla="*/ 55 h 368"/>
              <a:gd name="T46" fmla="*/ 180 w 360"/>
              <a:gd name="T47" fmla="*/ 86 h 368"/>
              <a:gd name="T48" fmla="*/ 104 w 360"/>
              <a:gd name="T49" fmla="*/ 55 h 368"/>
              <a:gd name="T50" fmla="*/ 180 w 360"/>
              <a:gd name="T51" fmla="*/ 24 h 368"/>
              <a:gd name="T52" fmla="*/ 29 w 360"/>
              <a:gd name="T53" fmla="*/ 65 h 368"/>
              <a:gd name="T54" fmla="*/ 79 w 360"/>
              <a:gd name="T55" fmla="*/ 65 h 368"/>
              <a:gd name="T56" fmla="*/ 101 w 360"/>
              <a:gd name="T57" fmla="*/ 170 h 368"/>
              <a:gd name="T58" fmla="*/ 29 w 360"/>
              <a:gd name="T59" fmla="*/ 65 h 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360" h="368">
                <a:moveTo>
                  <a:pt x="203" y="271"/>
                </a:moveTo>
                <a:cubicBezTo>
                  <a:pt x="203" y="242"/>
                  <a:pt x="225" y="226"/>
                  <a:pt x="261" y="202"/>
                </a:cubicBezTo>
                <a:cubicBezTo>
                  <a:pt x="305" y="173"/>
                  <a:pt x="360" y="137"/>
                  <a:pt x="360" y="51"/>
                </a:cubicBezTo>
                <a:cubicBezTo>
                  <a:pt x="360" y="43"/>
                  <a:pt x="353" y="37"/>
                  <a:pt x="346" y="37"/>
                </a:cubicBezTo>
                <a:cubicBezTo>
                  <a:pt x="277" y="37"/>
                  <a:pt x="277" y="37"/>
                  <a:pt x="277" y="37"/>
                </a:cubicBezTo>
                <a:cubicBezTo>
                  <a:pt x="267" y="19"/>
                  <a:pt x="238" y="0"/>
                  <a:pt x="180" y="0"/>
                </a:cubicBezTo>
                <a:cubicBezTo>
                  <a:pt x="121" y="0"/>
                  <a:pt x="92" y="19"/>
                  <a:pt x="83" y="37"/>
                </a:cubicBezTo>
                <a:cubicBezTo>
                  <a:pt x="14" y="37"/>
                  <a:pt x="14" y="37"/>
                  <a:pt x="14" y="37"/>
                </a:cubicBezTo>
                <a:cubicBezTo>
                  <a:pt x="6" y="37"/>
                  <a:pt x="0" y="43"/>
                  <a:pt x="0" y="51"/>
                </a:cubicBezTo>
                <a:cubicBezTo>
                  <a:pt x="0" y="137"/>
                  <a:pt x="54" y="173"/>
                  <a:pt x="98" y="202"/>
                </a:cubicBezTo>
                <a:cubicBezTo>
                  <a:pt x="134" y="226"/>
                  <a:pt x="156" y="242"/>
                  <a:pt x="156" y="271"/>
                </a:cubicBezTo>
                <a:cubicBezTo>
                  <a:pt x="156" y="297"/>
                  <a:pt x="156" y="297"/>
                  <a:pt x="156" y="297"/>
                </a:cubicBezTo>
                <a:cubicBezTo>
                  <a:pt x="118" y="301"/>
                  <a:pt x="91" y="315"/>
                  <a:pt x="91" y="332"/>
                </a:cubicBezTo>
                <a:cubicBezTo>
                  <a:pt x="91" y="352"/>
                  <a:pt x="131" y="368"/>
                  <a:pt x="180" y="368"/>
                </a:cubicBezTo>
                <a:cubicBezTo>
                  <a:pt x="229" y="368"/>
                  <a:pt x="269" y="352"/>
                  <a:pt x="269" y="332"/>
                </a:cubicBezTo>
                <a:cubicBezTo>
                  <a:pt x="269" y="315"/>
                  <a:pt x="241" y="301"/>
                  <a:pt x="203" y="297"/>
                </a:cubicBezTo>
                <a:lnTo>
                  <a:pt x="203" y="271"/>
                </a:lnTo>
                <a:close/>
                <a:moveTo>
                  <a:pt x="259" y="170"/>
                </a:moveTo>
                <a:cubicBezTo>
                  <a:pt x="270" y="146"/>
                  <a:pt x="279" y="113"/>
                  <a:pt x="281" y="65"/>
                </a:cubicBezTo>
                <a:cubicBezTo>
                  <a:pt x="331" y="65"/>
                  <a:pt x="331" y="65"/>
                  <a:pt x="331" y="65"/>
                </a:cubicBezTo>
                <a:cubicBezTo>
                  <a:pt x="326" y="119"/>
                  <a:pt x="294" y="146"/>
                  <a:pt x="259" y="170"/>
                </a:cubicBezTo>
                <a:close/>
                <a:moveTo>
                  <a:pt x="180" y="24"/>
                </a:moveTo>
                <a:cubicBezTo>
                  <a:pt x="234" y="24"/>
                  <a:pt x="256" y="47"/>
                  <a:pt x="256" y="55"/>
                </a:cubicBezTo>
                <a:cubicBezTo>
                  <a:pt x="256" y="63"/>
                  <a:pt x="234" y="86"/>
                  <a:pt x="180" y="86"/>
                </a:cubicBezTo>
                <a:cubicBezTo>
                  <a:pt x="125" y="86"/>
                  <a:pt x="104" y="63"/>
                  <a:pt x="104" y="55"/>
                </a:cubicBezTo>
                <a:cubicBezTo>
                  <a:pt x="104" y="47"/>
                  <a:pt x="125" y="24"/>
                  <a:pt x="180" y="24"/>
                </a:cubicBezTo>
                <a:close/>
                <a:moveTo>
                  <a:pt x="29" y="65"/>
                </a:moveTo>
                <a:cubicBezTo>
                  <a:pt x="79" y="65"/>
                  <a:pt x="79" y="65"/>
                  <a:pt x="79" y="65"/>
                </a:cubicBezTo>
                <a:cubicBezTo>
                  <a:pt x="80" y="113"/>
                  <a:pt x="89" y="146"/>
                  <a:pt x="101" y="170"/>
                </a:cubicBezTo>
                <a:cubicBezTo>
                  <a:pt x="66" y="146"/>
                  <a:pt x="33" y="119"/>
                  <a:pt x="29" y="65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endParaRPr lang="en-US" sz="2400" dirty="0">
              <a:solidFill>
                <a:prstClr val="white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  <p:sp>
        <p:nvSpPr>
          <p:cNvPr id="30" name="TextBox 24"/>
          <p:cNvSpPr txBox="1"/>
          <p:nvPr/>
        </p:nvSpPr>
        <p:spPr>
          <a:xfrm>
            <a:off x="8625021" y="4552933"/>
            <a:ext cx="2926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COMPLETE &amp; SUCCESS</a:t>
            </a:r>
            <a:endParaRPr lang="en-GB" sz="2400" b="1" dirty="0"/>
          </a:p>
        </p:txBody>
      </p:sp>
      <p:cxnSp>
        <p:nvCxnSpPr>
          <p:cNvPr id="47" name="Straight Connector 50"/>
          <p:cNvCxnSpPr/>
          <p:nvPr/>
        </p:nvCxnSpPr>
        <p:spPr>
          <a:xfrm>
            <a:off x="695325" y="7333031"/>
            <a:ext cx="108013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3"/>
          <p:cNvSpPr/>
          <p:nvPr/>
        </p:nvSpPr>
        <p:spPr>
          <a:xfrm>
            <a:off x="1050451" y="7756398"/>
            <a:ext cx="687003" cy="687003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53" name="Group 57"/>
          <p:cNvGrpSpPr/>
          <p:nvPr/>
        </p:nvGrpSpPr>
        <p:grpSpPr>
          <a:xfrm>
            <a:off x="1393952" y="4946887"/>
            <a:ext cx="2531949" cy="1042537"/>
            <a:chOff x="2181658" y="5858259"/>
            <a:chExt cx="2531949" cy="1042537"/>
          </a:xfrm>
        </p:grpSpPr>
        <p:sp>
          <p:nvSpPr>
            <p:cNvPr id="54" name="Rectangle 58"/>
            <p:cNvSpPr/>
            <p:nvPr/>
          </p:nvSpPr>
          <p:spPr>
            <a:xfrm>
              <a:off x="2181659" y="6158477"/>
              <a:ext cx="2531948" cy="7423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just" defTabSz="914400" fontAlgn="base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专业完美财务分析报告，正文字体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12-24</a:t>
              </a: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号，标题字体为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28-48</a:t>
              </a: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号，字体间距为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1.2-1.5</a:t>
              </a:r>
              <a:endPara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55" name="TextBox 59"/>
            <p:cNvSpPr txBox="1"/>
            <p:nvPr/>
          </p:nvSpPr>
          <p:spPr>
            <a:xfrm>
              <a:off x="2181658" y="5858259"/>
              <a:ext cx="12442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C0000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改进措施</a:t>
              </a:r>
              <a:r>
                <a:rPr lang="en-US" altLang="zh-CN" dirty="0">
                  <a:solidFill>
                    <a:srgbClr val="C0000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1</a:t>
              </a:r>
              <a:endParaRPr lang="zh-CN" altLang="en-US" dirty="0">
                <a:solidFill>
                  <a:srgbClr val="C0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</p:grpSp>
      <p:sp>
        <p:nvSpPr>
          <p:cNvPr id="70" name="PA-矩形 21"/>
          <p:cNvSpPr/>
          <p:nvPr>
            <p:custDataLst>
              <p:tags r:id="rId1"/>
            </p:custDataLst>
          </p:nvPr>
        </p:nvSpPr>
        <p:spPr>
          <a:xfrm rot="2749752" flipH="1">
            <a:off x="6121234" y="3644165"/>
            <a:ext cx="15969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改进措施</a:t>
            </a:r>
            <a:r>
              <a:rPr lang="en-US" altLang="zh-CN" sz="24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4</a:t>
            </a:r>
            <a:endParaRPr lang="zh-CN" altLang="en-US" sz="2400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cxnSp>
        <p:nvCxnSpPr>
          <p:cNvPr id="75" name="直接连接符 74"/>
          <p:cNvCxnSpPr/>
          <p:nvPr/>
        </p:nvCxnSpPr>
        <p:spPr>
          <a:xfrm flipV="1">
            <a:off x="2613223" y="1406773"/>
            <a:ext cx="0" cy="123076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1078770" y="4492582"/>
            <a:ext cx="0" cy="123076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 flipV="1">
            <a:off x="6095162" y="1406773"/>
            <a:ext cx="0" cy="123076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/>
          <p:nvPr/>
        </p:nvCxnSpPr>
        <p:spPr>
          <a:xfrm>
            <a:off x="4981623" y="4492582"/>
            <a:ext cx="0" cy="123076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Group 57"/>
          <p:cNvGrpSpPr/>
          <p:nvPr/>
        </p:nvGrpSpPr>
        <p:grpSpPr>
          <a:xfrm>
            <a:off x="2750385" y="1696151"/>
            <a:ext cx="2531949" cy="1042537"/>
            <a:chOff x="2181658" y="5858259"/>
            <a:chExt cx="2531949" cy="1042537"/>
          </a:xfrm>
        </p:grpSpPr>
        <p:sp>
          <p:nvSpPr>
            <p:cNvPr id="81" name="Rectangle 58"/>
            <p:cNvSpPr/>
            <p:nvPr/>
          </p:nvSpPr>
          <p:spPr>
            <a:xfrm>
              <a:off x="2181659" y="6158477"/>
              <a:ext cx="2531948" cy="7423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just" defTabSz="914400" fontAlgn="base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专业完美财务分析报告，正文字体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12-24</a:t>
              </a: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号，标题字体为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28-48</a:t>
              </a: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号，字体间距为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1.2-1.5</a:t>
              </a:r>
              <a:endPara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82" name="TextBox 59"/>
            <p:cNvSpPr txBox="1"/>
            <p:nvPr/>
          </p:nvSpPr>
          <p:spPr>
            <a:xfrm>
              <a:off x="2181658" y="5858259"/>
              <a:ext cx="12442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C0000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改进措施</a:t>
              </a:r>
              <a:r>
                <a:rPr lang="en-US" altLang="zh-CN" dirty="0">
                  <a:solidFill>
                    <a:srgbClr val="C0000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2</a:t>
              </a:r>
              <a:endParaRPr lang="zh-CN" altLang="en-US" dirty="0">
                <a:solidFill>
                  <a:srgbClr val="C0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</p:grpSp>
      <p:grpSp>
        <p:nvGrpSpPr>
          <p:cNvPr id="83" name="Group 57"/>
          <p:cNvGrpSpPr/>
          <p:nvPr/>
        </p:nvGrpSpPr>
        <p:grpSpPr>
          <a:xfrm>
            <a:off x="5122110" y="4946887"/>
            <a:ext cx="2531949" cy="1042537"/>
            <a:chOff x="2181658" y="5858259"/>
            <a:chExt cx="2531949" cy="1042537"/>
          </a:xfrm>
        </p:grpSpPr>
        <p:sp>
          <p:nvSpPr>
            <p:cNvPr id="84" name="Rectangle 58"/>
            <p:cNvSpPr/>
            <p:nvPr/>
          </p:nvSpPr>
          <p:spPr>
            <a:xfrm>
              <a:off x="2181659" y="6158477"/>
              <a:ext cx="2531948" cy="7423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just" defTabSz="914400" fontAlgn="base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专业完美财务分析报告，正文字体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12-24</a:t>
              </a: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号，标题字体为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28-48</a:t>
              </a: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号，字体间距为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1.2-1.5</a:t>
              </a:r>
              <a:endPara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85" name="TextBox 59"/>
            <p:cNvSpPr txBox="1"/>
            <p:nvPr/>
          </p:nvSpPr>
          <p:spPr>
            <a:xfrm>
              <a:off x="2181658" y="5858259"/>
              <a:ext cx="12442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C0000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改进措施</a:t>
              </a:r>
              <a:r>
                <a:rPr lang="en-US" altLang="zh-CN" dirty="0">
                  <a:solidFill>
                    <a:srgbClr val="C0000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3</a:t>
              </a:r>
              <a:endParaRPr lang="zh-CN" altLang="en-US" dirty="0">
                <a:solidFill>
                  <a:srgbClr val="C0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</p:grpSp>
      <p:grpSp>
        <p:nvGrpSpPr>
          <p:cNvPr id="86" name="Group 57"/>
          <p:cNvGrpSpPr/>
          <p:nvPr/>
        </p:nvGrpSpPr>
        <p:grpSpPr>
          <a:xfrm>
            <a:off x="6244572" y="1696151"/>
            <a:ext cx="2531949" cy="1042537"/>
            <a:chOff x="2181658" y="5858259"/>
            <a:chExt cx="2531949" cy="1042537"/>
          </a:xfrm>
        </p:grpSpPr>
        <p:sp>
          <p:nvSpPr>
            <p:cNvPr id="87" name="Rectangle 58"/>
            <p:cNvSpPr/>
            <p:nvPr/>
          </p:nvSpPr>
          <p:spPr>
            <a:xfrm>
              <a:off x="2181659" y="6158477"/>
              <a:ext cx="2531948" cy="7423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just" defTabSz="914400" fontAlgn="base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专业完美财务分析报告，正文字体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12-24</a:t>
              </a: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号，标题字体为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28-48</a:t>
              </a: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号，字体间距为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1.2-1.5</a:t>
              </a:r>
              <a:endPara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88" name="TextBox 59"/>
            <p:cNvSpPr txBox="1"/>
            <p:nvPr/>
          </p:nvSpPr>
          <p:spPr>
            <a:xfrm>
              <a:off x="2181658" y="5858259"/>
              <a:ext cx="12442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C0000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改进措施</a:t>
              </a:r>
              <a:r>
                <a:rPr lang="en-US" altLang="zh-CN" dirty="0">
                  <a:solidFill>
                    <a:srgbClr val="C0000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4</a:t>
              </a:r>
              <a:endParaRPr lang="zh-CN" altLang="en-US" dirty="0">
                <a:solidFill>
                  <a:srgbClr val="C0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6500">
        <p:random/>
      </p:transition>
    </mc:Choice>
    <mc:Fallback xmlns="">
      <p:transition spd="slow" advTm="65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0.23789 2.59259E-6 " pathEditMode="relative" rAng="0" ptsTypes="AA">
                                      <p:cBhvr>
                                        <p:cTn id="21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88" y="0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0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500"/>
                            </p:stCondLst>
                            <p:childTnLst>
                              <p:par>
                                <p:cTn id="64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0"/>
                            </p:stCondLst>
                            <p:childTnLst>
                              <p:par>
                                <p:cTn id="8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5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23" grpId="0"/>
      <p:bldP spid="24" grpId="0"/>
      <p:bldP spid="25" grpId="0"/>
      <p:bldP spid="29" grpId="0" animBg="1"/>
      <p:bldP spid="30" grpId="0"/>
      <p:bldP spid="52" grpId="0" animBg="1"/>
      <p:bldP spid="7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/>
          <p:cNvGrpSpPr/>
          <p:nvPr/>
        </p:nvGrpSpPr>
        <p:grpSpPr>
          <a:xfrm>
            <a:off x="258632" y="29806"/>
            <a:ext cx="12007466" cy="4999362"/>
            <a:chOff x="203080" y="4680089"/>
            <a:chExt cx="12007466" cy="4999362"/>
          </a:xfrm>
        </p:grpSpPr>
        <p:sp>
          <p:nvSpPr>
            <p:cNvPr id="41" name="矩形 40"/>
            <p:cNvSpPr/>
            <p:nvPr/>
          </p:nvSpPr>
          <p:spPr>
            <a:xfrm>
              <a:off x="11290088" y="5389893"/>
              <a:ext cx="368554" cy="4289558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矩形 41"/>
            <p:cNvSpPr/>
            <p:nvPr/>
          </p:nvSpPr>
          <p:spPr>
            <a:xfrm>
              <a:off x="10468016" y="5191369"/>
              <a:ext cx="368554" cy="319699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/>
          </p:nvSpPr>
          <p:spPr>
            <a:xfrm>
              <a:off x="9534840" y="5290514"/>
              <a:ext cx="368554" cy="319699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/>
          </p:nvSpPr>
          <p:spPr>
            <a:xfrm>
              <a:off x="8601664" y="5191370"/>
              <a:ext cx="368554" cy="4325326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矩形 44"/>
            <p:cNvSpPr/>
            <p:nvPr/>
          </p:nvSpPr>
          <p:spPr>
            <a:xfrm>
              <a:off x="7668488" y="6399914"/>
              <a:ext cx="368554" cy="874337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6837803" y="6176289"/>
              <a:ext cx="368554" cy="1323558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/>
            <p:cNvSpPr/>
            <p:nvPr/>
          </p:nvSpPr>
          <p:spPr>
            <a:xfrm>
              <a:off x="5802136" y="6669378"/>
              <a:ext cx="368554" cy="787606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 47"/>
            <p:cNvSpPr/>
            <p:nvPr/>
          </p:nvSpPr>
          <p:spPr>
            <a:xfrm>
              <a:off x="4882629" y="6580242"/>
              <a:ext cx="368554" cy="87674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矩形 48"/>
            <p:cNvSpPr/>
            <p:nvPr/>
          </p:nvSpPr>
          <p:spPr>
            <a:xfrm>
              <a:off x="4038275" y="5987125"/>
              <a:ext cx="368554" cy="1039994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/>
            <p:cNvSpPr/>
            <p:nvPr/>
          </p:nvSpPr>
          <p:spPr>
            <a:xfrm>
              <a:off x="2931260" y="6146783"/>
              <a:ext cx="368554" cy="880335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矩形 50"/>
            <p:cNvSpPr/>
            <p:nvPr/>
          </p:nvSpPr>
          <p:spPr>
            <a:xfrm>
              <a:off x="2069432" y="5964357"/>
              <a:ext cx="368554" cy="1072008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/>
            <p:cNvSpPr/>
            <p:nvPr/>
          </p:nvSpPr>
          <p:spPr>
            <a:xfrm>
              <a:off x="203080" y="6539908"/>
              <a:ext cx="368554" cy="3056997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3" name="直接连接符 52"/>
            <p:cNvCxnSpPr/>
            <p:nvPr/>
          </p:nvCxnSpPr>
          <p:spPr>
            <a:xfrm flipV="1">
              <a:off x="387333" y="5290514"/>
              <a:ext cx="895485" cy="100789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>
              <a:off x="1285875" y="5290514"/>
              <a:ext cx="1805555" cy="613745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flipV="1">
              <a:off x="5070711" y="5999788"/>
              <a:ext cx="1951369" cy="374818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flipV="1">
              <a:off x="9719117" y="4956063"/>
              <a:ext cx="933571" cy="11088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>
              <a:off x="10652688" y="4956064"/>
              <a:ext cx="788435" cy="29247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矩形 57"/>
            <p:cNvSpPr/>
            <p:nvPr/>
          </p:nvSpPr>
          <p:spPr>
            <a:xfrm>
              <a:off x="1122587" y="5531815"/>
              <a:ext cx="368554" cy="3091982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9" name="直接连接符 58"/>
            <p:cNvCxnSpPr/>
            <p:nvPr/>
          </p:nvCxnSpPr>
          <p:spPr>
            <a:xfrm flipV="1">
              <a:off x="7022080" y="4874547"/>
              <a:ext cx="1763466" cy="112524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>
              <a:off x="8785546" y="4878883"/>
              <a:ext cx="939864" cy="188068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 flipV="1">
              <a:off x="3091430" y="5771239"/>
              <a:ext cx="1149803" cy="13063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>
              <a:off x="4240071" y="5772334"/>
              <a:ext cx="830640" cy="60227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102"/>
            <p:cNvSpPr txBox="1"/>
            <p:nvPr/>
          </p:nvSpPr>
          <p:spPr>
            <a:xfrm>
              <a:off x="756488" y="4971536"/>
              <a:ext cx="110380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200"/>
              <a:r>
                <a:rPr lang="en-US" altLang="zh-CN" sz="1200" dirty="0">
                  <a:solidFill>
                    <a:schemeClr val="bg1">
                      <a:lumMod val="85000"/>
                    </a:schemeClr>
                  </a:solidFill>
                  <a:latin typeface="+mj-ea"/>
                  <a:ea typeface="+mj-ea"/>
                </a:rPr>
                <a:t>2350,520</a:t>
              </a:r>
            </a:p>
          </p:txBody>
        </p:sp>
        <p:sp>
          <p:nvSpPr>
            <p:cNvPr id="64" name="TextBox 102"/>
            <p:cNvSpPr txBox="1"/>
            <p:nvPr/>
          </p:nvSpPr>
          <p:spPr>
            <a:xfrm>
              <a:off x="2532999" y="5559559"/>
              <a:ext cx="110380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200"/>
              <a:r>
                <a:rPr lang="en-US" altLang="zh-CN" sz="1200" dirty="0">
                  <a:solidFill>
                    <a:schemeClr val="bg1">
                      <a:lumMod val="85000"/>
                    </a:schemeClr>
                  </a:solidFill>
                  <a:latin typeface="+mj-ea"/>
                  <a:ea typeface="+mj-ea"/>
                </a:rPr>
                <a:t>3144,660</a:t>
              </a:r>
            </a:p>
          </p:txBody>
        </p:sp>
        <p:sp>
          <p:nvSpPr>
            <p:cNvPr id="65" name="TextBox 102"/>
            <p:cNvSpPr txBox="1"/>
            <p:nvPr/>
          </p:nvSpPr>
          <p:spPr>
            <a:xfrm>
              <a:off x="7774074" y="4723303"/>
              <a:ext cx="110380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200"/>
              <a:r>
                <a:rPr lang="en-US" altLang="zh-CN" sz="1200" dirty="0">
                  <a:solidFill>
                    <a:schemeClr val="bg1">
                      <a:lumMod val="85000"/>
                    </a:schemeClr>
                  </a:solidFill>
                  <a:latin typeface="+mj-ea"/>
                  <a:ea typeface="+mj-ea"/>
                </a:rPr>
                <a:t>1054,380</a:t>
              </a:r>
            </a:p>
          </p:txBody>
        </p:sp>
        <p:sp>
          <p:nvSpPr>
            <p:cNvPr id="66" name="TextBox 102"/>
            <p:cNvSpPr txBox="1"/>
            <p:nvPr/>
          </p:nvSpPr>
          <p:spPr>
            <a:xfrm>
              <a:off x="9719117" y="4680089"/>
              <a:ext cx="110380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200"/>
              <a:r>
                <a:rPr lang="en-US" altLang="zh-CN" sz="1200" dirty="0">
                  <a:solidFill>
                    <a:schemeClr val="bg1">
                      <a:lumMod val="85000"/>
                    </a:schemeClr>
                  </a:solidFill>
                  <a:latin typeface="+mj-ea"/>
                  <a:ea typeface="+mj-ea"/>
                </a:rPr>
                <a:t>2356,520</a:t>
              </a:r>
            </a:p>
          </p:txBody>
        </p:sp>
        <p:sp>
          <p:nvSpPr>
            <p:cNvPr id="67" name="TextBox 102"/>
            <p:cNvSpPr txBox="1"/>
            <p:nvPr/>
          </p:nvSpPr>
          <p:spPr>
            <a:xfrm>
              <a:off x="11106738" y="4899287"/>
              <a:ext cx="110380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200"/>
              <a:r>
                <a:rPr lang="en-US" altLang="zh-CN" sz="1200" dirty="0">
                  <a:solidFill>
                    <a:schemeClr val="bg1">
                      <a:lumMod val="85000"/>
                    </a:schemeClr>
                  </a:solidFill>
                  <a:latin typeface="+mj-ea"/>
                  <a:ea typeface="+mj-ea"/>
                </a:rPr>
                <a:t>5962,364</a:t>
              </a:r>
            </a:p>
          </p:txBody>
        </p:sp>
        <p:sp>
          <p:nvSpPr>
            <p:cNvPr id="68" name="TextBox 102"/>
            <p:cNvSpPr txBox="1"/>
            <p:nvPr/>
          </p:nvSpPr>
          <p:spPr>
            <a:xfrm>
              <a:off x="4621732" y="5999787"/>
              <a:ext cx="110380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200"/>
              <a:r>
                <a:rPr lang="en-US" altLang="zh-CN" sz="1200" dirty="0">
                  <a:solidFill>
                    <a:schemeClr val="bg1">
                      <a:lumMod val="85000"/>
                    </a:schemeClr>
                  </a:solidFill>
                  <a:latin typeface="+mj-ea"/>
                  <a:ea typeface="+mj-ea"/>
                </a:rPr>
                <a:t>894,350</a:t>
              </a:r>
            </a:p>
          </p:txBody>
        </p:sp>
      </p:grpSp>
      <p:sp>
        <p:nvSpPr>
          <p:cNvPr id="2" name="PA-矩形 292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804988" y="2999284"/>
            <a:ext cx="3005951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4400" b="1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下半年展望</a:t>
            </a:r>
          </a:p>
        </p:txBody>
      </p:sp>
      <p:sp>
        <p:nvSpPr>
          <p:cNvPr id="5" name="矩形 2925"/>
          <p:cNvSpPr>
            <a:spLocks noChangeArrowheads="1"/>
          </p:cNvSpPr>
          <p:nvPr/>
        </p:nvSpPr>
        <p:spPr bwMode="auto">
          <a:xfrm>
            <a:off x="2216706" y="3761253"/>
            <a:ext cx="146706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调整与变革</a:t>
            </a:r>
          </a:p>
        </p:txBody>
      </p:sp>
      <p:sp>
        <p:nvSpPr>
          <p:cNvPr id="8" name="矩形 2929"/>
          <p:cNvSpPr>
            <a:spLocks noChangeArrowheads="1"/>
          </p:cNvSpPr>
          <p:nvPr/>
        </p:nvSpPr>
        <p:spPr bwMode="auto">
          <a:xfrm>
            <a:off x="2216706" y="4164478"/>
            <a:ext cx="146706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营业额目标</a:t>
            </a:r>
          </a:p>
        </p:txBody>
      </p:sp>
      <p:sp>
        <p:nvSpPr>
          <p:cNvPr id="81" name="椭圆 80"/>
          <p:cNvSpPr/>
          <p:nvPr/>
        </p:nvSpPr>
        <p:spPr>
          <a:xfrm>
            <a:off x="1947537" y="3800999"/>
            <a:ext cx="270114" cy="270114"/>
          </a:xfrm>
          <a:prstGeom prst="ellipse">
            <a:avLst/>
          </a:prstGeom>
          <a:solidFill>
            <a:srgbClr val="C0000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82" name="椭圆 81"/>
          <p:cNvSpPr/>
          <p:nvPr/>
        </p:nvSpPr>
        <p:spPr>
          <a:xfrm>
            <a:off x="1947537" y="4223949"/>
            <a:ext cx="270114" cy="270114"/>
          </a:xfrm>
          <a:prstGeom prst="ellipse">
            <a:avLst/>
          </a:prstGeom>
          <a:solidFill>
            <a:srgbClr val="C0000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843088" y="2398534"/>
            <a:ext cx="1782115" cy="523220"/>
            <a:chOff x="1843088" y="2398534"/>
            <a:chExt cx="1782115" cy="523220"/>
          </a:xfrm>
        </p:grpSpPr>
        <p:sp>
          <p:nvSpPr>
            <p:cNvPr id="78" name="圆角矩形 101"/>
            <p:cNvSpPr/>
            <p:nvPr/>
          </p:nvSpPr>
          <p:spPr>
            <a:xfrm>
              <a:off x="1843088" y="2416581"/>
              <a:ext cx="1782115" cy="429867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b="1" dirty="0">
                <a:solidFill>
                  <a:prstClr val="white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9" name="矩形 2942"/>
            <p:cNvSpPr>
              <a:spLocks noChangeArrowheads="1"/>
            </p:cNvSpPr>
            <p:nvPr/>
          </p:nvSpPr>
          <p:spPr bwMode="auto">
            <a:xfrm>
              <a:off x="1897951" y="2398534"/>
              <a:ext cx="160204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PART 03</a:t>
              </a:r>
              <a:endParaRPr lang="zh-CN" altLang="en-US" sz="28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</p:grpSp>
      <p:pic>
        <p:nvPicPr>
          <p:cNvPr id="70" name="图片 6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3303" y="541086"/>
            <a:ext cx="4116635" cy="5365327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4500">
        <p:random/>
      </p:transition>
    </mc:Choice>
    <mc:Fallback xmlns="">
      <p:transition spd="slow" advTm="45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5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0" presetClass="entr" presetSubtype="0" de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8" dur="4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#ppt_w/4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4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0" y="0"/>
                                      <p:to x="120000" y="120000"/>
                                    </p:animScale>
                                    <p:anim to="" calcmode="lin" valueType="num">
                                      <p:cBhvr>
                                        <p:cTn id="20" dur="3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3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120000" y="120000"/>
                                      <p:to x="100000" y="100000"/>
                                    </p:animScale>
                                    <p:animEffect filter="circle(in)">
                                      <p:cBhvr>
                                        <p:cTn id="22" dur="6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49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49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8" grpId="0"/>
      <p:bldP spid="81" grpId="0" animBg="1"/>
      <p:bldP spid="8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475460"/>
            <a:ext cx="412612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圆角矩形 101"/>
          <p:cNvSpPr/>
          <p:nvPr/>
        </p:nvSpPr>
        <p:spPr>
          <a:xfrm>
            <a:off x="4360957" y="258038"/>
            <a:ext cx="3456384" cy="523213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endParaRPr lang="zh-CN" altLang="en-US" b="1" dirty="0">
              <a:solidFill>
                <a:prstClr val="white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06409" y="288927"/>
            <a:ext cx="3456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调整与变革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4394504" y="288927"/>
            <a:ext cx="468000" cy="468000"/>
            <a:chOff x="304800" y="673100"/>
            <a:chExt cx="4000500" cy="4000500"/>
          </a:xfrm>
          <a:effectLst/>
        </p:grpSpPr>
        <p:sp>
          <p:nvSpPr>
            <p:cNvPr id="6" name="同心圆 86"/>
            <p:cNvSpPr/>
            <p:nvPr/>
          </p:nvSpPr>
          <p:spPr>
            <a:xfrm>
              <a:off x="304800" y="673100"/>
              <a:ext cx="4000500" cy="400050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prstClr val="black"/>
                </a:solidFill>
                <a:latin typeface="Calibri" panose="020F0502020204030204"/>
                <a:ea typeface="思源黑体 CN Bold" panose="020B0800000000000000" pitchFamily="34" charset="-122"/>
              </a:endParaRPr>
            </a:p>
          </p:txBody>
        </p:sp>
        <p:sp>
          <p:nvSpPr>
            <p:cNvPr id="7" name="椭圆 3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prstClr val="white"/>
                </a:solidFill>
                <a:latin typeface="Calibri" panose="020F0502020204030204"/>
                <a:ea typeface="思源黑体 CN Bold" panose="020B0800000000000000" pitchFamily="34" charset="-122"/>
              </a:endParaRPr>
            </a:p>
          </p:txBody>
        </p:sp>
      </p:grpSp>
      <p:cxnSp>
        <p:nvCxnSpPr>
          <p:cNvPr id="11" name="直接连接符 10"/>
          <p:cNvCxnSpPr/>
          <p:nvPr/>
        </p:nvCxnSpPr>
        <p:spPr>
          <a:xfrm>
            <a:off x="8065877" y="475460"/>
            <a:ext cx="412612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44"/>
          <p:cNvGrpSpPr/>
          <p:nvPr/>
        </p:nvGrpSpPr>
        <p:grpSpPr>
          <a:xfrm>
            <a:off x="695325" y="4629401"/>
            <a:ext cx="4329526" cy="1753139"/>
            <a:chOff x="4775413" y="9982911"/>
            <a:chExt cx="5665955" cy="2294294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0" name="Cube 71"/>
            <p:cNvSpPr/>
            <p:nvPr/>
          </p:nvSpPr>
          <p:spPr>
            <a:xfrm flipH="1">
              <a:off x="4775413" y="11172841"/>
              <a:ext cx="2519715" cy="1104364"/>
            </a:xfrm>
            <a:prstGeom prst="cube">
              <a:avLst>
                <a:gd name="adj" fmla="val 6389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Cube 72"/>
            <p:cNvSpPr/>
            <p:nvPr/>
          </p:nvSpPr>
          <p:spPr>
            <a:xfrm flipH="1">
              <a:off x="5751003" y="10771056"/>
              <a:ext cx="2519715" cy="1104364"/>
            </a:xfrm>
            <a:prstGeom prst="cube">
              <a:avLst>
                <a:gd name="adj" fmla="val 63892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Cube 73"/>
            <p:cNvSpPr/>
            <p:nvPr/>
          </p:nvSpPr>
          <p:spPr>
            <a:xfrm flipH="1">
              <a:off x="6726592" y="10369269"/>
              <a:ext cx="2519715" cy="1104364"/>
            </a:xfrm>
            <a:prstGeom prst="cube">
              <a:avLst>
                <a:gd name="adj" fmla="val 63892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Cube 74"/>
            <p:cNvSpPr/>
            <p:nvPr/>
          </p:nvSpPr>
          <p:spPr>
            <a:xfrm flipH="1">
              <a:off x="7921653" y="9982911"/>
              <a:ext cx="2519715" cy="1104364"/>
            </a:xfrm>
            <a:prstGeom prst="cube">
              <a:avLst>
                <a:gd name="adj" fmla="val 63892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Group 49"/>
          <p:cNvGrpSpPr/>
          <p:nvPr/>
        </p:nvGrpSpPr>
        <p:grpSpPr>
          <a:xfrm>
            <a:off x="3577017" y="2638556"/>
            <a:ext cx="1426277" cy="2367166"/>
            <a:chOff x="1206012" y="2479320"/>
            <a:chExt cx="2334927" cy="3875235"/>
          </a:xfrm>
        </p:grpSpPr>
        <p:sp>
          <p:nvSpPr>
            <p:cNvPr id="32" name="Ellipse 98"/>
            <p:cNvSpPr/>
            <p:nvPr/>
          </p:nvSpPr>
          <p:spPr bwMode="auto">
            <a:xfrm>
              <a:off x="1206012" y="6057070"/>
              <a:ext cx="1581860" cy="297485"/>
            </a:xfrm>
            <a:prstGeom prst="ellipse">
              <a:avLst/>
            </a:prstGeom>
            <a:gradFill flip="none" rotWithShape="1">
              <a:gsLst>
                <a:gs pos="100000">
                  <a:srgbClr val="FFFFFF">
                    <a:alpha val="0"/>
                  </a:srgbClr>
                </a:gs>
                <a:gs pos="0">
                  <a:srgbClr val="E6E6E6">
                    <a:lumMod val="10000"/>
                    <a:alpha val="76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9144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1371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18288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id-ID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</a:endParaRPr>
            </a:p>
          </p:txBody>
        </p:sp>
        <p:grpSp>
          <p:nvGrpSpPr>
            <p:cNvPr id="33" name="Group 51"/>
            <p:cNvGrpSpPr/>
            <p:nvPr/>
          </p:nvGrpSpPr>
          <p:grpSpPr>
            <a:xfrm>
              <a:off x="1757832" y="2479320"/>
              <a:ext cx="1783107" cy="3674557"/>
              <a:chOff x="1879600" y="2427657"/>
              <a:chExt cx="1931988" cy="3981365"/>
            </a:xfrm>
            <a:solidFill>
              <a:schemeClr val="bg1">
                <a:lumMod val="50000"/>
              </a:schemeClr>
            </a:solidFill>
          </p:grpSpPr>
          <p:sp>
            <p:nvSpPr>
              <p:cNvPr id="34" name="Rounded Rectangle 111"/>
              <p:cNvSpPr/>
              <p:nvPr/>
            </p:nvSpPr>
            <p:spPr bwMode="auto">
              <a:xfrm rot="3296091" flipH="1">
                <a:off x="2526506" y="2275966"/>
                <a:ext cx="333375" cy="1627188"/>
              </a:xfrm>
              <a:prstGeom prst="roundRect">
                <a:avLst>
                  <a:gd name="adj" fmla="val 50000"/>
                </a:avLst>
              </a:prstGeom>
              <a:solidFill>
                <a:srgbClr val="484848"/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9144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1371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18288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altLang="id-ID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35" name="Oval 53"/>
              <p:cNvSpPr>
                <a:spLocks noChangeArrowheads="1"/>
              </p:cNvSpPr>
              <p:nvPr/>
            </p:nvSpPr>
            <p:spPr bwMode="auto">
              <a:xfrm>
                <a:off x="1879938" y="2427657"/>
                <a:ext cx="823038" cy="823069"/>
              </a:xfrm>
              <a:prstGeom prst="ellipse">
                <a:avLst/>
              </a:prstGeom>
              <a:solidFill>
                <a:srgbClr val="484848"/>
              </a:solidFill>
              <a:ln w="9525">
                <a:noFill/>
                <a:rou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9144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1371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18288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altLang="id-ID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36" name="Rounded Rectangle 113"/>
              <p:cNvSpPr/>
              <p:nvPr/>
            </p:nvSpPr>
            <p:spPr bwMode="auto">
              <a:xfrm>
                <a:off x="1954213" y="3305460"/>
                <a:ext cx="674687" cy="1408112"/>
              </a:xfrm>
              <a:prstGeom prst="roundRect">
                <a:avLst>
                  <a:gd name="adj" fmla="val 29870"/>
                </a:avLst>
              </a:prstGeom>
              <a:solidFill>
                <a:srgbClr val="484848"/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9144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1371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18288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altLang="id-ID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37" name="Rounded Rectangle 114"/>
              <p:cNvSpPr/>
              <p:nvPr/>
            </p:nvSpPr>
            <p:spPr bwMode="auto">
              <a:xfrm>
                <a:off x="1954213" y="4408772"/>
                <a:ext cx="373062" cy="2000250"/>
              </a:xfrm>
              <a:prstGeom prst="roundRect">
                <a:avLst>
                  <a:gd name="adj" fmla="val 50000"/>
                </a:avLst>
              </a:prstGeom>
              <a:solidFill>
                <a:srgbClr val="484848"/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9144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1371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18288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altLang="id-ID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38" name="Rounded Rectangle 115"/>
              <p:cNvSpPr/>
              <p:nvPr/>
            </p:nvSpPr>
            <p:spPr bwMode="auto">
              <a:xfrm rot="20452300">
                <a:off x="2325688" y="4429410"/>
                <a:ext cx="371475" cy="774700"/>
              </a:xfrm>
              <a:prstGeom prst="roundRect">
                <a:avLst>
                  <a:gd name="adj" fmla="val 40463"/>
                </a:avLst>
              </a:prstGeom>
              <a:solidFill>
                <a:srgbClr val="484848"/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9144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1371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18288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altLang="id-ID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39" name="Rounded Rectangle 116"/>
              <p:cNvSpPr/>
              <p:nvPr/>
            </p:nvSpPr>
            <p:spPr bwMode="auto">
              <a:xfrm rot="14513746">
                <a:off x="2885282" y="2583941"/>
                <a:ext cx="350837" cy="1501775"/>
              </a:xfrm>
              <a:prstGeom prst="roundRect">
                <a:avLst>
                  <a:gd name="adj" fmla="val 50000"/>
                </a:avLst>
              </a:prstGeom>
              <a:solidFill>
                <a:srgbClr val="484848"/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9144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1371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18288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altLang="id-ID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40" name="Rounded Rectangle 117"/>
              <p:cNvSpPr/>
              <p:nvPr/>
            </p:nvSpPr>
            <p:spPr bwMode="auto">
              <a:xfrm>
                <a:off x="2413000" y="4916772"/>
                <a:ext cx="373063" cy="1423988"/>
              </a:xfrm>
              <a:prstGeom prst="roundRect">
                <a:avLst>
                  <a:gd name="adj" fmla="val 42456"/>
                </a:avLst>
              </a:prstGeom>
              <a:solidFill>
                <a:srgbClr val="484848"/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9144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1371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18288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altLang="id-ID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endParaRPr>
              </a:p>
            </p:txBody>
          </p:sp>
        </p:grpSp>
      </p:grpSp>
      <p:grpSp>
        <p:nvGrpSpPr>
          <p:cNvPr id="49" name="Group 57"/>
          <p:cNvGrpSpPr/>
          <p:nvPr/>
        </p:nvGrpSpPr>
        <p:grpSpPr>
          <a:xfrm>
            <a:off x="8066757" y="1956140"/>
            <a:ext cx="3429917" cy="820938"/>
            <a:chOff x="2181658" y="5858259"/>
            <a:chExt cx="3429917" cy="820938"/>
          </a:xfrm>
        </p:grpSpPr>
        <p:sp>
          <p:nvSpPr>
            <p:cNvPr id="50" name="Rectangle 58"/>
            <p:cNvSpPr/>
            <p:nvPr/>
          </p:nvSpPr>
          <p:spPr>
            <a:xfrm>
              <a:off x="2181658" y="6158477"/>
              <a:ext cx="3429917" cy="5207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just" defTabSz="914400" fontAlgn="base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专业完美财务分析报告，正文字体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12-24</a:t>
              </a: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号，标题字体为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28-48</a:t>
              </a: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号，字体间距为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1.2-1.5</a:t>
              </a:r>
              <a:endPara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51" name="TextBox 59"/>
            <p:cNvSpPr txBox="1"/>
            <p:nvPr/>
          </p:nvSpPr>
          <p:spPr>
            <a:xfrm>
              <a:off x="2181658" y="5858259"/>
              <a:ext cx="13805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C0000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调整计划</a:t>
              </a:r>
              <a:r>
                <a:rPr lang="en-US" altLang="zh-CN" dirty="0">
                  <a:solidFill>
                    <a:srgbClr val="C0000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01</a:t>
              </a:r>
              <a:endParaRPr lang="zh-CN" altLang="en-US" dirty="0">
                <a:solidFill>
                  <a:srgbClr val="C0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</p:grpSp>
      <p:grpSp>
        <p:nvGrpSpPr>
          <p:cNvPr id="52" name="Group 57"/>
          <p:cNvGrpSpPr/>
          <p:nvPr/>
        </p:nvGrpSpPr>
        <p:grpSpPr>
          <a:xfrm>
            <a:off x="8066757" y="2870567"/>
            <a:ext cx="3429917" cy="820938"/>
            <a:chOff x="2181658" y="5858259"/>
            <a:chExt cx="3429917" cy="820938"/>
          </a:xfrm>
        </p:grpSpPr>
        <p:sp>
          <p:nvSpPr>
            <p:cNvPr id="53" name="Rectangle 58"/>
            <p:cNvSpPr/>
            <p:nvPr/>
          </p:nvSpPr>
          <p:spPr>
            <a:xfrm>
              <a:off x="2181658" y="6158477"/>
              <a:ext cx="3429917" cy="5207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just" defTabSz="914400" fontAlgn="base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专业完美财务分析报告，正文字体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12-24</a:t>
              </a: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号，标题字体为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28-48</a:t>
              </a: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号，字体间距为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1.2-1.5</a:t>
              </a:r>
              <a:endPara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54" name="TextBox 59"/>
            <p:cNvSpPr txBox="1"/>
            <p:nvPr/>
          </p:nvSpPr>
          <p:spPr>
            <a:xfrm>
              <a:off x="2181658" y="5858259"/>
              <a:ext cx="13805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C0000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调整计划</a:t>
              </a:r>
              <a:r>
                <a:rPr lang="en-US" altLang="zh-CN" dirty="0">
                  <a:solidFill>
                    <a:srgbClr val="C0000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02</a:t>
              </a:r>
              <a:endParaRPr lang="zh-CN" altLang="en-US" dirty="0">
                <a:solidFill>
                  <a:srgbClr val="C0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</p:grpSp>
      <p:grpSp>
        <p:nvGrpSpPr>
          <p:cNvPr id="55" name="Group 57"/>
          <p:cNvGrpSpPr/>
          <p:nvPr/>
        </p:nvGrpSpPr>
        <p:grpSpPr>
          <a:xfrm>
            <a:off x="8066757" y="4003067"/>
            <a:ext cx="3429917" cy="820938"/>
            <a:chOff x="2181658" y="5858259"/>
            <a:chExt cx="3429917" cy="820938"/>
          </a:xfrm>
        </p:grpSpPr>
        <p:sp>
          <p:nvSpPr>
            <p:cNvPr id="56" name="Rectangle 58"/>
            <p:cNvSpPr/>
            <p:nvPr/>
          </p:nvSpPr>
          <p:spPr>
            <a:xfrm>
              <a:off x="2181658" y="6158477"/>
              <a:ext cx="3429917" cy="5207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just" defTabSz="914400" fontAlgn="base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专业完美财务分析报告，正文字体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12-24</a:t>
              </a: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号，标题字体为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28-48</a:t>
              </a: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号，字体间距为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1.2-1.5</a:t>
              </a:r>
              <a:endPara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57" name="TextBox 59"/>
            <p:cNvSpPr txBox="1"/>
            <p:nvPr/>
          </p:nvSpPr>
          <p:spPr>
            <a:xfrm>
              <a:off x="2181658" y="5858259"/>
              <a:ext cx="13805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C0000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调整计划</a:t>
              </a:r>
              <a:r>
                <a:rPr lang="en-US" altLang="zh-CN" dirty="0">
                  <a:solidFill>
                    <a:srgbClr val="C0000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03</a:t>
              </a:r>
              <a:endParaRPr lang="zh-CN" altLang="en-US" dirty="0">
                <a:solidFill>
                  <a:srgbClr val="C0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8066757" y="4936099"/>
            <a:ext cx="3429917" cy="820938"/>
            <a:chOff x="2181658" y="5858259"/>
            <a:chExt cx="3429917" cy="820938"/>
          </a:xfrm>
        </p:grpSpPr>
        <p:sp>
          <p:nvSpPr>
            <p:cNvPr id="59" name="Rectangle 58"/>
            <p:cNvSpPr/>
            <p:nvPr/>
          </p:nvSpPr>
          <p:spPr>
            <a:xfrm>
              <a:off x="2181658" y="6158477"/>
              <a:ext cx="3429917" cy="5207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just" defTabSz="914400" fontAlgn="base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专业完美财务分析报告，正文字体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12-24</a:t>
              </a: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号，标题字体为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28-48</a:t>
              </a: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号，字体间距为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1.2-1.5</a:t>
              </a:r>
              <a:endPara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2181658" y="5858259"/>
              <a:ext cx="13805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C0000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调整计划</a:t>
              </a:r>
              <a:r>
                <a:rPr lang="en-US" altLang="zh-CN" dirty="0">
                  <a:solidFill>
                    <a:srgbClr val="C0000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04</a:t>
              </a:r>
              <a:endParaRPr lang="zh-CN" altLang="en-US" dirty="0">
                <a:solidFill>
                  <a:srgbClr val="C0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024851" y="3651255"/>
            <a:ext cx="1233183" cy="1231885"/>
            <a:chOff x="5024851" y="3651255"/>
            <a:chExt cx="1233183" cy="1231885"/>
          </a:xfrm>
        </p:grpSpPr>
        <p:grpSp>
          <p:nvGrpSpPr>
            <p:cNvPr id="15" name="Group 45"/>
            <p:cNvGrpSpPr/>
            <p:nvPr/>
          </p:nvGrpSpPr>
          <p:grpSpPr>
            <a:xfrm>
              <a:off x="5024851" y="3651255"/>
              <a:ext cx="1233183" cy="1231885"/>
              <a:chOff x="5256213" y="4730750"/>
              <a:chExt cx="1508125" cy="1506538"/>
            </a:xfrm>
            <a:effectLst>
              <a:outerShdw blurRad="152400" dist="317500" dir="5400000" sx="90000" sy="-19000" rotWithShape="0">
                <a:prstClr val="black">
                  <a:alpha val="15000"/>
                </a:prstClr>
              </a:outerShdw>
            </a:effectLst>
          </p:grpSpPr>
          <p:sp>
            <p:nvSpPr>
              <p:cNvPr id="16" name="Freeform 68"/>
              <p:cNvSpPr/>
              <p:nvPr/>
            </p:nvSpPr>
            <p:spPr bwMode="auto">
              <a:xfrm>
                <a:off x="5256213" y="5002213"/>
                <a:ext cx="1285875" cy="1235075"/>
              </a:xfrm>
              <a:custGeom>
                <a:avLst/>
                <a:gdLst>
                  <a:gd name="T0" fmla="*/ 625 w 810"/>
                  <a:gd name="T1" fmla="*/ 0 h 778"/>
                  <a:gd name="T2" fmla="*/ 810 w 810"/>
                  <a:gd name="T3" fmla="*/ 626 h 778"/>
                  <a:gd name="T4" fmla="*/ 186 w 810"/>
                  <a:gd name="T5" fmla="*/ 778 h 778"/>
                  <a:gd name="T6" fmla="*/ 0 w 810"/>
                  <a:gd name="T7" fmla="*/ 150 h 778"/>
                  <a:gd name="T8" fmla="*/ 625 w 810"/>
                  <a:gd name="T9" fmla="*/ 0 h 7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10" h="778">
                    <a:moveTo>
                      <a:pt x="625" y="0"/>
                    </a:moveTo>
                    <a:lnTo>
                      <a:pt x="810" y="626"/>
                    </a:lnTo>
                    <a:lnTo>
                      <a:pt x="186" y="778"/>
                    </a:lnTo>
                    <a:lnTo>
                      <a:pt x="0" y="150"/>
                    </a:lnTo>
                    <a:lnTo>
                      <a:pt x="6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7" name="Freeform 69"/>
              <p:cNvSpPr/>
              <p:nvPr/>
            </p:nvSpPr>
            <p:spPr bwMode="auto">
              <a:xfrm>
                <a:off x="6248400" y="4730750"/>
                <a:ext cx="515938" cy="1265238"/>
              </a:xfrm>
              <a:custGeom>
                <a:avLst/>
                <a:gdLst>
                  <a:gd name="T0" fmla="*/ 0 w 325"/>
                  <a:gd name="T1" fmla="*/ 171 h 797"/>
                  <a:gd name="T2" fmla="*/ 140 w 325"/>
                  <a:gd name="T3" fmla="*/ 0 h 797"/>
                  <a:gd name="T4" fmla="*/ 325 w 325"/>
                  <a:gd name="T5" fmla="*/ 626 h 797"/>
                  <a:gd name="T6" fmla="*/ 185 w 325"/>
                  <a:gd name="T7" fmla="*/ 797 h 797"/>
                  <a:gd name="T8" fmla="*/ 0 w 325"/>
                  <a:gd name="T9" fmla="*/ 171 h 7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5" h="797">
                    <a:moveTo>
                      <a:pt x="0" y="171"/>
                    </a:moveTo>
                    <a:lnTo>
                      <a:pt x="140" y="0"/>
                    </a:lnTo>
                    <a:lnTo>
                      <a:pt x="325" y="626"/>
                    </a:lnTo>
                    <a:lnTo>
                      <a:pt x="185" y="797"/>
                    </a:lnTo>
                    <a:lnTo>
                      <a:pt x="0" y="171"/>
                    </a:lnTo>
                    <a:close/>
                  </a:path>
                </a:pathLst>
              </a:custGeom>
              <a:gradFill>
                <a:gsLst>
                  <a:gs pos="39000">
                    <a:schemeClr val="accent4">
                      <a:lumMod val="75000"/>
                    </a:schemeClr>
                  </a:gs>
                  <a:gs pos="100000">
                    <a:schemeClr val="accent4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8" name="Freeform 70"/>
              <p:cNvSpPr/>
              <p:nvPr/>
            </p:nvSpPr>
            <p:spPr bwMode="auto">
              <a:xfrm>
                <a:off x="5256213" y="4730750"/>
                <a:ext cx="1214438" cy="509588"/>
              </a:xfrm>
              <a:custGeom>
                <a:avLst/>
                <a:gdLst>
                  <a:gd name="T0" fmla="*/ 0 w 765"/>
                  <a:gd name="T1" fmla="*/ 321 h 321"/>
                  <a:gd name="T2" fmla="*/ 139 w 765"/>
                  <a:gd name="T3" fmla="*/ 151 h 321"/>
                  <a:gd name="T4" fmla="*/ 765 w 765"/>
                  <a:gd name="T5" fmla="*/ 0 h 321"/>
                  <a:gd name="T6" fmla="*/ 625 w 765"/>
                  <a:gd name="T7" fmla="*/ 171 h 321"/>
                  <a:gd name="T8" fmla="*/ 0 w 765"/>
                  <a:gd name="T9" fmla="*/ 321 h 3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5" h="321">
                    <a:moveTo>
                      <a:pt x="0" y="321"/>
                    </a:moveTo>
                    <a:lnTo>
                      <a:pt x="139" y="151"/>
                    </a:lnTo>
                    <a:lnTo>
                      <a:pt x="765" y="0"/>
                    </a:lnTo>
                    <a:lnTo>
                      <a:pt x="625" y="171"/>
                    </a:lnTo>
                    <a:lnTo>
                      <a:pt x="0" y="32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4">
                      <a:lumMod val="75000"/>
                    </a:schemeClr>
                  </a:gs>
                  <a:gs pos="100000">
                    <a:schemeClr val="accent4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</p:grpSp>
        <p:sp>
          <p:nvSpPr>
            <p:cNvPr id="61" name="文本框 60"/>
            <p:cNvSpPr txBox="1"/>
            <p:nvPr/>
          </p:nvSpPr>
          <p:spPr>
            <a:xfrm rot="20901707">
              <a:off x="5251112" y="4226099"/>
              <a:ext cx="62901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chemeClr val="bg1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01</a:t>
              </a:r>
              <a:endParaRPr lang="zh-CN" altLang="en-US" sz="28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5287542" y="2998677"/>
            <a:ext cx="1404530" cy="1192943"/>
            <a:chOff x="5287542" y="2998677"/>
            <a:chExt cx="1404530" cy="1192943"/>
          </a:xfrm>
        </p:grpSpPr>
        <p:grpSp>
          <p:nvGrpSpPr>
            <p:cNvPr id="27" name="Group 48"/>
            <p:cNvGrpSpPr/>
            <p:nvPr/>
          </p:nvGrpSpPr>
          <p:grpSpPr>
            <a:xfrm>
              <a:off x="5287542" y="2998677"/>
              <a:ext cx="1404530" cy="1192943"/>
              <a:chOff x="5589588" y="3679825"/>
              <a:chExt cx="1717675" cy="1458913"/>
            </a:xfrm>
            <a:effectLst>
              <a:outerShdw blurRad="152400" dist="317500" dir="5400000" sx="90000" sy="-19000" rotWithShape="0">
                <a:prstClr val="black">
                  <a:alpha val="15000"/>
                </a:prstClr>
              </a:outerShdw>
            </a:effectLst>
          </p:grpSpPr>
          <p:sp>
            <p:nvSpPr>
              <p:cNvPr id="28" name="Freeform 14"/>
              <p:cNvSpPr/>
              <p:nvPr/>
            </p:nvSpPr>
            <p:spPr bwMode="auto">
              <a:xfrm>
                <a:off x="6042025" y="3741738"/>
                <a:ext cx="1265238" cy="1397000"/>
              </a:xfrm>
              <a:custGeom>
                <a:avLst/>
                <a:gdLst>
                  <a:gd name="T0" fmla="*/ 557 w 797"/>
                  <a:gd name="T1" fmla="*/ 0 h 880"/>
                  <a:gd name="T2" fmla="*/ 797 w 797"/>
                  <a:gd name="T3" fmla="*/ 602 h 880"/>
                  <a:gd name="T4" fmla="*/ 240 w 797"/>
                  <a:gd name="T5" fmla="*/ 880 h 880"/>
                  <a:gd name="T6" fmla="*/ 0 w 797"/>
                  <a:gd name="T7" fmla="*/ 277 h 880"/>
                  <a:gd name="T8" fmla="*/ 557 w 797"/>
                  <a:gd name="T9" fmla="*/ 0 h 8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7" h="880">
                    <a:moveTo>
                      <a:pt x="557" y="0"/>
                    </a:moveTo>
                    <a:lnTo>
                      <a:pt x="797" y="602"/>
                    </a:lnTo>
                    <a:lnTo>
                      <a:pt x="240" y="880"/>
                    </a:lnTo>
                    <a:lnTo>
                      <a:pt x="0" y="277"/>
                    </a:lnTo>
                    <a:lnTo>
                      <a:pt x="55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5589588" y="4119563"/>
                <a:ext cx="833438" cy="1019175"/>
              </a:xfrm>
              <a:custGeom>
                <a:avLst/>
                <a:gdLst>
                  <a:gd name="T0" fmla="*/ 525 w 525"/>
                  <a:gd name="T1" fmla="*/ 642 h 642"/>
                  <a:gd name="T2" fmla="*/ 240 w 525"/>
                  <a:gd name="T3" fmla="*/ 603 h 642"/>
                  <a:gd name="T4" fmla="*/ 0 w 525"/>
                  <a:gd name="T5" fmla="*/ 0 h 642"/>
                  <a:gd name="T6" fmla="*/ 285 w 525"/>
                  <a:gd name="T7" fmla="*/ 39 h 642"/>
                  <a:gd name="T8" fmla="*/ 525 w 525"/>
                  <a:gd name="T9" fmla="*/ 642 h 6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25" h="642">
                    <a:moveTo>
                      <a:pt x="525" y="642"/>
                    </a:moveTo>
                    <a:lnTo>
                      <a:pt x="240" y="603"/>
                    </a:lnTo>
                    <a:lnTo>
                      <a:pt x="0" y="0"/>
                    </a:lnTo>
                    <a:lnTo>
                      <a:pt x="285" y="39"/>
                    </a:lnTo>
                    <a:lnTo>
                      <a:pt x="525" y="642"/>
                    </a:lnTo>
                    <a:close/>
                  </a:path>
                </a:pathLst>
              </a:custGeom>
              <a:gradFill>
                <a:gsLst>
                  <a:gs pos="39000">
                    <a:schemeClr val="accent3">
                      <a:lumMod val="75000"/>
                    </a:schemeClr>
                  </a:gs>
                  <a:gs pos="100000">
                    <a:schemeClr val="accent3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5589588" y="3679825"/>
                <a:ext cx="1336675" cy="501650"/>
              </a:xfrm>
              <a:custGeom>
                <a:avLst/>
                <a:gdLst>
                  <a:gd name="T0" fmla="*/ 285 w 842"/>
                  <a:gd name="T1" fmla="*/ 316 h 316"/>
                  <a:gd name="T2" fmla="*/ 0 w 842"/>
                  <a:gd name="T3" fmla="*/ 277 h 316"/>
                  <a:gd name="T4" fmla="*/ 557 w 842"/>
                  <a:gd name="T5" fmla="*/ 0 h 316"/>
                  <a:gd name="T6" fmla="*/ 842 w 842"/>
                  <a:gd name="T7" fmla="*/ 39 h 316"/>
                  <a:gd name="T8" fmla="*/ 285 w 842"/>
                  <a:gd name="T9" fmla="*/ 316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42" h="316">
                    <a:moveTo>
                      <a:pt x="285" y="316"/>
                    </a:moveTo>
                    <a:lnTo>
                      <a:pt x="0" y="277"/>
                    </a:lnTo>
                    <a:lnTo>
                      <a:pt x="557" y="0"/>
                    </a:lnTo>
                    <a:lnTo>
                      <a:pt x="842" y="39"/>
                    </a:lnTo>
                    <a:lnTo>
                      <a:pt x="285" y="31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>
                      <a:lumMod val="75000"/>
                    </a:schemeClr>
                  </a:gs>
                  <a:gs pos="100000">
                    <a:schemeClr val="accent3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</p:grpSp>
        <p:sp>
          <p:nvSpPr>
            <p:cNvPr id="62" name="文本框 61"/>
            <p:cNvSpPr txBox="1"/>
            <p:nvPr/>
          </p:nvSpPr>
          <p:spPr>
            <a:xfrm rot="20212798">
              <a:off x="5868584" y="3377738"/>
              <a:ext cx="62901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chemeClr val="bg1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02</a:t>
              </a:r>
              <a:endParaRPr lang="zh-CN" altLang="en-US" sz="28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4781206" y="2272157"/>
            <a:ext cx="1196836" cy="1125441"/>
            <a:chOff x="4781206" y="2272157"/>
            <a:chExt cx="1196836" cy="1125441"/>
          </a:xfrm>
        </p:grpSpPr>
        <p:grpSp>
          <p:nvGrpSpPr>
            <p:cNvPr id="19" name="Group 46"/>
            <p:cNvGrpSpPr/>
            <p:nvPr/>
          </p:nvGrpSpPr>
          <p:grpSpPr>
            <a:xfrm>
              <a:off x="4781206" y="2272157"/>
              <a:ext cx="1196836" cy="1125441"/>
              <a:chOff x="4776788" y="2776538"/>
              <a:chExt cx="1463675" cy="1376362"/>
            </a:xfrm>
            <a:effectLst>
              <a:outerShdw blurRad="152400" dist="317500" dir="5400000" sx="90000" sy="-19000" rotWithShape="0">
                <a:prstClr val="black">
                  <a:alpha val="15000"/>
                </a:prstClr>
              </a:outerShdw>
            </a:effectLst>
          </p:grpSpPr>
          <p:sp>
            <p:nvSpPr>
              <p:cNvPr id="20" name="Freeform 8"/>
              <p:cNvSpPr/>
              <p:nvPr/>
            </p:nvSpPr>
            <p:spPr bwMode="auto">
              <a:xfrm>
                <a:off x="4776788" y="2930525"/>
                <a:ext cx="1149350" cy="1222375"/>
              </a:xfrm>
              <a:custGeom>
                <a:avLst/>
                <a:gdLst>
                  <a:gd name="T0" fmla="*/ 724 w 724"/>
                  <a:gd name="T1" fmla="*/ 123 h 770"/>
                  <a:gd name="T2" fmla="*/ 631 w 724"/>
                  <a:gd name="T3" fmla="*/ 770 h 770"/>
                  <a:gd name="T4" fmla="*/ 0 w 724"/>
                  <a:gd name="T5" fmla="*/ 647 h 770"/>
                  <a:gd name="T6" fmla="*/ 94 w 724"/>
                  <a:gd name="T7" fmla="*/ 0 h 770"/>
                  <a:gd name="T8" fmla="*/ 724 w 724"/>
                  <a:gd name="T9" fmla="*/ 123 h 7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24" h="770">
                    <a:moveTo>
                      <a:pt x="724" y="123"/>
                    </a:moveTo>
                    <a:lnTo>
                      <a:pt x="631" y="770"/>
                    </a:lnTo>
                    <a:lnTo>
                      <a:pt x="0" y="647"/>
                    </a:lnTo>
                    <a:lnTo>
                      <a:pt x="94" y="0"/>
                    </a:lnTo>
                    <a:lnTo>
                      <a:pt x="724" y="12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1" name="Freeform 9"/>
              <p:cNvSpPr/>
              <p:nvPr/>
            </p:nvSpPr>
            <p:spPr bwMode="auto">
              <a:xfrm>
                <a:off x="5778500" y="2971800"/>
                <a:ext cx="461963" cy="1181100"/>
              </a:xfrm>
              <a:custGeom>
                <a:avLst/>
                <a:gdLst>
                  <a:gd name="T0" fmla="*/ 93 w 291"/>
                  <a:gd name="T1" fmla="*/ 97 h 744"/>
                  <a:gd name="T2" fmla="*/ 291 w 291"/>
                  <a:gd name="T3" fmla="*/ 0 h 744"/>
                  <a:gd name="T4" fmla="*/ 198 w 291"/>
                  <a:gd name="T5" fmla="*/ 647 h 744"/>
                  <a:gd name="T6" fmla="*/ 0 w 291"/>
                  <a:gd name="T7" fmla="*/ 744 h 744"/>
                  <a:gd name="T8" fmla="*/ 93 w 291"/>
                  <a:gd name="T9" fmla="*/ 97 h 7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1" h="744">
                    <a:moveTo>
                      <a:pt x="93" y="97"/>
                    </a:moveTo>
                    <a:lnTo>
                      <a:pt x="291" y="0"/>
                    </a:lnTo>
                    <a:lnTo>
                      <a:pt x="198" y="647"/>
                    </a:lnTo>
                    <a:lnTo>
                      <a:pt x="0" y="744"/>
                    </a:lnTo>
                    <a:lnTo>
                      <a:pt x="93" y="97"/>
                    </a:lnTo>
                    <a:close/>
                  </a:path>
                </a:pathLst>
              </a:custGeom>
              <a:gradFill>
                <a:gsLst>
                  <a:gs pos="39000">
                    <a:schemeClr val="accent2">
                      <a:lumMod val="75000"/>
                    </a:schemeClr>
                  </a:gs>
                  <a:gs pos="100000">
                    <a:schemeClr val="accent2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2" name="Freeform 10"/>
              <p:cNvSpPr/>
              <p:nvPr/>
            </p:nvSpPr>
            <p:spPr bwMode="auto">
              <a:xfrm>
                <a:off x="4926013" y="2776538"/>
                <a:ext cx="1314450" cy="349250"/>
              </a:xfrm>
              <a:custGeom>
                <a:avLst/>
                <a:gdLst>
                  <a:gd name="T0" fmla="*/ 0 w 828"/>
                  <a:gd name="T1" fmla="*/ 97 h 220"/>
                  <a:gd name="T2" fmla="*/ 198 w 828"/>
                  <a:gd name="T3" fmla="*/ 0 h 220"/>
                  <a:gd name="T4" fmla="*/ 828 w 828"/>
                  <a:gd name="T5" fmla="*/ 123 h 220"/>
                  <a:gd name="T6" fmla="*/ 630 w 828"/>
                  <a:gd name="T7" fmla="*/ 220 h 220"/>
                  <a:gd name="T8" fmla="*/ 0 w 828"/>
                  <a:gd name="T9" fmla="*/ 97 h 2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28" h="220">
                    <a:moveTo>
                      <a:pt x="0" y="97"/>
                    </a:moveTo>
                    <a:lnTo>
                      <a:pt x="198" y="0"/>
                    </a:lnTo>
                    <a:lnTo>
                      <a:pt x="828" y="123"/>
                    </a:lnTo>
                    <a:lnTo>
                      <a:pt x="630" y="220"/>
                    </a:lnTo>
                    <a:lnTo>
                      <a:pt x="0" y="9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2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</p:grpSp>
        <p:sp>
          <p:nvSpPr>
            <p:cNvPr id="63" name="文本框 62"/>
            <p:cNvSpPr txBox="1"/>
            <p:nvPr/>
          </p:nvSpPr>
          <p:spPr>
            <a:xfrm rot="700821">
              <a:off x="4945869" y="2638235"/>
              <a:ext cx="62901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chemeClr val="bg1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03</a:t>
              </a:r>
              <a:endParaRPr lang="zh-CN" altLang="en-US" sz="28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5284982" y="1653278"/>
            <a:ext cx="1299385" cy="1153998"/>
            <a:chOff x="5284982" y="1653278"/>
            <a:chExt cx="1299385" cy="1153998"/>
          </a:xfrm>
        </p:grpSpPr>
        <p:grpSp>
          <p:nvGrpSpPr>
            <p:cNvPr id="23" name="Group 47"/>
            <p:cNvGrpSpPr/>
            <p:nvPr/>
          </p:nvGrpSpPr>
          <p:grpSpPr>
            <a:xfrm>
              <a:off x="5284982" y="1653278"/>
              <a:ext cx="1299385" cy="1153998"/>
              <a:chOff x="5437188" y="1700213"/>
              <a:chExt cx="1589088" cy="1411287"/>
            </a:xfrm>
            <a:effectLst>
              <a:outerShdw blurRad="152400" dist="317500" dir="5400000" sx="90000" sy="-19000" rotWithShape="0">
                <a:prstClr val="black">
                  <a:alpha val="15000"/>
                </a:prstClr>
              </a:outerShdw>
            </a:effectLst>
          </p:grpSpPr>
          <p:sp>
            <p:nvSpPr>
              <p:cNvPr id="24" name="Freeform 11"/>
              <p:cNvSpPr/>
              <p:nvPr/>
            </p:nvSpPr>
            <p:spPr bwMode="auto">
              <a:xfrm>
                <a:off x="5843588" y="1700213"/>
                <a:ext cx="1182688" cy="1163638"/>
              </a:xfrm>
              <a:custGeom>
                <a:avLst/>
                <a:gdLst>
                  <a:gd name="T0" fmla="*/ 601 w 745"/>
                  <a:gd name="T1" fmla="*/ 0 h 733"/>
                  <a:gd name="T2" fmla="*/ 745 w 745"/>
                  <a:gd name="T3" fmla="*/ 641 h 733"/>
                  <a:gd name="T4" fmla="*/ 142 w 745"/>
                  <a:gd name="T5" fmla="*/ 733 h 733"/>
                  <a:gd name="T6" fmla="*/ 0 w 745"/>
                  <a:gd name="T7" fmla="*/ 91 h 733"/>
                  <a:gd name="T8" fmla="*/ 601 w 745"/>
                  <a:gd name="T9" fmla="*/ 0 h 7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45" h="733">
                    <a:moveTo>
                      <a:pt x="601" y="0"/>
                    </a:moveTo>
                    <a:lnTo>
                      <a:pt x="745" y="641"/>
                    </a:lnTo>
                    <a:lnTo>
                      <a:pt x="142" y="733"/>
                    </a:lnTo>
                    <a:lnTo>
                      <a:pt x="0" y="91"/>
                    </a:lnTo>
                    <a:lnTo>
                      <a:pt x="60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5" name="Freeform 12"/>
              <p:cNvSpPr/>
              <p:nvPr/>
            </p:nvSpPr>
            <p:spPr bwMode="auto">
              <a:xfrm>
                <a:off x="5662613" y="2717800"/>
                <a:ext cx="1363663" cy="393700"/>
              </a:xfrm>
              <a:custGeom>
                <a:avLst/>
                <a:gdLst>
                  <a:gd name="T0" fmla="*/ 859 w 859"/>
                  <a:gd name="T1" fmla="*/ 0 h 248"/>
                  <a:gd name="T2" fmla="*/ 603 w 859"/>
                  <a:gd name="T3" fmla="*/ 156 h 248"/>
                  <a:gd name="T4" fmla="*/ 0 w 859"/>
                  <a:gd name="T5" fmla="*/ 248 h 248"/>
                  <a:gd name="T6" fmla="*/ 256 w 859"/>
                  <a:gd name="T7" fmla="*/ 92 h 248"/>
                  <a:gd name="T8" fmla="*/ 859 w 859"/>
                  <a:gd name="T9" fmla="*/ 0 h 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59" h="248">
                    <a:moveTo>
                      <a:pt x="859" y="0"/>
                    </a:moveTo>
                    <a:lnTo>
                      <a:pt x="603" y="156"/>
                    </a:lnTo>
                    <a:lnTo>
                      <a:pt x="0" y="248"/>
                    </a:lnTo>
                    <a:lnTo>
                      <a:pt x="256" y="92"/>
                    </a:lnTo>
                    <a:lnTo>
                      <a:pt x="859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10800000" scaled="1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6" name="Freeform 13"/>
              <p:cNvSpPr/>
              <p:nvPr/>
            </p:nvSpPr>
            <p:spPr bwMode="auto">
              <a:xfrm>
                <a:off x="5437188" y="1844675"/>
                <a:ext cx="631825" cy="1266825"/>
              </a:xfrm>
              <a:custGeom>
                <a:avLst/>
                <a:gdLst>
                  <a:gd name="T0" fmla="*/ 398 w 398"/>
                  <a:gd name="T1" fmla="*/ 642 h 798"/>
                  <a:gd name="T2" fmla="*/ 142 w 398"/>
                  <a:gd name="T3" fmla="*/ 798 h 798"/>
                  <a:gd name="T4" fmla="*/ 0 w 398"/>
                  <a:gd name="T5" fmla="*/ 157 h 798"/>
                  <a:gd name="T6" fmla="*/ 256 w 398"/>
                  <a:gd name="T7" fmla="*/ 0 h 798"/>
                  <a:gd name="T8" fmla="*/ 398 w 398"/>
                  <a:gd name="T9" fmla="*/ 642 h 7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8" h="798">
                    <a:moveTo>
                      <a:pt x="398" y="642"/>
                    </a:moveTo>
                    <a:lnTo>
                      <a:pt x="142" y="798"/>
                    </a:lnTo>
                    <a:lnTo>
                      <a:pt x="0" y="157"/>
                    </a:lnTo>
                    <a:lnTo>
                      <a:pt x="256" y="0"/>
                    </a:lnTo>
                    <a:lnTo>
                      <a:pt x="398" y="642"/>
                    </a:lnTo>
                    <a:close/>
                  </a:path>
                </a:pathLst>
              </a:custGeom>
              <a:gradFill flip="none" rotWithShape="1">
                <a:gsLst>
                  <a:gs pos="39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10800000" scaled="1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</p:grpSp>
        <p:sp>
          <p:nvSpPr>
            <p:cNvPr id="64" name="文本框 63"/>
            <p:cNvSpPr txBox="1"/>
            <p:nvPr/>
          </p:nvSpPr>
          <p:spPr>
            <a:xfrm rot="20837784">
              <a:off x="5822906" y="1892096"/>
              <a:ext cx="62901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chemeClr val="bg1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04</a:t>
              </a:r>
              <a:endParaRPr lang="zh-CN" altLang="en-US" sz="28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</p:grpSp>
      <p:sp>
        <p:nvSpPr>
          <p:cNvPr id="65" name="矩形 64"/>
          <p:cNvSpPr/>
          <p:nvPr/>
        </p:nvSpPr>
        <p:spPr>
          <a:xfrm>
            <a:off x="774437" y="1907264"/>
            <a:ext cx="3037934" cy="19978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专业完美财务分析报告，正文字体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12-24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号，标题字体为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28-48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marL="171450" indent="-171450" algn="just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字体间距为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1.2-1.5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marL="171450" indent="-171450" algn="just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字体用思源黑体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CN Normal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marL="171450" indent="-171450" algn="just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主要要概括要简洁，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marL="171450" indent="-171450" algn="just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用数据说话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905510" y="1462898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调整计划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905510" y="1190944"/>
            <a:ext cx="194662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Click here to add text</a:t>
            </a:r>
            <a:endParaRPr lang="zh-CN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6000">
        <p:random/>
      </p:transition>
    </mc:Choice>
    <mc:Fallback xmlns="">
      <p:transition spd="slow" advTm="6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0.23789 2.59259E-6 " pathEditMode="relative" rAng="0" ptsTypes="AA">
                                      <p:cBhvr>
                                        <p:cTn id="21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88" y="0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500"/>
                            </p:stCondLst>
                            <p:childTnLst>
                              <p:par>
                                <p:cTn id="4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000"/>
                            </p:stCondLst>
                            <p:childTnLst>
                              <p:par>
                                <p:cTn id="6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4500"/>
                            </p:stCondLst>
                            <p:childTnLst>
                              <p:par>
                                <p:cTn id="7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0"/>
                            </p:stCondLst>
                            <p:childTnLst>
                              <p:par>
                                <p:cTn id="8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500"/>
                            </p:stCondLst>
                            <p:childTnLst>
                              <p:par>
                                <p:cTn id="9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65" grpId="0"/>
      <p:bldP spid="66" grpId="0"/>
      <p:bldP spid="6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475460"/>
            <a:ext cx="412612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圆角矩形 101"/>
          <p:cNvSpPr/>
          <p:nvPr/>
        </p:nvSpPr>
        <p:spPr>
          <a:xfrm>
            <a:off x="4360957" y="258038"/>
            <a:ext cx="3456384" cy="523213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endParaRPr lang="zh-CN" altLang="en-US" b="1" dirty="0">
              <a:solidFill>
                <a:prstClr val="white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06409" y="288927"/>
            <a:ext cx="3456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营业额目标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4394504" y="288927"/>
            <a:ext cx="468000" cy="468000"/>
            <a:chOff x="304800" y="673100"/>
            <a:chExt cx="4000500" cy="4000500"/>
          </a:xfrm>
          <a:effectLst/>
        </p:grpSpPr>
        <p:sp>
          <p:nvSpPr>
            <p:cNvPr id="6" name="同心圆 86"/>
            <p:cNvSpPr/>
            <p:nvPr/>
          </p:nvSpPr>
          <p:spPr>
            <a:xfrm>
              <a:off x="304800" y="673100"/>
              <a:ext cx="4000500" cy="400050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prstClr val="black"/>
                </a:solidFill>
                <a:latin typeface="Calibri" panose="020F0502020204030204"/>
                <a:ea typeface="思源黑体 CN Bold" panose="020B0800000000000000" pitchFamily="34" charset="-122"/>
              </a:endParaRPr>
            </a:p>
          </p:txBody>
        </p:sp>
        <p:sp>
          <p:nvSpPr>
            <p:cNvPr id="7" name="椭圆 3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prstClr val="white"/>
                </a:solidFill>
                <a:latin typeface="Calibri" panose="020F0502020204030204"/>
                <a:ea typeface="思源黑体 CN Bold" panose="020B0800000000000000" pitchFamily="34" charset="-122"/>
              </a:endParaRPr>
            </a:p>
          </p:txBody>
        </p:sp>
      </p:grpSp>
      <p:cxnSp>
        <p:nvCxnSpPr>
          <p:cNvPr id="11" name="直接连接符 10"/>
          <p:cNvCxnSpPr/>
          <p:nvPr/>
        </p:nvCxnSpPr>
        <p:spPr>
          <a:xfrm>
            <a:off x="8065877" y="475460"/>
            <a:ext cx="412612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 descr="e7d195523061f1c0e8da580c895714cc9e657dc935b73854DD54234BF92455C2409EC703713D08D418A918AD21FB4B97B212F83F8516769F1C595028FE6458DEA8E413C6E2511160CEE934C7F76380B4A00578EC6E9EBBA911572A246CADA33ACA9FAAE9147933AF195F36316C0CB9761EE7A149D8E9F9512F495DFA7C32A2D4B93A57429B4AB89B47BAE3EBABE7668D"/>
          <p:cNvGrpSpPr/>
          <p:nvPr/>
        </p:nvGrpSpPr>
        <p:grpSpPr>
          <a:xfrm>
            <a:off x="542470" y="1429647"/>
            <a:ext cx="5716588" cy="5129212"/>
            <a:chOff x="1320799" y="1084873"/>
            <a:chExt cx="5716588" cy="5129212"/>
          </a:xfrm>
        </p:grpSpPr>
        <p:sp>
          <p:nvSpPr>
            <p:cNvPr id="10" name="椭圆 9"/>
            <p:cNvSpPr/>
            <p:nvPr/>
          </p:nvSpPr>
          <p:spPr>
            <a:xfrm>
              <a:off x="1320799" y="5869936"/>
              <a:ext cx="1676400" cy="344149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65000"/>
                    <a:lumOff val="35000"/>
                    <a:alpha val="29000"/>
                  </a:schemeClr>
                </a:gs>
                <a:gs pos="100000">
                  <a:schemeClr val="tx1">
                    <a:lumMod val="65000"/>
                    <a:lumOff val="35000"/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Freeform 62"/>
            <p:cNvSpPr/>
            <p:nvPr/>
          </p:nvSpPr>
          <p:spPr bwMode="auto">
            <a:xfrm>
              <a:off x="1466849" y="1084873"/>
              <a:ext cx="5235575" cy="4524375"/>
            </a:xfrm>
            <a:custGeom>
              <a:avLst/>
              <a:gdLst>
                <a:gd name="T0" fmla="*/ 2248 w 3298"/>
                <a:gd name="T1" fmla="*/ 1165 h 2850"/>
                <a:gd name="T2" fmla="*/ 2496 w 3298"/>
                <a:gd name="T3" fmla="*/ 591 h 2850"/>
                <a:gd name="T4" fmla="*/ 2258 w 3298"/>
                <a:gd name="T5" fmla="*/ 489 h 2850"/>
                <a:gd name="T6" fmla="*/ 3087 w 3298"/>
                <a:gd name="T7" fmla="*/ 0 h 2850"/>
                <a:gd name="T8" fmla="*/ 3298 w 3298"/>
                <a:gd name="T9" fmla="*/ 938 h 2850"/>
                <a:gd name="T10" fmla="*/ 3061 w 3298"/>
                <a:gd name="T11" fmla="*/ 835 h 2850"/>
                <a:gd name="T12" fmla="*/ 2567 w 3298"/>
                <a:gd name="T13" fmla="*/ 1972 h 2850"/>
                <a:gd name="T14" fmla="*/ 1884 w 3298"/>
                <a:gd name="T15" fmla="*/ 1677 h 2850"/>
                <a:gd name="T16" fmla="*/ 1588 w 3298"/>
                <a:gd name="T17" fmla="*/ 2359 h 2850"/>
                <a:gd name="T18" fmla="*/ 905 w 3298"/>
                <a:gd name="T19" fmla="*/ 2064 h 2850"/>
                <a:gd name="T20" fmla="*/ 565 w 3298"/>
                <a:gd name="T21" fmla="*/ 2850 h 2850"/>
                <a:gd name="T22" fmla="*/ 0 w 3298"/>
                <a:gd name="T23" fmla="*/ 2606 h 2850"/>
                <a:gd name="T24" fmla="*/ 585 w 3298"/>
                <a:gd name="T25" fmla="*/ 1256 h 2850"/>
                <a:gd name="T26" fmla="*/ 1268 w 3298"/>
                <a:gd name="T27" fmla="*/ 1551 h 2850"/>
                <a:gd name="T28" fmla="*/ 1565 w 3298"/>
                <a:gd name="T29" fmla="*/ 869 h 2850"/>
                <a:gd name="T30" fmla="*/ 2248 w 3298"/>
                <a:gd name="T31" fmla="*/ 1165 h 28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298" h="2850">
                  <a:moveTo>
                    <a:pt x="2248" y="1165"/>
                  </a:moveTo>
                  <a:lnTo>
                    <a:pt x="2496" y="591"/>
                  </a:lnTo>
                  <a:lnTo>
                    <a:pt x="2258" y="489"/>
                  </a:lnTo>
                  <a:lnTo>
                    <a:pt x="3087" y="0"/>
                  </a:lnTo>
                  <a:lnTo>
                    <a:pt x="3298" y="938"/>
                  </a:lnTo>
                  <a:lnTo>
                    <a:pt x="3061" y="835"/>
                  </a:lnTo>
                  <a:lnTo>
                    <a:pt x="2567" y="1972"/>
                  </a:lnTo>
                  <a:lnTo>
                    <a:pt x="1884" y="1677"/>
                  </a:lnTo>
                  <a:lnTo>
                    <a:pt x="1588" y="2359"/>
                  </a:lnTo>
                  <a:lnTo>
                    <a:pt x="905" y="2064"/>
                  </a:lnTo>
                  <a:lnTo>
                    <a:pt x="565" y="2850"/>
                  </a:lnTo>
                  <a:lnTo>
                    <a:pt x="0" y="2606"/>
                  </a:lnTo>
                  <a:lnTo>
                    <a:pt x="585" y="1256"/>
                  </a:lnTo>
                  <a:lnTo>
                    <a:pt x="1268" y="1551"/>
                  </a:lnTo>
                  <a:lnTo>
                    <a:pt x="1565" y="869"/>
                  </a:lnTo>
                  <a:lnTo>
                    <a:pt x="2248" y="11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Freeform 63"/>
            <p:cNvSpPr/>
            <p:nvPr/>
          </p:nvSpPr>
          <p:spPr bwMode="auto">
            <a:xfrm>
              <a:off x="1466849" y="1084873"/>
              <a:ext cx="5235575" cy="4524375"/>
            </a:xfrm>
            <a:custGeom>
              <a:avLst/>
              <a:gdLst>
                <a:gd name="T0" fmla="*/ 2248 w 3298"/>
                <a:gd name="T1" fmla="*/ 1165 h 2850"/>
                <a:gd name="T2" fmla="*/ 2496 w 3298"/>
                <a:gd name="T3" fmla="*/ 591 h 2850"/>
                <a:gd name="T4" fmla="*/ 2258 w 3298"/>
                <a:gd name="T5" fmla="*/ 489 h 2850"/>
                <a:gd name="T6" fmla="*/ 3087 w 3298"/>
                <a:gd name="T7" fmla="*/ 0 h 2850"/>
                <a:gd name="T8" fmla="*/ 3298 w 3298"/>
                <a:gd name="T9" fmla="*/ 938 h 2850"/>
                <a:gd name="T10" fmla="*/ 3061 w 3298"/>
                <a:gd name="T11" fmla="*/ 835 h 2850"/>
                <a:gd name="T12" fmla="*/ 2567 w 3298"/>
                <a:gd name="T13" fmla="*/ 1972 h 2850"/>
                <a:gd name="T14" fmla="*/ 1884 w 3298"/>
                <a:gd name="T15" fmla="*/ 1677 h 2850"/>
                <a:gd name="T16" fmla="*/ 1588 w 3298"/>
                <a:gd name="T17" fmla="*/ 2359 h 2850"/>
                <a:gd name="T18" fmla="*/ 905 w 3298"/>
                <a:gd name="T19" fmla="*/ 2064 h 2850"/>
                <a:gd name="T20" fmla="*/ 565 w 3298"/>
                <a:gd name="T21" fmla="*/ 2850 h 2850"/>
                <a:gd name="T22" fmla="*/ 0 w 3298"/>
                <a:gd name="T23" fmla="*/ 2606 h 2850"/>
                <a:gd name="T24" fmla="*/ 585 w 3298"/>
                <a:gd name="T25" fmla="*/ 1256 h 2850"/>
                <a:gd name="T26" fmla="*/ 1268 w 3298"/>
                <a:gd name="T27" fmla="*/ 1551 h 2850"/>
                <a:gd name="T28" fmla="*/ 1565 w 3298"/>
                <a:gd name="T29" fmla="*/ 869 h 2850"/>
                <a:gd name="T30" fmla="*/ 2248 w 3298"/>
                <a:gd name="T31" fmla="*/ 1165 h 28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298" h="2850">
                  <a:moveTo>
                    <a:pt x="2248" y="1165"/>
                  </a:moveTo>
                  <a:lnTo>
                    <a:pt x="2496" y="591"/>
                  </a:lnTo>
                  <a:lnTo>
                    <a:pt x="2258" y="489"/>
                  </a:lnTo>
                  <a:lnTo>
                    <a:pt x="3087" y="0"/>
                  </a:lnTo>
                  <a:lnTo>
                    <a:pt x="3298" y="938"/>
                  </a:lnTo>
                  <a:lnTo>
                    <a:pt x="3061" y="835"/>
                  </a:lnTo>
                  <a:lnTo>
                    <a:pt x="2567" y="1972"/>
                  </a:lnTo>
                  <a:lnTo>
                    <a:pt x="1884" y="1677"/>
                  </a:lnTo>
                  <a:lnTo>
                    <a:pt x="1588" y="2359"/>
                  </a:lnTo>
                  <a:lnTo>
                    <a:pt x="905" y="2064"/>
                  </a:lnTo>
                  <a:lnTo>
                    <a:pt x="565" y="2850"/>
                  </a:lnTo>
                  <a:lnTo>
                    <a:pt x="0" y="2606"/>
                  </a:lnTo>
                  <a:lnTo>
                    <a:pt x="585" y="1256"/>
                  </a:lnTo>
                  <a:lnTo>
                    <a:pt x="1268" y="1551"/>
                  </a:lnTo>
                  <a:lnTo>
                    <a:pt x="1565" y="869"/>
                  </a:lnTo>
                  <a:lnTo>
                    <a:pt x="2248" y="116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Freeform 64"/>
            <p:cNvSpPr/>
            <p:nvPr/>
          </p:nvSpPr>
          <p:spPr bwMode="auto">
            <a:xfrm>
              <a:off x="1466849" y="3078773"/>
              <a:ext cx="1262063" cy="2520950"/>
            </a:xfrm>
            <a:custGeom>
              <a:avLst/>
              <a:gdLst>
                <a:gd name="T0" fmla="*/ 210 w 795"/>
                <a:gd name="T1" fmla="*/ 1588 h 1588"/>
                <a:gd name="T2" fmla="*/ 795 w 795"/>
                <a:gd name="T3" fmla="*/ 238 h 1588"/>
                <a:gd name="T4" fmla="*/ 585 w 795"/>
                <a:gd name="T5" fmla="*/ 0 h 1588"/>
                <a:gd name="T6" fmla="*/ 0 w 795"/>
                <a:gd name="T7" fmla="*/ 1350 h 1588"/>
                <a:gd name="T8" fmla="*/ 210 w 795"/>
                <a:gd name="T9" fmla="*/ 1588 h 1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5" h="1588">
                  <a:moveTo>
                    <a:pt x="210" y="1588"/>
                  </a:moveTo>
                  <a:lnTo>
                    <a:pt x="795" y="238"/>
                  </a:lnTo>
                  <a:lnTo>
                    <a:pt x="585" y="0"/>
                  </a:lnTo>
                  <a:lnTo>
                    <a:pt x="0" y="1350"/>
                  </a:lnTo>
                  <a:lnTo>
                    <a:pt x="210" y="1588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Freeform 65"/>
            <p:cNvSpPr/>
            <p:nvPr/>
          </p:nvSpPr>
          <p:spPr bwMode="auto">
            <a:xfrm>
              <a:off x="3479799" y="2464411"/>
              <a:ext cx="803275" cy="1458913"/>
            </a:xfrm>
            <a:custGeom>
              <a:avLst/>
              <a:gdLst>
                <a:gd name="T0" fmla="*/ 211 w 506"/>
                <a:gd name="T1" fmla="*/ 919 h 919"/>
                <a:gd name="T2" fmla="*/ 506 w 506"/>
                <a:gd name="T3" fmla="*/ 238 h 919"/>
                <a:gd name="T4" fmla="*/ 297 w 506"/>
                <a:gd name="T5" fmla="*/ 0 h 919"/>
                <a:gd name="T6" fmla="*/ 0 w 506"/>
                <a:gd name="T7" fmla="*/ 682 h 919"/>
                <a:gd name="T8" fmla="*/ 211 w 506"/>
                <a:gd name="T9" fmla="*/ 919 h 9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6" h="919">
                  <a:moveTo>
                    <a:pt x="211" y="919"/>
                  </a:moveTo>
                  <a:lnTo>
                    <a:pt x="506" y="238"/>
                  </a:lnTo>
                  <a:lnTo>
                    <a:pt x="297" y="0"/>
                  </a:lnTo>
                  <a:lnTo>
                    <a:pt x="0" y="682"/>
                  </a:lnTo>
                  <a:lnTo>
                    <a:pt x="211" y="919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Freeform 66"/>
            <p:cNvSpPr/>
            <p:nvPr/>
          </p:nvSpPr>
          <p:spPr bwMode="auto">
            <a:xfrm>
              <a:off x="5035549" y="2023086"/>
              <a:ext cx="727075" cy="1289050"/>
            </a:xfrm>
            <a:custGeom>
              <a:avLst/>
              <a:gdLst>
                <a:gd name="T0" fmla="*/ 210 w 458"/>
                <a:gd name="T1" fmla="*/ 812 h 812"/>
                <a:gd name="T2" fmla="*/ 458 w 458"/>
                <a:gd name="T3" fmla="*/ 237 h 812"/>
                <a:gd name="T4" fmla="*/ 248 w 458"/>
                <a:gd name="T5" fmla="*/ 0 h 812"/>
                <a:gd name="T6" fmla="*/ 0 w 458"/>
                <a:gd name="T7" fmla="*/ 574 h 812"/>
                <a:gd name="T8" fmla="*/ 210 w 458"/>
                <a:gd name="T9" fmla="*/ 812 h 8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8" h="812">
                  <a:moveTo>
                    <a:pt x="210" y="812"/>
                  </a:moveTo>
                  <a:lnTo>
                    <a:pt x="458" y="237"/>
                  </a:lnTo>
                  <a:lnTo>
                    <a:pt x="248" y="0"/>
                  </a:lnTo>
                  <a:lnTo>
                    <a:pt x="0" y="574"/>
                  </a:lnTo>
                  <a:lnTo>
                    <a:pt x="210" y="812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Freeform 67"/>
            <p:cNvSpPr/>
            <p:nvPr/>
          </p:nvSpPr>
          <p:spPr bwMode="auto">
            <a:xfrm>
              <a:off x="1800224" y="1462698"/>
              <a:ext cx="5237163" cy="4524375"/>
            </a:xfrm>
            <a:custGeom>
              <a:avLst/>
              <a:gdLst>
                <a:gd name="T0" fmla="*/ 2248 w 3299"/>
                <a:gd name="T1" fmla="*/ 1165 h 2850"/>
                <a:gd name="T2" fmla="*/ 2496 w 3299"/>
                <a:gd name="T3" fmla="*/ 590 h 2850"/>
                <a:gd name="T4" fmla="*/ 2258 w 3299"/>
                <a:gd name="T5" fmla="*/ 488 h 2850"/>
                <a:gd name="T6" fmla="*/ 3088 w 3299"/>
                <a:gd name="T7" fmla="*/ 0 h 2850"/>
                <a:gd name="T8" fmla="*/ 3299 w 3299"/>
                <a:gd name="T9" fmla="*/ 938 h 2850"/>
                <a:gd name="T10" fmla="*/ 3061 w 3299"/>
                <a:gd name="T11" fmla="*/ 835 h 2850"/>
                <a:gd name="T12" fmla="*/ 2568 w 3299"/>
                <a:gd name="T13" fmla="*/ 1971 h 2850"/>
                <a:gd name="T14" fmla="*/ 1884 w 3299"/>
                <a:gd name="T15" fmla="*/ 1677 h 2850"/>
                <a:gd name="T16" fmla="*/ 1589 w 3299"/>
                <a:gd name="T17" fmla="*/ 2358 h 2850"/>
                <a:gd name="T18" fmla="*/ 906 w 3299"/>
                <a:gd name="T19" fmla="*/ 2062 h 2850"/>
                <a:gd name="T20" fmla="*/ 564 w 3299"/>
                <a:gd name="T21" fmla="*/ 2850 h 2850"/>
                <a:gd name="T22" fmla="*/ 0 w 3299"/>
                <a:gd name="T23" fmla="*/ 2606 h 2850"/>
                <a:gd name="T24" fmla="*/ 585 w 3299"/>
                <a:gd name="T25" fmla="*/ 1256 h 2850"/>
                <a:gd name="T26" fmla="*/ 1269 w 3299"/>
                <a:gd name="T27" fmla="*/ 1550 h 2850"/>
                <a:gd name="T28" fmla="*/ 1564 w 3299"/>
                <a:gd name="T29" fmla="*/ 869 h 2850"/>
                <a:gd name="T30" fmla="*/ 2248 w 3299"/>
                <a:gd name="T31" fmla="*/ 1165 h 28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299" h="2850">
                  <a:moveTo>
                    <a:pt x="2248" y="1165"/>
                  </a:moveTo>
                  <a:lnTo>
                    <a:pt x="2496" y="590"/>
                  </a:lnTo>
                  <a:lnTo>
                    <a:pt x="2258" y="488"/>
                  </a:lnTo>
                  <a:lnTo>
                    <a:pt x="3088" y="0"/>
                  </a:lnTo>
                  <a:lnTo>
                    <a:pt x="3299" y="938"/>
                  </a:lnTo>
                  <a:lnTo>
                    <a:pt x="3061" y="835"/>
                  </a:lnTo>
                  <a:lnTo>
                    <a:pt x="2568" y="1971"/>
                  </a:lnTo>
                  <a:lnTo>
                    <a:pt x="1884" y="1677"/>
                  </a:lnTo>
                  <a:lnTo>
                    <a:pt x="1589" y="2358"/>
                  </a:lnTo>
                  <a:lnTo>
                    <a:pt x="906" y="2062"/>
                  </a:lnTo>
                  <a:lnTo>
                    <a:pt x="564" y="2850"/>
                  </a:lnTo>
                  <a:lnTo>
                    <a:pt x="0" y="2606"/>
                  </a:lnTo>
                  <a:lnTo>
                    <a:pt x="585" y="1256"/>
                  </a:lnTo>
                  <a:lnTo>
                    <a:pt x="1269" y="1550"/>
                  </a:lnTo>
                  <a:lnTo>
                    <a:pt x="1564" y="869"/>
                  </a:lnTo>
                  <a:lnTo>
                    <a:pt x="2248" y="116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Freeform 68"/>
            <p:cNvSpPr/>
            <p:nvPr/>
          </p:nvSpPr>
          <p:spPr bwMode="auto">
            <a:xfrm>
              <a:off x="1800224" y="1462698"/>
              <a:ext cx="5237163" cy="4524375"/>
            </a:xfrm>
            <a:custGeom>
              <a:avLst/>
              <a:gdLst>
                <a:gd name="T0" fmla="*/ 2248 w 3299"/>
                <a:gd name="T1" fmla="*/ 1165 h 2850"/>
                <a:gd name="T2" fmla="*/ 2496 w 3299"/>
                <a:gd name="T3" fmla="*/ 590 h 2850"/>
                <a:gd name="T4" fmla="*/ 2258 w 3299"/>
                <a:gd name="T5" fmla="*/ 488 h 2850"/>
                <a:gd name="T6" fmla="*/ 3088 w 3299"/>
                <a:gd name="T7" fmla="*/ 0 h 2850"/>
                <a:gd name="T8" fmla="*/ 3299 w 3299"/>
                <a:gd name="T9" fmla="*/ 938 h 2850"/>
                <a:gd name="T10" fmla="*/ 3061 w 3299"/>
                <a:gd name="T11" fmla="*/ 835 h 2850"/>
                <a:gd name="T12" fmla="*/ 2568 w 3299"/>
                <a:gd name="T13" fmla="*/ 1971 h 2850"/>
                <a:gd name="T14" fmla="*/ 1884 w 3299"/>
                <a:gd name="T15" fmla="*/ 1677 h 2850"/>
                <a:gd name="T16" fmla="*/ 1589 w 3299"/>
                <a:gd name="T17" fmla="*/ 2358 h 2850"/>
                <a:gd name="T18" fmla="*/ 906 w 3299"/>
                <a:gd name="T19" fmla="*/ 2062 h 2850"/>
                <a:gd name="T20" fmla="*/ 564 w 3299"/>
                <a:gd name="T21" fmla="*/ 2850 h 2850"/>
                <a:gd name="T22" fmla="*/ 0 w 3299"/>
                <a:gd name="T23" fmla="*/ 2606 h 2850"/>
                <a:gd name="T24" fmla="*/ 585 w 3299"/>
                <a:gd name="T25" fmla="*/ 1256 h 2850"/>
                <a:gd name="T26" fmla="*/ 1269 w 3299"/>
                <a:gd name="T27" fmla="*/ 1550 h 2850"/>
                <a:gd name="T28" fmla="*/ 1564 w 3299"/>
                <a:gd name="T29" fmla="*/ 869 h 2850"/>
                <a:gd name="T30" fmla="*/ 2248 w 3299"/>
                <a:gd name="T31" fmla="*/ 1165 h 28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299" h="2850">
                  <a:moveTo>
                    <a:pt x="2248" y="1165"/>
                  </a:moveTo>
                  <a:lnTo>
                    <a:pt x="2496" y="590"/>
                  </a:lnTo>
                  <a:lnTo>
                    <a:pt x="2258" y="488"/>
                  </a:lnTo>
                  <a:lnTo>
                    <a:pt x="3088" y="0"/>
                  </a:lnTo>
                  <a:lnTo>
                    <a:pt x="3299" y="938"/>
                  </a:lnTo>
                  <a:lnTo>
                    <a:pt x="3061" y="835"/>
                  </a:lnTo>
                  <a:lnTo>
                    <a:pt x="2568" y="1971"/>
                  </a:lnTo>
                  <a:lnTo>
                    <a:pt x="1884" y="1677"/>
                  </a:lnTo>
                  <a:lnTo>
                    <a:pt x="1589" y="2358"/>
                  </a:lnTo>
                  <a:lnTo>
                    <a:pt x="906" y="2062"/>
                  </a:lnTo>
                  <a:lnTo>
                    <a:pt x="564" y="2850"/>
                  </a:lnTo>
                  <a:lnTo>
                    <a:pt x="0" y="2606"/>
                  </a:lnTo>
                  <a:lnTo>
                    <a:pt x="585" y="1256"/>
                  </a:lnTo>
                  <a:lnTo>
                    <a:pt x="1269" y="1550"/>
                  </a:lnTo>
                  <a:lnTo>
                    <a:pt x="1564" y="869"/>
                  </a:lnTo>
                  <a:lnTo>
                    <a:pt x="2248" y="116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Freeform 69"/>
            <p:cNvSpPr/>
            <p:nvPr/>
          </p:nvSpPr>
          <p:spPr bwMode="auto">
            <a:xfrm>
              <a:off x="5051424" y="1084873"/>
              <a:ext cx="1651000" cy="1152525"/>
            </a:xfrm>
            <a:custGeom>
              <a:avLst/>
              <a:gdLst>
                <a:gd name="T0" fmla="*/ 210 w 1040"/>
                <a:gd name="T1" fmla="*/ 726 h 726"/>
                <a:gd name="T2" fmla="*/ 1040 w 1040"/>
                <a:gd name="T3" fmla="*/ 238 h 726"/>
                <a:gd name="T4" fmla="*/ 829 w 1040"/>
                <a:gd name="T5" fmla="*/ 0 h 726"/>
                <a:gd name="T6" fmla="*/ 0 w 1040"/>
                <a:gd name="T7" fmla="*/ 489 h 726"/>
                <a:gd name="T8" fmla="*/ 210 w 1040"/>
                <a:gd name="T9" fmla="*/ 726 h 7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0" h="726">
                  <a:moveTo>
                    <a:pt x="210" y="726"/>
                  </a:moveTo>
                  <a:lnTo>
                    <a:pt x="1040" y="238"/>
                  </a:lnTo>
                  <a:lnTo>
                    <a:pt x="829" y="0"/>
                  </a:lnTo>
                  <a:lnTo>
                    <a:pt x="0" y="489"/>
                  </a:lnTo>
                  <a:lnTo>
                    <a:pt x="210" y="726"/>
                  </a:lnTo>
                  <a:close/>
                </a:path>
              </a:pathLst>
            </a:custGeom>
            <a:solidFill>
              <a:srgbClr val="DBDBD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Freeform 70"/>
            <p:cNvSpPr/>
            <p:nvPr/>
          </p:nvSpPr>
          <p:spPr bwMode="auto">
            <a:xfrm>
              <a:off x="3951287" y="2464411"/>
              <a:ext cx="1417638" cy="847725"/>
            </a:xfrm>
            <a:custGeom>
              <a:avLst/>
              <a:gdLst>
                <a:gd name="T0" fmla="*/ 209 w 893"/>
                <a:gd name="T1" fmla="*/ 238 h 534"/>
                <a:gd name="T2" fmla="*/ 893 w 893"/>
                <a:gd name="T3" fmla="*/ 534 h 534"/>
                <a:gd name="T4" fmla="*/ 683 w 893"/>
                <a:gd name="T5" fmla="*/ 296 h 534"/>
                <a:gd name="T6" fmla="*/ 0 w 893"/>
                <a:gd name="T7" fmla="*/ 0 h 534"/>
                <a:gd name="T8" fmla="*/ 209 w 893"/>
                <a:gd name="T9" fmla="*/ 238 h 5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93" h="534">
                  <a:moveTo>
                    <a:pt x="209" y="238"/>
                  </a:moveTo>
                  <a:lnTo>
                    <a:pt x="893" y="534"/>
                  </a:lnTo>
                  <a:lnTo>
                    <a:pt x="683" y="296"/>
                  </a:lnTo>
                  <a:lnTo>
                    <a:pt x="0" y="0"/>
                  </a:lnTo>
                  <a:lnTo>
                    <a:pt x="209" y="238"/>
                  </a:lnTo>
                  <a:close/>
                </a:path>
              </a:pathLst>
            </a:custGeom>
            <a:solidFill>
              <a:srgbClr val="DBDBD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Freeform 71"/>
            <p:cNvSpPr/>
            <p:nvPr/>
          </p:nvSpPr>
          <p:spPr bwMode="auto">
            <a:xfrm>
              <a:off x="2395537" y="3078773"/>
              <a:ext cx="1419225" cy="844550"/>
            </a:xfrm>
            <a:custGeom>
              <a:avLst/>
              <a:gdLst>
                <a:gd name="T0" fmla="*/ 210 w 894"/>
                <a:gd name="T1" fmla="*/ 238 h 532"/>
                <a:gd name="T2" fmla="*/ 894 w 894"/>
                <a:gd name="T3" fmla="*/ 532 h 532"/>
                <a:gd name="T4" fmla="*/ 683 w 894"/>
                <a:gd name="T5" fmla="*/ 295 h 532"/>
                <a:gd name="T6" fmla="*/ 0 w 894"/>
                <a:gd name="T7" fmla="*/ 0 h 532"/>
                <a:gd name="T8" fmla="*/ 210 w 894"/>
                <a:gd name="T9" fmla="*/ 238 h 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94" h="532">
                  <a:moveTo>
                    <a:pt x="210" y="238"/>
                  </a:moveTo>
                  <a:lnTo>
                    <a:pt x="894" y="532"/>
                  </a:lnTo>
                  <a:lnTo>
                    <a:pt x="683" y="295"/>
                  </a:lnTo>
                  <a:lnTo>
                    <a:pt x="0" y="0"/>
                  </a:lnTo>
                  <a:lnTo>
                    <a:pt x="210" y="238"/>
                  </a:lnTo>
                  <a:close/>
                </a:path>
              </a:pathLst>
            </a:custGeom>
            <a:solidFill>
              <a:srgbClr val="DBDBD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2" name="Freeform 72"/>
            <p:cNvSpPr/>
            <p:nvPr/>
          </p:nvSpPr>
          <p:spPr bwMode="auto">
            <a:xfrm>
              <a:off x="2574924" y="3697898"/>
              <a:ext cx="844550" cy="842963"/>
            </a:xfrm>
            <a:custGeom>
              <a:avLst/>
              <a:gdLst>
                <a:gd name="T0" fmla="*/ 288 w 391"/>
                <a:gd name="T1" fmla="*/ 369 h 391"/>
                <a:gd name="T2" fmla="*/ 251 w 391"/>
                <a:gd name="T3" fmla="*/ 385 h 391"/>
                <a:gd name="T4" fmla="*/ 21 w 391"/>
                <a:gd name="T5" fmla="*/ 289 h 391"/>
                <a:gd name="T6" fmla="*/ 6 w 391"/>
                <a:gd name="T7" fmla="*/ 251 h 391"/>
                <a:gd name="T8" fmla="*/ 102 w 391"/>
                <a:gd name="T9" fmla="*/ 22 h 391"/>
                <a:gd name="T10" fmla="*/ 140 w 391"/>
                <a:gd name="T11" fmla="*/ 6 h 391"/>
                <a:gd name="T12" fmla="*/ 369 w 391"/>
                <a:gd name="T13" fmla="*/ 102 h 391"/>
                <a:gd name="T14" fmla="*/ 385 w 391"/>
                <a:gd name="T15" fmla="*/ 140 h 391"/>
                <a:gd name="T16" fmla="*/ 288 w 391"/>
                <a:gd name="T17" fmla="*/ 369 h 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1" h="391">
                  <a:moveTo>
                    <a:pt x="288" y="369"/>
                  </a:moveTo>
                  <a:cubicBezTo>
                    <a:pt x="282" y="384"/>
                    <a:pt x="265" y="391"/>
                    <a:pt x="251" y="385"/>
                  </a:cubicBezTo>
                  <a:cubicBezTo>
                    <a:pt x="21" y="289"/>
                    <a:pt x="21" y="289"/>
                    <a:pt x="21" y="289"/>
                  </a:cubicBezTo>
                  <a:cubicBezTo>
                    <a:pt x="7" y="283"/>
                    <a:pt x="0" y="266"/>
                    <a:pt x="6" y="251"/>
                  </a:cubicBezTo>
                  <a:cubicBezTo>
                    <a:pt x="102" y="22"/>
                    <a:pt x="102" y="22"/>
                    <a:pt x="102" y="22"/>
                  </a:cubicBezTo>
                  <a:cubicBezTo>
                    <a:pt x="108" y="7"/>
                    <a:pt x="125" y="0"/>
                    <a:pt x="140" y="6"/>
                  </a:cubicBezTo>
                  <a:cubicBezTo>
                    <a:pt x="369" y="102"/>
                    <a:pt x="369" y="102"/>
                    <a:pt x="369" y="102"/>
                  </a:cubicBezTo>
                  <a:cubicBezTo>
                    <a:pt x="384" y="109"/>
                    <a:pt x="391" y="125"/>
                    <a:pt x="385" y="140"/>
                  </a:cubicBezTo>
                  <a:lnTo>
                    <a:pt x="288" y="3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Freeform 73"/>
            <p:cNvSpPr/>
            <p:nvPr/>
          </p:nvSpPr>
          <p:spPr bwMode="auto">
            <a:xfrm>
              <a:off x="3641724" y="4145573"/>
              <a:ext cx="842963" cy="842963"/>
            </a:xfrm>
            <a:custGeom>
              <a:avLst/>
              <a:gdLst>
                <a:gd name="T0" fmla="*/ 288 w 390"/>
                <a:gd name="T1" fmla="*/ 369 h 391"/>
                <a:gd name="T2" fmla="*/ 251 w 390"/>
                <a:gd name="T3" fmla="*/ 385 h 391"/>
                <a:gd name="T4" fmla="*/ 21 w 390"/>
                <a:gd name="T5" fmla="*/ 289 h 391"/>
                <a:gd name="T6" fmla="*/ 6 w 390"/>
                <a:gd name="T7" fmla="*/ 251 h 391"/>
                <a:gd name="T8" fmla="*/ 102 w 390"/>
                <a:gd name="T9" fmla="*/ 22 h 391"/>
                <a:gd name="T10" fmla="*/ 139 w 390"/>
                <a:gd name="T11" fmla="*/ 6 h 391"/>
                <a:gd name="T12" fmla="*/ 369 w 390"/>
                <a:gd name="T13" fmla="*/ 102 h 391"/>
                <a:gd name="T14" fmla="*/ 384 w 390"/>
                <a:gd name="T15" fmla="*/ 140 h 391"/>
                <a:gd name="T16" fmla="*/ 288 w 390"/>
                <a:gd name="T17" fmla="*/ 369 h 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0" h="391">
                  <a:moveTo>
                    <a:pt x="288" y="369"/>
                  </a:moveTo>
                  <a:cubicBezTo>
                    <a:pt x="282" y="384"/>
                    <a:pt x="265" y="391"/>
                    <a:pt x="251" y="385"/>
                  </a:cubicBezTo>
                  <a:cubicBezTo>
                    <a:pt x="21" y="289"/>
                    <a:pt x="21" y="289"/>
                    <a:pt x="21" y="289"/>
                  </a:cubicBezTo>
                  <a:cubicBezTo>
                    <a:pt x="6" y="283"/>
                    <a:pt x="0" y="266"/>
                    <a:pt x="6" y="251"/>
                  </a:cubicBezTo>
                  <a:cubicBezTo>
                    <a:pt x="102" y="22"/>
                    <a:pt x="102" y="22"/>
                    <a:pt x="102" y="22"/>
                  </a:cubicBezTo>
                  <a:cubicBezTo>
                    <a:pt x="108" y="7"/>
                    <a:pt x="125" y="0"/>
                    <a:pt x="139" y="6"/>
                  </a:cubicBezTo>
                  <a:cubicBezTo>
                    <a:pt x="369" y="102"/>
                    <a:pt x="369" y="102"/>
                    <a:pt x="369" y="102"/>
                  </a:cubicBezTo>
                  <a:cubicBezTo>
                    <a:pt x="383" y="108"/>
                    <a:pt x="390" y="125"/>
                    <a:pt x="384" y="140"/>
                  </a:cubicBezTo>
                  <a:lnTo>
                    <a:pt x="288" y="36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Freeform 74"/>
            <p:cNvSpPr/>
            <p:nvPr/>
          </p:nvSpPr>
          <p:spPr bwMode="auto">
            <a:xfrm>
              <a:off x="4121149" y="3054961"/>
              <a:ext cx="844550" cy="842963"/>
            </a:xfrm>
            <a:custGeom>
              <a:avLst/>
              <a:gdLst>
                <a:gd name="T0" fmla="*/ 289 w 391"/>
                <a:gd name="T1" fmla="*/ 369 h 391"/>
                <a:gd name="T2" fmla="*/ 251 w 391"/>
                <a:gd name="T3" fmla="*/ 384 h 391"/>
                <a:gd name="T4" fmla="*/ 22 w 391"/>
                <a:gd name="T5" fmla="*/ 288 h 391"/>
                <a:gd name="T6" fmla="*/ 6 w 391"/>
                <a:gd name="T7" fmla="*/ 251 h 391"/>
                <a:gd name="T8" fmla="*/ 102 w 391"/>
                <a:gd name="T9" fmla="*/ 21 h 391"/>
                <a:gd name="T10" fmla="*/ 140 w 391"/>
                <a:gd name="T11" fmla="*/ 6 h 391"/>
                <a:gd name="T12" fmla="*/ 369 w 391"/>
                <a:gd name="T13" fmla="*/ 102 h 391"/>
                <a:gd name="T14" fmla="*/ 385 w 391"/>
                <a:gd name="T15" fmla="*/ 140 h 391"/>
                <a:gd name="T16" fmla="*/ 289 w 391"/>
                <a:gd name="T17" fmla="*/ 369 h 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1" h="391">
                  <a:moveTo>
                    <a:pt x="289" y="369"/>
                  </a:moveTo>
                  <a:cubicBezTo>
                    <a:pt x="282" y="384"/>
                    <a:pt x="266" y="391"/>
                    <a:pt x="251" y="384"/>
                  </a:cubicBezTo>
                  <a:cubicBezTo>
                    <a:pt x="22" y="288"/>
                    <a:pt x="22" y="288"/>
                    <a:pt x="22" y="288"/>
                  </a:cubicBezTo>
                  <a:cubicBezTo>
                    <a:pt x="7" y="282"/>
                    <a:pt x="0" y="265"/>
                    <a:pt x="6" y="251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8" y="7"/>
                    <a:pt x="125" y="0"/>
                    <a:pt x="140" y="6"/>
                  </a:cubicBezTo>
                  <a:cubicBezTo>
                    <a:pt x="369" y="102"/>
                    <a:pt x="369" y="102"/>
                    <a:pt x="369" y="102"/>
                  </a:cubicBezTo>
                  <a:cubicBezTo>
                    <a:pt x="384" y="108"/>
                    <a:pt x="391" y="125"/>
                    <a:pt x="385" y="140"/>
                  </a:cubicBezTo>
                  <a:lnTo>
                    <a:pt x="289" y="36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5" name="Freeform 75"/>
            <p:cNvSpPr/>
            <p:nvPr/>
          </p:nvSpPr>
          <p:spPr bwMode="auto">
            <a:xfrm>
              <a:off x="5199062" y="3513748"/>
              <a:ext cx="841375" cy="842963"/>
            </a:xfrm>
            <a:custGeom>
              <a:avLst/>
              <a:gdLst>
                <a:gd name="T0" fmla="*/ 288 w 390"/>
                <a:gd name="T1" fmla="*/ 369 h 391"/>
                <a:gd name="T2" fmla="*/ 251 w 390"/>
                <a:gd name="T3" fmla="*/ 384 h 391"/>
                <a:gd name="T4" fmla="*/ 21 w 390"/>
                <a:gd name="T5" fmla="*/ 288 h 391"/>
                <a:gd name="T6" fmla="*/ 6 w 390"/>
                <a:gd name="T7" fmla="*/ 251 h 391"/>
                <a:gd name="T8" fmla="*/ 102 w 390"/>
                <a:gd name="T9" fmla="*/ 21 h 391"/>
                <a:gd name="T10" fmla="*/ 140 w 390"/>
                <a:gd name="T11" fmla="*/ 6 h 391"/>
                <a:gd name="T12" fmla="*/ 369 w 390"/>
                <a:gd name="T13" fmla="*/ 102 h 391"/>
                <a:gd name="T14" fmla="*/ 384 w 390"/>
                <a:gd name="T15" fmla="*/ 140 h 391"/>
                <a:gd name="T16" fmla="*/ 288 w 390"/>
                <a:gd name="T17" fmla="*/ 369 h 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0" h="391">
                  <a:moveTo>
                    <a:pt x="288" y="369"/>
                  </a:moveTo>
                  <a:cubicBezTo>
                    <a:pt x="282" y="384"/>
                    <a:pt x="265" y="391"/>
                    <a:pt x="251" y="384"/>
                  </a:cubicBezTo>
                  <a:cubicBezTo>
                    <a:pt x="21" y="288"/>
                    <a:pt x="21" y="288"/>
                    <a:pt x="21" y="288"/>
                  </a:cubicBezTo>
                  <a:cubicBezTo>
                    <a:pt x="7" y="282"/>
                    <a:pt x="0" y="265"/>
                    <a:pt x="6" y="251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8" y="7"/>
                    <a:pt x="125" y="0"/>
                    <a:pt x="140" y="6"/>
                  </a:cubicBezTo>
                  <a:cubicBezTo>
                    <a:pt x="369" y="102"/>
                    <a:pt x="369" y="102"/>
                    <a:pt x="369" y="102"/>
                  </a:cubicBezTo>
                  <a:cubicBezTo>
                    <a:pt x="384" y="108"/>
                    <a:pt x="390" y="125"/>
                    <a:pt x="384" y="140"/>
                  </a:cubicBezTo>
                  <a:lnTo>
                    <a:pt x="288" y="36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26" name="组合 25"/>
            <p:cNvGrpSpPr/>
            <p:nvPr/>
          </p:nvGrpSpPr>
          <p:grpSpPr>
            <a:xfrm>
              <a:off x="2651124" y="4528161"/>
              <a:ext cx="249238" cy="184150"/>
              <a:chOff x="2882900" y="4543426"/>
              <a:chExt cx="249238" cy="184150"/>
            </a:xfrm>
            <a:solidFill>
              <a:schemeClr val="tx1">
                <a:lumMod val="50000"/>
                <a:lumOff val="50000"/>
              </a:schemeClr>
            </a:solidFill>
          </p:grpSpPr>
          <p:sp>
            <p:nvSpPr>
              <p:cNvPr id="66" name="Freeform 76"/>
              <p:cNvSpPr/>
              <p:nvPr/>
            </p:nvSpPr>
            <p:spPr bwMode="auto">
              <a:xfrm>
                <a:off x="2882900" y="4603751"/>
                <a:ext cx="33338" cy="31750"/>
              </a:xfrm>
              <a:custGeom>
                <a:avLst/>
                <a:gdLst>
                  <a:gd name="T0" fmla="*/ 8 w 16"/>
                  <a:gd name="T1" fmla="*/ 0 h 15"/>
                  <a:gd name="T2" fmla="*/ 5 w 16"/>
                  <a:gd name="T3" fmla="*/ 1 h 15"/>
                  <a:gd name="T4" fmla="*/ 1 w 16"/>
                  <a:gd name="T5" fmla="*/ 10 h 15"/>
                  <a:gd name="T6" fmla="*/ 8 w 16"/>
                  <a:gd name="T7" fmla="*/ 15 h 15"/>
                  <a:gd name="T8" fmla="*/ 11 w 16"/>
                  <a:gd name="T9" fmla="*/ 14 h 15"/>
                  <a:gd name="T10" fmla="*/ 15 w 16"/>
                  <a:gd name="T11" fmla="*/ 5 h 15"/>
                  <a:gd name="T12" fmla="*/ 8 w 16"/>
                  <a:gd name="T13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15">
                    <a:moveTo>
                      <a:pt x="8" y="0"/>
                    </a:moveTo>
                    <a:cubicBezTo>
                      <a:pt x="7" y="0"/>
                      <a:pt x="6" y="1"/>
                      <a:pt x="5" y="1"/>
                    </a:cubicBezTo>
                    <a:cubicBezTo>
                      <a:pt x="2" y="2"/>
                      <a:pt x="0" y="7"/>
                      <a:pt x="1" y="10"/>
                    </a:cubicBezTo>
                    <a:cubicBezTo>
                      <a:pt x="2" y="13"/>
                      <a:pt x="5" y="15"/>
                      <a:pt x="8" y="15"/>
                    </a:cubicBezTo>
                    <a:cubicBezTo>
                      <a:pt x="9" y="15"/>
                      <a:pt x="10" y="15"/>
                      <a:pt x="11" y="14"/>
                    </a:cubicBezTo>
                    <a:cubicBezTo>
                      <a:pt x="14" y="13"/>
                      <a:pt x="16" y="9"/>
                      <a:pt x="15" y="5"/>
                    </a:cubicBezTo>
                    <a:cubicBezTo>
                      <a:pt x="13" y="2"/>
                      <a:pt x="11" y="0"/>
                      <a:pt x="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7" name="Freeform 77"/>
              <p:cNvSpPr/>
              <p:nvPr/>
            </p:nvSpPr>
            <p:spPr bwMode="auto">
              <a:xfrm>
                <a:off x="2921000" y="4587876"/>
                <a:ext cx="34925" cy="33338"/>
              </a:xfrm>
              <a:custGeom>
                <a:avLst/>
                <a:gdLst>
                  <a:gd name="T0" fmla="*/ 8 w 16"/>
                  <a:gd name="T1" fmla="*/ 0 h 15"/>
                  <a:gd name="T2" fmla="*/ 5 w 16"/>
                  <a:gd name="T3" fmla="*/ 1 h 15"/>
                  <a:gd name="T4" fmla="*/ 1 w 16"/>
                  <a:gd name="T5" fmla="*/ 10 h 15"/>
                  <a:gd name="T6" fmla="*/ 8 w 16"/>
                  <a:gd name="T7" fmla="*/ 15 h 15"/>
                  <a:gd name="T8" fmla="*/ 11 w 16"/>
                  <a:gd name="T9" fmla="*/ 14 h 15"/>
                  <a:gd name="T10" fmla="*/ 15 w 16"/>
                  <a:gd name="T11" fmla="*/ 5 h 15"/>
                  <a:gd name="T12" fmla="*/ 8 w 16"/>
                  <a:gd name="T13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15">
                    <a:moveTo>
                      <a:pt x="8" y="0"/>
                    </a:moveTo>
                    <a:cubicBezTo>
                      <a:pt x="7" y="0"/>
                      <a:pt x="6" y="0"/>
                      <a:pt x="5" y="1"/>
                    </a:cubicBezTo>
                    <a:cubicBezTo>
                      <a:pt x="2" y="2"/>
                      <a:pt x="0" y="6"/>
                      <a:pt x="1" y="10"/>
                    </a:cubicBezTo>
                    <a:cubicBezTo>
                      <a:pt x="2" y="13"/>
                      <a:pt x="5" y="15"/>
                      <a:pt x="8" y="15"/>
                    </a:cubicBezTo>
                    <a:cubicBezTo>
                      <a:pt x="9" y="15"/>
                      <a:pt x="10" y="14"/>
                      <a:pt x="11" y="14"/>
                    </a:cubicBezTo>
                    <a:cubicBezTo>
                      <a:pt x="14" y="13"/>
                      <a:pt x="16" y="8"/>
                      <a:pt x="15" y="5"/>
                    </a:cubicBezTo>
                    <a:cubicBezTo>
                      <a:pt x="13" y="2"/>
                      <a:pt x="11" y="0"/>
                      <a:pt x="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8" name="Freeform 78"/>
              <p:cNvSpPr/>
              <p:nvPr/>
            </p:nvSpPr>
            <p:spPr bwMode="auto">
              <a:xfrm>
                <a:off x="2960688" y="4573588"/>
                <a:ext cx="33338" cy="30163"/>
              </a:xfrm>
              <a:custGeom>
                <a:avLst/>
                <a:gdLst>
                  <a:gd name="T0" fmla="*/ 8 w 16"/>
                  <a:gd name="T1" fmla="*/ 0 h 14"/>
                  <a:gd name="T2" fmla="*/ 5 w 16"/>
                  <a:gd name="T3" fmla="*/ 1 h 14"/>
                  <a:gd name="T4" fmla="*/ 1 w 16"/>
                  <a:gd name="T5" fmla="*/ 10 h 14"/>
                  <a:gd name="T6" fmla="*/ 8 w 16"/>
                  <a:gd name="T7" fmla="*/ 14 h 14"/>
                  <a:gd name="T8" fmla="*/ 10 w 16"/>
                  <a:gd name="T9" fmla="*/ 14 h 14"/>
                  <a:gd name="T10" fmla="*/ 14 w 16"/>
                  <a:gd name="T11" fmla="*/ 5 h 14"/>
                  <a:gd name="T12" fmla="*/ 8 w 16"/>
                  <a:gd name="T13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14">
                    <a:moveTo>
                      <a:pt x="8" y="0"/>
                    </a:moveTo>
                    <a:cubicBezTo>
                      <a:pt x="7" y="0"/>
                      <a:pt x="6" y="0"/>
                      <a:pt x="5" y="1"/>
                    </a:cubicBezTo>
                    <a:cubicBezTo>
                      <a:pt x="2" y="2"/>
                      <a:pt x="0" y="6"/>
                      <a:pt x="1" y="10"/>
                    </a:cubicBezTo>
                    <a:cubicBezTo>
                      <a:pt x="2" y="13"/>
                      <a:pt x="5" y="14"/>
                      <a:pt x="8" y="14"/>
                    </a:cubicBezTo>
                    <a:cubicBezTo>
                      <a:pt x="9" y="14"/>
                      <a:pt x="10" y="14"/>
                      <a:pt x="10" y="14"/>
                    </a:cubicBezTo>
                    <a:cubicBezTo>
                      <a:pt x="14" y="12"/>
                      <a:pt x="16" y="8"/>
                      <a:pt x="14" y="5"/>
                    </a:cubicBezTo>
                    <a:cubicBezTo>
                      <a:pt x="13" y="2"/>
                      <a:pt x="11" y="0"/>
                      <a:pt x="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9" name="Freeform 79"/>
              <p:cNvSpPr/>
              <p:nvPr/>
            </p:nvSpPr>
            <p:spPr bwMode="auto">
              <a:xfrm>
                <a:off x="2998788" y="4557713"/>
                <a:ext cx="34925" cy="30163"/>
              </a:xfrm>
              <a:custGeom>
                <a:avLst/>
                <a:gdLst>
                  <a:gd name="T0" fmla="*/ 8 w 16"/>
                  <a:gd name="T1" fmla="*/ 0 h 14"/>
                  <a:gd name="T2" fmla="*/ 5 w 16"/>
                  <a:gd name="T3" fmla="*/ 0 h 14"/>
                  <a:gd name="T4" fmla="*/ 1 w 16"/>
                  <a:gd name="T5" fmla="*/ 10 h 14"/>
                  <a:gd name="T6" fmla="*/ 8 w 16"/>
                  <a:gd name="T7" fmla="*/ 14 h 14"/>
                  <a:gd name="T8" fmla="*/ 10 w 16"/>
                  <a:gd name="T9" fmla="*/ 14 h 14"/>
                  <a:gd name="T10" fmla="*/ 14 w 16"/>
                  <a:gd name="T11" fmla="*/ 4 h 14"/>
                  <a:gd name="T12" fmla="*/ 8 w 16"/>
                  <a:gd name="T13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14">
                    <a:moveTo>
                      <a:pt x="8" y="0"/>
                    </a:moveTo>
                    <a:cubicBezTo>
                      <a:pt x="7" y="0"/>
                      <a:pt x="6" y="0"/>
                      <a:pt x="5" y="0"/>
                    </a:cubicBezTo>
                    <a:cubicBezTo>
                      <a:pt x="1" y="2"/>
                      <a:pt x="0" y="6"/>
                      <a:pt x="1" y="10"/>
                    </a:cubicBezTo>
                    <a:cubicBezTo>
                      <a:pt x="2" y="13"/>
                      <a:pt x="5" y="14"/>
                      <a:pt x="8" y="14"/>
                    </a:cubicBezTo>
                    <a:cubicBezTo>
                      <a:pt x="9" y="14"/>
                      <a:pt x="10" y="14"/>
                      <a:pt x="10" y="14"/>
                    </a:cubicBezTo>
                    <a:cubicBezTo>
                      <a:pt x="14" y="12"/>
                      <a:pt x="16" y="8"/>
                      <a:pt x="14" y="4"/>
                    </a:cubicBezTo>
                    <a:cubicBezTo>
                      <a:pt x="13" y="2"/>
                      <a:pt x="11" y="0"/>
                      <a:pt x="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0" name="Freeform 80"/>
              <p:cNvSpPr/>
              <p:nvPr/>
            </p:nvSpPr>
            <p:spPr bwMode="auto">
              <a:xfrm>
                <a:off x="3038475" y="4543426"/>
                <a:ext cx="33338" cy="30163"/>
              </a:xfrm>
              <a:custGeom>
                <a:avLst/>
                <a:gdLst>
                  <a:gd name="T0" fmla="*/ 8 w 16"/>
                  <a:gd name="T1" fmla="*/ 0 h 14"/>
                  <a:gd name="T2" fmla="*/ 5 w 16"/>
                  <a:gd name="T3" fmla="*/ 0 h 14"/>
                  <a:gd name="T4" fmla="*/ 1 w 16"/>
                  <a:gd name="T5" fmla="*/ 10 h 14"/>
                  <a:gd name="T6" fmla="*/ 8 w 16"/>
                  <a:gd name="T7" fmla="*/ 14 h 14"/>
                  <a:gd name="T8" fmla="*/ 10 w 16"/>
                  <a:gd name="T9" fmla="*/ 14 h 14"/>
                  <a:gd name="T10" fmla="*/ 14 w 16"/>
                  <a:gd name="T11" fmla="*/ 4 h 14"/>
                  <a:gd name="T12" fmla="*/ 8 w 16"/>
                  <a:gd name="T13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14">
                    <a:moveTo>
                      <a:pt x="8" y="0"/>
                    </a:moveTo>
                    <a:cubicBezTo>
                      <a:pt x="7" y="0"/>
                      <a:pt x="6" y="0"/>
                      <a:pt x="5" y="0"/>
                    </a:cubicBezTo>
                    <a:cubicBezTo>
                      <a:pt x="1" y="2"/>
                      <a:pt x="0" y="6"/>
                      <a:pt x="1" y="10"/>
                    </a:cubicBezTo>
                    <a:cubicBezTo>
                      <a:pt x="2" y="12"/>
                      <a:pt x="5" y="14"/>
                      <a:pt x="8" y="14"/>
                    </a:cubicBezTo>
                    <a:cubicBezTo>
                      <a:pt x="9" y="14"/>
                      <a:pt x="10" y="14"/>
                      <a:pt x="10" y="14"/>
                    </a:cubicBezTo>
                    <a:cubicBezTo>
                      <a:pt x="14" y="12"/>
                      <a:pt x="16" y="8"/>
                      <a:pt x="14" y="4"/>
                    </a:cubicBezTo>
                    <a:cubicBezTo>
                      <a:pt x="13" y="2"/>
                      <a:pt x="11" y="0"/>
                      <a:pt x="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1" name="Freeform 81"/>
              <p:cNvSpPr/>
              <p:nvPr/>
            </p:nvSpPr>
            <p:spPr bwMode="auto">
              <a:xfrm>
                <a:off x="3052763" y="4581526"/>
                <a:ext cx="34925" cy="30163"/>
              </a:xfrm>
              <a:custGeom>
                <a:avLst/>
                <a:gdLst>
                  <a:gd name="T0" fmla="*/ 8 w 16"/>
                  <a:gd name="T1" fmla="*/ 0 h 14"/>
                  <a:gd name="T2" fmla="*/ 5 w 16"/>
                  <a:gd name="T3" fmla="*/ 0 h 14"/>
                  <a:gd name="T4" fmla="*/ 1 w 16"/>
                  <a:gd name="T5" fmla="*/ 10 h 14"/>
                  <a:gd name="T6" fmla="*/ 8 w 16"/>
                  <a:gd name="T7" fmla="*/ 14 h 14"/>
                  <a:gd name="T8" fmla="*/ 11 w 16"/>
                  <a:gd name="T9" fmla="*/ 14 h 14"/>
                  <a:gd name="T10" fmla="*/ 15 w 16"/>
                  <a:gd name="T11" fmla="*/ 4 h 14"/>
                  <a:gd name="T12" fmla="*/ 8 w 16"/>
                  <a:gd name="T13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14">
                    <a:moveTo>
                      <a:pt x="8" y="0"/>
                    </a:moveTo>
                    <a:cubicBezTo>
                      <a:pt x="7" y="0"/>
                      <a:pt x="6" y="0"/>
                      <a:pt x="5" y="0"/>
                    </a:cubicBezTo>
                    <a:cubicBezTo>
                      <a:pt x="2" y="2"/>
                      <a:pt x="0" y="6"/>
                      <a:pt x="1" y="10"/>
                    </a:cubicBezTo>
                    <a:cubicBezTo>
                      <a:pt x="2" y="12"/>
                      <a:pt x="5" y="14"/>
                      <a:pt x="8" y="14"/>
                    </a:cubicBezTo>
                    <a:cubicBezTo>
                      <a:pt x="9" y="14"/>
                      <a:pt x="10" y="14"/>
                      <a:pt x="11" y="14"/>
                    </a:cubicBezTo>
                    <a:cubicBezTo>
                      <a:pt x="14" y="12"/>
                      <a:pt x="16" y="8"/>
                      <a:pt x="15" y="4"/>
                    </a:cubicBezTo>
                    <a:cubicBezTo>
                      <a:pt x="13" y="1"/>
                      <a:pt x="11" y="0"/>
                      <a:pt x="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2" name="Freeform 82"/>
              <p:cNvSpPr/>
              <p:nvPr/>
            </p:nvSpPr>
            <p:spPr bwMode="auto">
              <a:xfrm>
                <a:off x="3068638" y="4621213"/>
                <a:ext cx="33338" cy="30163"/>
              </a:xfrm>
              <a:custGeom>
                <a:avLst/>
                <a:gdLst>
                  <a:gd name="T0" fmla="*/ 8 w 16"/>
                  <a:gd name="T1" fmla="*/ 0 h 14"/>
                  <a:gd name="T2" fmla="*/ 5 w 16"/>
                  <a:gd name="T3" fmla="*/ 0 h 14"/>
                  <a:gd name="T4" fmla="*/ 1 w 16"/>
                  <a:gd name="T5" fmla="*/ 10 h 14"/>
                  <a:gd name="T6" fmla="*/ 8 w 16"/>
                  <a:gd name="T7" fmla="*/ 14 h 14"/>
                  <a:gd name="T8" fmla="*/ 11 w 16"/>
                  <a:gd name="T9" fmla="*/ 14 h 14"/>
                  <a:gd name="T10" fmla="*/ 15 w 16"/>
                  <a:gd name="T11" fmla="*/ 4 h 14"/>
                  <a:gd name="T12" fmla="*/ 8 w 16"/>
                  <a:gd name="T13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14">
                    <a:moveTo>
                      <a:pt x="8" y="0"/>
                    </a:moveTo>
                    <a:cubicBezTo>
                      <a:pt x="7" y="0"/>
                      <a:pt x="6" y="0"/>
                      <a:pt x="5" y="0"/>
                    </a:cubicBezTo>
                    <a:cubicBezTo>
                      <a:pt x="2" y="2"/>
                      <a:pt x="0" y="6"/>
                      <a:pt x="1" y="10"/>
                    </a:cubicBezTo>
                    <a:cubicBezTo>
                      <a:pt x="3" y="12"/>
                      <a:pt x="5" y="14"/>
                      <a:pt x="8" y="14"/>
                    </a:cubicBezTo>
                    <a:cubicBezTo>
                      <a:pt x="9" y="14"/>
                      <a:pt x="10" y="14"/>
                      <a:pt x="11" y="14"/>
                    </a:cubicBezTo>
                    <a:cubicBezTo>
                      <a:pt x="14" y="12"/>
                      <a:pt x="16" y="8"/>
                      <a:pt x="15" y="4"/>
                    </a:cubicBezTo>
                    <a:cubicBezTo>
                      <a:pt x="14" y="1"/>
                      <a:pt x="11" y="0"/>
                      <a:pt x="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3" name="Freeform 83"/>
              <p:cNvSpPr/>
              <p:nvPr/>
            </p:nvSpPr>
            <p:spPr bwMode="auto">
              <a:xfrm>
                <a:off x="3082925" y="4659313"/>
                <a:ext cx="34925" cy="30163"/>
              </a:xfrm>
              <a:custGeom>
                <a:avLst/>
                <a:gdLst>
                  <a:gd name="T0" fmla="*/ 8 w 16"/>
                  <a:gd name="T1" fmla="*/ 0 h 14"/>
                  <a:gd name="T2" fmla="*/ 6 w 16"/>
                  <a:gd name="T3" fmla="*/ 0 h 14"/>
                  <a:gd name="T4" fmla="*/ 2 w 16"/>
                  <a:gd name="T5" fmla="*/ 9 h 14"/>
                  <a:gd name="T6" fmla="*/ 8 w 16"/>
                  <a:gd name="T7" fmla="*/ 14 h 14"/>
                  <a:gd name="T8" fmla="*/ 11 w 16"/>
                  <a:gd name="T9" fmla="*/ 13 h 14"/>
                  <a:gd name="T10" fmla="*/ 15 w 16"/>
                  <a:gd name="T11" fmla="*/ 4 h 14"/>
                  <a:gd name="T12" fmla="*/ 8 w 16"/>
                  <a:gd name="T13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14">
                    <a:moveTo>
                      <a:pt x="8" y="0"/>
                    </a:moveTo>
                    <a:cubicBezTo>
                      <a:pt x="7" y="0"/>
                      <a:pt x="6" y="0"/>
                      <a:pt x="6" y="0"/>
                    </a:cubicBezTo>
                    <a:cubicBezTo>
                      <a:pt x="2" y="2"/>
                      <a:pt x="0" y="6"/>
                      <a:pt x="2" y="9"/>
                    </a:cubicBezTo>
                    <a:cubicBezTo>
                      <a:pt x="3" y="12"/>
                      <a:pt x="5" y="14"/>
                      <a:pt x="8" y="14"/>
                    </a:cubicBezTo>
                    <a:cubicBezTo>
                      <a:pt x="9" y="14"/>
                      <a:pt x="10" y="14"/>
                      <a:pt x="11" y="13"/>
                    </a:cubicBezTo>
                    <a:cubicBezTo>
                      <a:pt x="15" y="12"/>
                      <a:pt x="16" y="8"/>
                      <a:pt x="15" y="4"/>
                    </a:cubicBezTo>
                    <a:cubicBezTo>
                      <a:pt x="14" y="1"/>
                      <a:pt x="11" y="0"/>
                      <a:pt x="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4" name="Freeform 84"/>
              <p:cNvSpPr/>
              <p:nvPr/>
            </p:nvSpPr>
            <p:spPr bwMode="auto">
              <a:xfrm>
                <a:off x="3098800" y="4697413"/>
                <a:ext cx="33338" cy="30163"/>
              </a:xfrm>
              <a:custGeom>
                <a:avLst/>
                <a:gdLst>
                  <a:gd name="T0" fmla="*/ 8 w 16"/>
                  <a:gd name="T1" fmla="*/ 0 h 14"/>
                  <a:gd name="T2" fmla="*/ 6 w 16"/>
                  <a:gd name="T3" fmla="*/ 0 h 14"/>
                  <a:gd name="T4" fmla="*/ 2 w 16"/>
                  <a:gd name="T5" fmla="*/ 9 h 14"/>
                  <a:gd name="T6" fmla="*/ 8 w 16"/>
                  <a:gd name="T7" fmla="*/ 14 h 14"/>
                  <a:gd name="T8" fmla="*/ 11 w 16"/>
                  <a:gd name="T9" fmla="*/ 13 h 14"/>
                  <a:gd name="T10" fmla="*/ 15 w 16"/>
                  <a:gd name="T11" fmla="*/ 4 h 14"/>
                  <a:gd name="T12" fmla="*/ 8 w 16"/>
                  <a:gd name="T13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14">
                    <a:moveTo>
                      <a:pt x="8" y="0"/>
                    </a:moveTo>
                    <a:cubicBezTo>
                      <a:pt x="7" y="0"/>
                      <a:pt x="7" y="0"/>
                      <a:pt x="6" y="0"/>
                    </a:cubicBezTo>
                    <a:cubicBezTo>
                      <a:pt x="2" y="2"/>
                      <a:pt x="0" y="6"/>
                      <a:pt x="2" y="9"/>
                    </a:cubicBezTo>
                    <a:cubicBezTo>
                      <a:pt x="3" y="12"/>
                      <a:pt x="6" y="14"/>
                      <a:pt x="8" y="14"/>
                    </a:cubicBezTo>
                    <a:cubicBezTo>
                      <a:pt x="9" y="14"/>
                      <a:pt x="10" y="14"/>
                      <a:pt x="11" y="13"/>
                    </a:cubicBezTo>
                    <a:cubicBezTo>
                      <a:pt x="15" y="12"/>
                      <a:pt x="16" y="8"/>
                      <a:pt x="15" y="4"/>
                    </a:cubicBezTo>
                    <a:cubicBezTo>
                      <a:pt x="14" y="1"/>
                      <a:pt x="11" y="0"/>
                      <a:pt x="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4197349" y="3874111"/>
              <a:ext cx="252413" cy="185738"/>
              <a:chOff x="4429125" y="3889376"/>
              <a:chExt cx="252413" cy="185738"/>
            </a:xfrm>
            <a:solidFill>
              <a:schemeClr val="tx1">
                <a:lumMod val="50000"/>
                <a:lumOff val="50000"/>
              </a:schemeClr>
            </a:solidFill>
          </p:grpSpPr>
          <p:sp>
            <p:nvSpPr>
              <p:cNvPr id="57" name="Freeform 85"/>
              <p:cNvSpPr/>
              <p:nvPr/>
            </p:nvSpPr>
            <p:spPr bwMode="auto">
              <a:xfrm>
                <a:off x="4429125" y="3952876"/>
                <a:ext cx="33338" cy="30163"/>
              </a:xfrm>
              <a:custGeom>
                <a:avLst/>
                <a:gdLst>
                  <a:gd name="T0" fmla="*/ 8 w 16"/>
                  <a:gd name="T1" fmla="*/ 0 h 14"/>
                  <a:gd name="T2" fmla="*/ 5 w 16"/>
                  <a:gd name="T3" fmla="*/ 0 h 14"/>
                  <a:gd name="T4" fmla="*/ 1 w 16"/>
                  <a:gd name="T5" fmla="*/ 10 h 14"/>
                  <a:gd name="T6" fmla="*/ 8 w 16"/>
                  <a:gd name="T7" fmla="*/ 14 h 14"/>
                  <a:gd name="T8" fmla="*/ 11 w 16"/>
                  <a:gd name="T9" fmla="*/ 14 h 14"/>
                  <a:gd name="T10" fmla="*/ 15 w 16"/>
                  <a:gd name="T11" fmla="*/ 4 h 14"/>
                  <a:gd name="T12" fmla="*/ 8 w 16"/>
                  <a:gd name="T13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14">
                    <a:moveTo>
                      <a:pt x="8" y="0"/>
                    </a:moveTo>
                    <a:cubicBezTo>
                      <a:pt x="7" y="0"/>
                      <a:pt x="6" y="0"/>
                      <a:pt x="5" y="0"/>
                    </a:cubicBezTo>
                    <a:cubicBezTo>
                      <a:pt x="2" y="2"/>
                      <a:pt x="0" y="6"/>
                      <a:pt x="1" y="10"/>
                    </a:cubicBezTo>
                    <a:cubicBezTo>
                      <a:pt x="3" y="13"/>
                      <a:pt x="5" y="14"/>
                      <a:pt x="8" y="14"/>
                    </a:cubicBezTo>
                    <a:cubicBezTo>
                      <a:pt x="9" y="14"/>
                      <a:pt x="10" y="14"/>
                      <a:pt x="11" y="14"/>
                    </a:cubicBezTo>
                    <a:cubicBezTo>
                      <a:pt x="14" y="12"/>
                      <a:pt x="16" y="8"/>
                      <a:pt x="15" y="4"/>
                    </a:cubicBezTo>
                    <a:cubicBezTo>
                      <a:pt x="14" y="2"/>
                      <a:pt x="11" y="0"/>
                      <a:pt x="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8" name="Freeform 86"/>
              <p:cNvSpPr/>
              <p:nvPr/>
            </p:nvSpPr>
            <p:spPr bwMode="auto">
              <a:xfrm>
                <a:off x="4467225" y="3937001"/>
                <a:ext cx="34925" cy="30163"/>
              </a:xfrm>
              <a:custGeom>
                <a:avLst/>
                <a:gdLst>
                  <a:gd name="T0" fmla="*/ 8 w 16"/>
                  <a:gd name="T1" fmla="*/ 0 h 14"/>
                  <a:gd name="T2" fmla="*/ 5 w 16"/>
                  <a:gd name="T3" fmla="*/ 0 h 14"/>
                  <a:gd name="T4" fmla="*/ 1 w 16"/>
                  <a:gd name="T5" fmla="*/ 10 h 14"/>
                  <a:gd name="T6" fmla="*/ 8 w 16"/>
                  <a:gd name="T7" fmla="*/ 14 h 14"/>
                  <a:gd name="T8" fmla="*/ 11 w 16"/>
                  <a:gd name="T9" fmla="*/ 14 h 14"/>
                  <a:gd name="T10" fmla="*/ 15 w 16"/>
                  <a:gd name="T11" fmla="*/ 4 h 14"/>
                  <a:gd name="T12" fmla="*/ 8 w 16"/>
                  <a:gd name="T13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14">
                    <a:moveTo>
                      <a:pt x="8" y="0"/>
                    </a:moveTo>
                    <a:cubicBezTo>
                      <a:pt x="7" y="0"/>
                      <a:pt x="6" y="0"/>
                      <a:pt x="5" y="0"/>
                    </a:cubicBezTo>
                    <a:cubicBezTo>
                      <a:pt x="2" y="2"/>
                      <a:pt x="0" y="6"/>
                      <a:pt x="1" y="10"/>
                    </a:cubicBezTo>
                    <a:cubicBezTo>
                      <a:pt x="2" y="12"/>
                      <a:pt x="5" y="14"/>
                      <a:pt x="8" y="14"/>
                    </a:cubicBezTo>
                    <a:cubicBezTo>
                      <a:pt x="9" y="14"/>
                      <a:pt x="10" y="14"/>
                      <a:pt x="11" y="14"/>
                    </a:cubicBezTo>
                    <a:cubicBezTo>
                      <a:pt x="14" y="12"/>
                      <a:pt x="16" y="8"/>
                      <a:pt x="15" y="4"/>
                    </a:cubicBezTo>
                    <a:cubicBezTo>
                      <a:pt x="14" y="2"/>
                      <a:pt x="11" y="0"/>
                      <a:pt x="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9" name="Freeform 87"/>
              <p:cNvSpPr/>
              <p:nvPr/>
            </p:nvSpPr>
            <p:spPr bwMode="auto">
              <a:xfrm>
                <a:off x="4506913" y="3922713"/>
                <a:ext cx="33338" cy="30163"/>
              </a:xfrm>
              <a:custGeom>
                <a:avLst/>
                <a:gdLst>
                  <a:gd name="T0" fmla="*/ 8 w 16"/>
                  <a:gd name="T1" fmla="*/ 0 h 14"/>
                  <a:gd name="T2" fmla="*/ 5 w 16"/>
                  <a:gd name="T3" fmla="*/ 0 h 14"/>
                  <a:gd name="T4" fmla="*/ 1 w 16"/>
                  <a:gd name="T5" fmla="*/ 9 h 14"/>
                  <a:gd name="T6" fmla="*/ 8 w 16"/>
                  <a:gd name="T7" fmla="*/ 14 h 14"/>
                  <a:gd name="T8" fmla="*/ 11 w 16"/>
                  <a:gd name="T9" fmla="*/ 13 h 14"/>
                  <a:gd name="T10" fmla="*/ 15 w 16"/>
                  <a:gd name="T11" fmla="*/ 4 h 14"/>
                  <a:gd name="T12" fmla="*/ 8 w 16"/>
                  <a:gd name="T13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14">
                    <a:moveTo>
                      <a:pt x="8" y="0"/>
                    </a:moveTo>
                    <a:cubicBezTo>
                      <a:pt x="7" y="0"/>
                      <a:pt x="6" y="0"/>
                      <a:pt x="5" y="0"/>
                    </a:cubicBezTo>
                    <a:cubicBezTo>
                      <a:pt x="2" y="2"/>
                      <a:pt x="0" y="6"/>
                      <a:pt x="1" y="9"/>
                    </a:cubicBezTo>
                    <a:cubicBezTo>
                      <a:pt x="2" y="12"/>
                      <a:pt x="5" y="14"/>
                      <a:pt x="8" y="14"/>
                    </a:cubicBezTo>
                    <a:cubicBezTo>
                      <a:pt x="9" y="14"/>
                      <a:pt x="10" y="14"/>
                      <a:pt x="11" y="13"/>
                    </a:cubicBezTo>
                    <a:cubicBezTo>
                      <a:pt x="14" y="12"/>
                      <a:pt x="16" y="8"/>
                      <a:pt x="15" y="4"/>
                    </a:cubicBezTo>
                    <a:cubicBezTo>
                      <a:pt x="14" y="1"/>
                      <a:pt x="11" y="0"/>
                      <a:pt x="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0" name="Freeform 88"/>
              <p:cNvSpPr/>
              <p:nvPr/>
            </p:nvSpPr>
            <p:spPr bwMode="auto">
              <a:xfrm>
                <a:off x="4545013" y="3905251"/>
                <a:ext cx="34925" cy="31750"/>
              </a:xfrm>
              <a:custGeom>
                <a:avLst/>
                <a:gdLst>
                  <a:gd name="T0" fmla="*/ 8 w 16"/>
                  <a:gd name="T1" fmla="*/ 0 h 15"/>
                  <a:gd name="T2" fmla="*/ 5 w 16"/>
                  <a:gd name="T3" fmla="*/ 1 h 15"/>
                  <a:gd name="T4" fmla="*/ 1 w 16"/>
                  <a:gd name="T5" fmla="*/ 10 h 15"/>
                  <a:gd name="T6" fmla="*/ 8 w 16"/>
                  <a:gd name="T7" fmla="*/ 15 h 15"/>
                  <a:gd name="T8" fmla="*/ 11 w 16"/>
                  <a:gd name="T9" fmla="*/ 14 h 15"/>
                  <a:gd name="T10" fmla="*/ 15 w 16"/>
                  <a:gd name="T11" fmla="*/ 5 h 15"/>
                  <a:gd name="T12" fmla="*/ 8 w 16"/>
                  <a:gd name="T13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15">
                    <a:moveTo>
                      <a:pt x="8" y="0"/>
                    </a:moveTo>
                    <a:cubicBezTo>
                      <a:pt x="7" y="0"/>
                      <a:pt x="6" y="1"/>
                      <a:pt x="5" y="1"/>
                    </a:cubicBezTo>
                    <a:cubicBezTo>
                      <a:pt x="2" y="2"/>
                      <a:pt x="0" y="7"/>
                      <a:pt x="1" y="10"/>
                    </a:cubicBezTo>
                    <a:cubicBezTo>
                      <a:pt x="2" y="13"/>
                      <a:pt x="5" y="15"/>
                      <a:pt x="8" y="15"/>
                    </a:cubicBezTo>
                    <a:cubicBezTo>
                      <a:pt x="9" y="15"/>
                      <a:pt x="10" y="15"/>
                      <a:pt x="11" y="14"/>
                    </a:cubicBezTo>
                    <a:cubicBezTo>
                      <a:pt x="14" y="13"/>
                      <a:pt x="16" y="9"/>
                      <a:pt x="15" y="5"/>
                    </a:cubicBezTo>
                    <a:cubicBezTo>
                      <a:pt x="13" y="2"/>
                      <a:pt x="11" y="0"/>
                      <a:pt x="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1" name="Freeform 89"/>
              <p:cNvSpPr/>
              <p:nvPr/>
            </p:nvSpPr>
            <p:spPr bwMode="auto">
              <a:xfrm>
                <a:off x="4584700" y="3889376"/>
                <a:ext cx="33338" cy="33338"/>
              </a:xfrm>
              <a:custGeom>
                <a:avLst/>
                <a:gdLst>
                  <a:gd name="T0" fmla="*/ 8 w 16"/>
                  <a:gd name="T1" fmla="*/ 0 h 15"/>
                  <a:gd name="T2" fmla="*/ 5 w 16"/>
                  <a:gd name="T3" fmla="*/ 1 h 15"/>
                  <a:gd name="T4" fmla="*/ 1 w 16"/>
                  <a:gd name="T5" fmla="*/ 10 h 15"/>
                  <a:gd name="T6" fmla="*/ 8 w 16"/>
                  <a:gd name="T7" fmla="*/ 15 h 15"/>
                  <a:gd name="T8" fmla="*/ 11 w 16"/>
                  <a:gd name="T9" fmla="*/ 14 h 15"/>
                  <a:gd name="T10" fmla="*/ 15 w 16"/>
                  <a:gd name="T11" fmla="*/ 5 h 15"/>
                  <a:gd name="T12" fmla="*/ 8 w 16"/>
                  <a:gd name="T13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15">
                    <a:moveTo>
                      <a:pt x="8" y="0"/>
                    </a:moveTo>
                    <a:cubicBezTo>
                      <a:pt x="7" y="0"/>
                      <a:pt x="6" y="1"/>
                      <a:pt x="5" y="1"/>
                    </a:cubicBezTo>
                    <a:cubicBezTo>
                      <a:pt x="2" y="2"/>
                      <a:pt x="0" y="6"/>
                      <a:pt x="1" y="10"/>
                    </a:cubicBezTo>
                    <a:cubicBezTo>
                      <a:pt x="2" y="13"/>
                      <a:pt x="5" y="15"/>
                      <a:pt x="8" y="15"/>
                    </a:cubicBezTo>
                    <a:cubicBezTo>
                      <a:pt x="9" y="15"/>
                      <a:pt x="10" y="14"/>
                      <a:pt x="11" y="14"/>
                    </a:cubicBezTo>
                    <a:cubicBezTo>
                      <a:pt x="14" y="13"/>
                      <a:pt x="16" y="9"/>
                      <a:pt x="15" y="5"/>
                    </a:cubicBezTo>
                    <a:cubicBezTo>
                      <a:pt x="13" y="2"/>
                      <a:pt x="11" y="0"/>
                      <a:pt x="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2" name="Freeform 90"/>
              <p:cNvSpPr/>
              <p:nvPr/>
            </p:nvSpPr>
            <p:spPr bwMode="auto">
              <a:xfrm>
                <a:off x="4598988" y="3929063"/>
                <a:ext cx="34925" cy="31750"/>
              </a:xfrm>
              <a:custGeom>
                <a:avLst/>
                <a:gdLst>
                  <a:gd name="T0" fmla="*/ 8 w 16"/>
                  <a:gd name="T1" fmla="*/ 0 h 15"/>
                  <a:gd name="T2" fmla="*/ 5 w 16"/>
                  <a:gd name="T3" fmla="*/ 1 h 15"/>
                  <a:gd name="T4" fmla="*/ 1 w 16"/>
                  <a:gd name="T5" fmla="*/ 10 h 15"/>
                  <a:gd name="T6" fmla="*/ 8 w 16"/>
                  <a:gd name="T7" fmla="*/ 15 h 15"/>
                  <a:gd name="T8" fmla="*/ 11 w 16"/>
                  <a:gd name="T9" fmla="*/ 14 h 15"/>
                  <a:gd name="T10" fmla="*/ 15 w 16"/>
                  <a:gd name="T11" fmla="*/ 5 h 15"/>
                  <a:gd name="T12" fmla="*/ 8 w 16"/>
                  <a:gd name="T13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15">
                    <a:moveTo>
                      <a:pt x="8" y="0"/>
                    </a:moveTo>
                    <a:cubicBezTo>
                      <a:pt x="7" y="0"/>
                      <a:pt x="6" y="0"/>
                      <a:pt x="5" y="1"/>
                    </a:cubicBezTo>
                    <a:cubicBezTo>
                      <a:pt x="2" y="2"/>
                      <a:pt x="0" y="6"/>
                      <a:pt x="1" y="10"/>
                    </a:cubicBezTo>
                    <a:cubicBezTo>
                      <a:pt x="3" y="13"/>
                      <a:pt x="5" y="15"/>
                      <a:pt x="8" y="15"/>
                    </a:cubicBezTo>
                    <a:cubicBezTo>
                      <a:pt x="9" y="15"/>
                      <a:pt x="10" y="14"/>
                      <a:pt x="11" y="14"/>
                    </a:cubicBezTo>
                    <a:cubicBezTo>
                      <a:pt x="14" y="13"/>
                      <a:pt x="16" y="8"/>
                      <a:pt x="15" y="5"/>
                    </a:cubicBezTo>
                    <a:cubicBezTo>
                      <a:pt x="14" y="2"/>
                      <a:pt x="11" y="0"/>
                      <a:pt x="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3" name="Freeform 91"/>
              <p:cNvSpPr/>
              <p:nvPr/>
            </p:nvSpPr>
            <p:spPr bwMode="auto">
              <a:xfrm>
                <a:off x="4614863" y="3967163"/>
                <a:ext cx="33338" cy="31750"/>
              </a:xfrm>
              <a:custGeom>
                <a:avLst/>
                <a:gdLst>
                  <a:gd name="T0" fmla="*/ 8 w 16"/>
                  <a:gd name="T1" fmla="*/ 0 h 15"/>
                  <a:gd name="T2" fmla="*/ 6 w 16"/>
                  <a:gd name="T3" fmla="*/ 1 h 15"/>
                  <a:gd name="T4" fmla="*/ 2 w 16"/>
                  <a:gd name="T5" fmla="*/ 10 h 15"/>
                  <a:gd name="T6" fmla="*/ 8 w 16"/>
                  <a:gd name="T7" fmla="*/ 15 h 15"/>
                  <a:gd name="T8" fmla="*/ 11 w 16"/>
                  <a:gd name="T9" fmla="*/ 14 h 15"/>
                  <a:gd name="T10" fmla="*/ 15 w 16"/>
                  <a:gd name="T11" fmla="*/ 5 h 15"/>
                  <a:gd name="T12" fmla="*/ 8 w 16"/>
                  <a:gd name="T13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15">
                    <a:moveTo>
                      <a:pt x="8" y="0"/>
                    </a:moveTo>
                    <a:cubicBezTo>
                      <a:pt x="7" y="0"/>
                      <a:pt x="6" y="0"/>
                      <a:pt x="6" y="1"/>
                    </a:cubicBezTo>
                    <a:cubicBezTo>
                      <a:pt x="2" y="2"/>
                      <a:pt x="0" y="6"/>
                      <a:pt x="2" y="10"/>
                    </a:cubicBezTo>
                    <a:cubicBezTo>
                      <a:pt x="3" y="13"/>
                      <a:pt x="5" y="15"/>
                      <a:pt x="8" y="15"/>
                    </a:cubicBezTo>
                    <a:cubicBezTo>
                      <a:pt x="9" y="15"/>
                      <a:pt x="10" y="14"/>
                      <a:pt x="11" y="14"/>
                    </a:cubicBezTo>
                    <a:cubicBezTo>
                      <a:pt x="15" y="13"/>
                      <a:pt x="16" y="8"/>
                      <a:pt x="15" y="5"/>
                    </a:cubicBezTo>
                    <a:cubicBezTo>
                      <a:pt x="14" y="2"/>
                      <a:pt x="11" y="0"/>
                      <a:pt x="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4" name="Freeform 92"/>
              <p:cNvSpPr/>
              <p:nvPr/>
            </p:nvSpPr>
            <p:spPr bwMode="auto">
              <a:xfrm>
                <a:off x="4629150" y="4006851"/>
                <a:ext cx="34925" cy="31750"/>
              </a:xfrm>
              <a:custGeom>
                <a:avLst/>
                <a:gdLst>
                  <a:gd name="T0" fmla="*/ 8 w 16"/>
                  <a:gd name="T1" fmla="*/ 0 h 15"/>
                  <a:gd name="T2" fmla="*/ 6 w 16"/>
                  <a:gd name="T3" fmla="*/ 1 h 15"/>
                  <a:gd name="T4" fmla="*/ 2 w 16"/>
                  <a:gd name="T5" fmla="*/ 10 h 15"/>
                  <a:gd name="T6" fmla="*/ 8 w 16"/>
                  <a:gd name="T7" fmla="*/ 15 h 15"/>
                  <a:gd name="T8" fmla="*/ 11 w 16"/>
                  <a:gd name="T9" fmla="*/ 14 h 15"/>
                  <a:gd name="T10" fmla="*/ 15 w 16"/>
                  <a:gd name="T11" fmla="*/ 5 h 15"/>
                  <a:gd name="T12" fmla="*/ 8 w 16"/>
                  <a:gd name="T13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15">
                    <a:moveTo>
                      <a:pt x="8" y="0"/>
                    </a:moveTo>
                    <a:cubicBezTo>
                      <a:pt x="7" y="0"/>
                      <a:pt x="7" y="0"/>
                      <a:pt x="6" y="1"/>
                    </a:cubicBezTo>
                    <a:cubicBezTo>
                      <a:pt x="2" y="2"/>
                      <a:pt x="0" y="6"/>
                      <a:pt x="2" y="10"/>
                    </a:cubicBezTo>
                    <a:cubicBezTo>
                      <a:pt x="3" y="13"/>
                      <a:pt x="5" y="15"/>
                      <a:pt x="8" y="15"/>
                    </a:cubicBezTo>
                    <a:cubicBezTo>
                      <a:pt x="9" y="15"/>
                      <a:pt x="10" y="14"/>
                      <a:pt x="11" y="14"/>
                    </a:cubicBezTo>
                    <a:cubicBezTo>
                      <a:pt x="15" y="13"/>
                      <a:pt x="16" y="8"/>
                      <a:pt x="15" y="5"/>
                    </a:cubicBezTo>
                    <a:cubicBezTo>
                      <a:pt x="14" y="2"/>
                      <a:pt x="11" y="0"/>
                      <a:pt x="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5" name="Freeform 93"/>
              <p:cNvSpPr/>
              <p:nvPr/>
            </p:nvSpPr>
            <p:spPr bwMode="auto">
              <a:xfrm>
                <a:off x="4645025" y="4044951"/>
                <a:ext cx="36513" cy="30163"/>
              </a:xfrm>
              <a:custGeom>
                <a:avLst/>
                <a:gdLst>
                  <a:gd name="T0" fmla="*/ 9 w 17"/>
                  <a:gd name="T1" fmla="*/ 0 h 14"/>
                  <a:gd name="T2" fmla="*/ 6 w 17"/>
                  <a:gd name="T3" fmla="*/ 1 h 14"/>
                  <a:gd name="T4" fmla="*/ 2 w 17"/>
                  <a:gd name="T5" fmla="*/ 10 h 14"/>
                  <a:gd name="T6" fmla="*/ 9 w 17"/>
                  <a:gd name="T7" fmla="*/ 14 h 14"/>
                  <a:gd name="T8" fmla="*/ 11 w 17"/>
                  <a:gd name="T9" fmla="*/ 14 h 14"/>
                  <a:gd name="T10" fmla="*/ 15 w 17"/>
                  <a:gd name="T11" fmla="*/ 5 h 14"/>
                  <a:gd name="T12" fmla="*/ 9 w 17"/>
                  <a:gd name="T13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" h="14">
                    <a:moveTo>
                      <a:pt x="9" y="0"/>
                    </a:moveTo>
                    <a:cubicBezTo>
                      <a:pt x="8" y="0"/>
                      <a:pt x="7" y="0"/>
                      <a:pt x="6" y="1"/>
                    </a:cubicBezTo>
                    <a:cubicBezTo>
                      <a:pt x="2" y="2"/>
                      <a:pt x="0" y="6"/>
                      <a:pt x="2" y="10"/>
                    </a:cubicBezTo>
                    <a:cubicBezTo>
                      <a:pt x="3" y="13"/>
                      <a:pt x="6" y="14"/>
                      <a:pt x="9" y="14"/>
                    </a:cubicBezTo>
                    <a:cubicBezTo>
                      <a:pt x="9" y="14"/>
                      <a:pt x="10" y="14"/>
                      <a:pt x="11" y="14"/>
                    </a:cubicBezTo>
                    <a:cubicBezTo>
                      <a:pt x="15" y="13"/>
                      <a:pt x="17" y="8"/>
                      <a:pt x="15" y="5"/>
                    </a:cubicBezTo>
                    <a:cubicBezTo>
                      <a:pt x="14" y="2"/>
                      <a:pt x="11" y="0"/>
                      <a:pt x="9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5673724" y="3407386"/>
              <a:ext cx="250825" cy="184150"/>
              <a:chOff x="5905500" y="3422651"/>
              <a:chExt cx="250825" cy="184150"/>
            </a:xfrm>
            <a:solidFill>
              <a:schemeClr val="tx1">
                <a:lumMod val="50000"/>
                <a:lumOff val="50000"/>
              </a:schemeClr>
            </a:solidFill>
          </p:grpSpPr>
          <p:sp>
            <p:nvSpPr>
              <p:cNvPr id="48" name="Freeform 94"/>
              <p:cNvSpPr/>
              <p:nvPr/>
            </p:nvSpPr>
            <p:spPr bwMode="auto">
              <a:xfrm>
                <a:off x="5905500" y="3484563"/>
                <a:ext cx="34925" cy="30163"/>
              </a:xfrm>
              <a:custGeom>
                <a:avLst/>
                <a:gdLst>
                  <a:gd name="T0" fmla="*/ 8 w 16"/>
                  <a:gd name="T1" fmla="*/ 0 h 14"/>
                  <a:gd name="T2" fmla="*/ 5 w 16"/>
                  <a:gd name="T3" fmla="*/ 0 h 14"/>
                  <a:gd name="T4" fmla="*/ 1 w 16"/>
                  <a:gd name="T5" fmla="*/ 10 h 14"/>
                  <a:gd name="T6" fmla="*/ 8 w 16"/>
                  <a:gd name="T7" fmla="*/ 14 h 14"/>
                  <a:gd name="T8" fmla="*/ 10 w 16"/>
                  <a:gd name="T9" fmla="*/ 14 h 14"/>
                  <a:gd name="T10" fmla="*/ 14 w 16"/>
                  <a:gd name="T11" fmla="*/ 4 h 14"/>
                  <a:gd name="T12" fmla="*/ 8 w 16"/>
                  <a:gd name="T13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14">
                    <a:moveTo>
                      <a:pt x="8" y="0"/>
                    </a:moveTo>
                    <a:cubicBezTo>
                      <a:pt x="7" y="0"/>
                      <a:pt x="6" y="0"/>
                      <a:pt x="5" y="0"/>
                    </a:cubicBezTo>
                    <a:cubicBezTo>
                      <a:pt x="1" y="2"/>
                      <a:pt x="0" y="6"/>
                      <a:pt x="1" y="10"/>
                    </a:cubicBezTo>
                    <a:cubicBezTo>
                      <a:pt x="2" y="13"/>
                      <a:pt x="5" y="14"/>
                      <a:pt x="8" y="14"/>
                    </a:cubicBezTo>
                    <a:cubicBezTo>
                      <a:pt x="9" y="14"/>
                      <a:pt x="9" y="14"/>
                      <a:pt x="10" y="14"/>
                    </a:cubicBezTo>
                    <a:cubicBezTo>
                      <a:pt x="14" y="12"/>
                      <a:pt x="16" y="8"/>
                      <a:pt x="14" y="4"/>
                    </a:cubicBezTo>
                    <a:cubicBezTo>
                      <a:pt x="13" y="2"/>
                      <a:pt x="11" y="0"/>
                      <a:pt x="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9" name="Freeform 95"/>
              <p:cNvSpPr/>
              <p:nvPr/>
            </p:nvSpPr>
            <p:spPr bwMode="auto">
              <a:xfrm>
                <a:off x="5942013" y="3468688"/>
                <a:ext cx="36513" cy="30163"/>
              </a:xfrm>
              <a:custGeom>
                <a:avLst/>
                <a:gdLst>
                  <a:gd name="T0" fmla="*/ 9 w 17"/>
                  <a:gd name="T1" fmla="*/ 0 h 14"/>
                  <a:gd name="T2" fmla="*/ 6 w 17"/>
                  <a:gd name="T3" fmla="*/ 0 h 14"/>
                  <a:gd name="T4" fmla="*/ 2 w 17"/>
                  <a:gd name="T5" fmla="*/ 10 h 14"/>
                  <a:gd name="T6" fmla="*/ 9 w 17"/>
                  <a:gd name="T7" fmla="*/ 14 h 14"/>
                  <a:gd name="T8" fmla="*/ 11 w 17"/>
                  <a:gd name="T9" fmla="*/ 14 h 14"/>
                  <a:gd name="T10" fmla="*/ 15 w 17"/>
                  <a:gd name="T11" fmla="*/ 4 h 14"/>
                  <a:gd name="T12" fmla="*/ 9 w 17"/>
                  <a:gd name="T13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" h="14">
                    <a:moveTo>
                      <a:pt x="9" y="0"/>
                    </a:moveTo>
                    <a:cubicBezTo>
                      <a:pt x="8" y="0"/>
                      <a:pt x="7" y="0"/>
                      <a:pt x="6" y="0"/>
                    </a:cubicBezTo>
                    <a:cubicBezTo>
                      <a:pt x="2" y="2"/>
                      <a:pt x="0" y="6"/>
                      <a:pt x="2" y="10"/>
                    </a:cubicBezTo>
                    <a:cubicBezTo>
                      <a:pt x="3" y="12"/>
                      <a:pt x="6" y="14"/>
                      <a:pt x="9" y="14"/>
                    </a:cubicBezTo>
                    <a:cubicBezTo>
                      <a:pt x="9" y="14"/>
                      <a:pt x="10" y="14"/>
                      <a:pt x="11" y="14"/>
                    </a:cubicBezTo>
                    <a:cubicBezTo>
                      <a:pt x="15" y="12"/>
                      <a:pt x="17" y="8"/>
                      <a:pt x="15" y="4"/>
                    </a:cubicBezTo>
                    <a:cubicBezTo>
                      <a:pt x="14" y="1"/>
                      <a:pt x="11" y="0"/>
                      <a:pt x="9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0" name="Freeform 96"/>
              <p:cNvSpPr/>
              <p:nvPr/>
            </p:nvSpPr>
            <p:spPr bwMode="auto">
              <a:xfrm>
                <a:off x="5981700" y="3454401"/>
                <a:ext cx="36513" cy="30163"/>
              </a:xfrm>
              <a:custGeom>
                <a:avLst/>
                <a:gdLst>
                  <a:gd name="T0" fmla="*/ 9 w 17"/>
                  <a:gd name="T1" fmla="*/ 0 h 14"/>
                  <a:gd name="T2" fmla="*/ 6 w 17"/>
                  <a:gd name="T3" fmla="*/ 0 h 14"/>
                  <a:gd name="T4" fmla="*/ 2 w 17"/>
                  <a:gd name="T5" fmla="*/ 9 h 14"/>
                  <a:gd name="T6" fmla="*/ 9 w 17"/>
                  <a:gd name="T7" fmla="*/ 14 h 14"/>
                  <a:gd name="T8" fmla="*/ 11 w 17"/>
                  <a:gd name="T9" fmla="*/ 13 h 14"/>
                  <a:gd name="T10" fmla="*/ 15 w 17"/>
                  <a:gd name="T11" fmla="*/ 4 h 14"/>
                  <a:gd name="T12" fmla="*/ 9 w 17"/>
                  <a:gd name="T13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" h="14">
                    <a:moveTo>
                      <a:pt x="9" y="0"/>
                    </a:moveTo>
                    <a:cubicBezTo>
                      <a:pt x="8" y="0"/>
                      <a:pt x="7" y="0"/>
                      <a:pt x="6" y="0"/>
                    </a:cubicBezTo>
                    <a:cubicBezTo>
                      <a:pt x="2" y="2"/>
                      <a:pt x="0" y="6"/>
                      <a:pt x="2" y="9"/>
                    </a:cubicBezTo>
                    <a:cubicBezTo>
                      <a:pt x="3" y="12"/>
                      <a:pt x="6" y="14"/>
                      <a:pt x="9" y="14"/>
                    </a:cubicBezTo>
                    <a:cubicBezTo>
                      <a:pt x="9" y="14"/>
                      <a:pt x="10" y="14"/>
                      <a:pt x="11" y="13"/>
                    </a:cubicBezTo>
                    <a:cubicBezTo>
                      <a:pt x="15" y="12"/>
                      <a:pt x="17" y="8"/>
                      <a:pt x="15" y="4"/>
                    </a:cubicBezTo>
                    <a:cubicBezTo>
                      <a:pt x="14" y="1"/>
                      <a:pt x="11" y="0"/>
                      <a:pt x="9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1" name="Freeform 97"/>
              <p:cNvSpPr/>
              <p:nvPr/>
            </p:nvSpPr>
            <p:spPr bwMode="auto">
              <a:xfrm>
                <a:off x="6019800" y="3436938"/>
                <a:ext cx="36513" cy="31750"/>
              </a:xfrm>
              <a:custGeom>
                <a:avLst/>
                <a:gdLst>
                  <a:gd name="T0" fmla="*/ 9 w 17"/>
                  <a:gd name="T1" fmla="*/ 0 h 15"/>
                  <a:gd name="T2" fmla="*/ 6 w 17"/>
                  <a:gd name="T3" fmla="*/ 1 h 15"/>
                  <a:gd name="T4" fmla="*/ 2 w 17"/>
                  <a:gd name="T5" fmla="*/ 10 h 15"/>
                  <a:gd name="T6" fmla="*/ 9 w 17"/>
                  <a:gd name="T7" fmla="*/ 15 h 15"/>
                  <a:gd name="T8" fmla="*/ 11 w 17"/>
                  <a:gd name="T9" fmla="*/ 14 h 15"/>
                  <a:gd name="T10" fmla="*/ 15 w 17"/>
                  <a:gd name="T11" fmla="*/ 5 h 15"/>
                  <a:gd name="T12" fmla="*/ 9 w 17"/>
                  <a:gd name="T13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" h="15">
                    <a:moveTo>
                      <a:pt x="9" y="0"/>
                    </a:moveTo>
                    <a:cubicBezTo>
                      <a:pt x="8" y="0"/>
                      <a:pt x="7" y="1"/>
                      <a:pt x="6" y="1"/>
                    </a:cubicBezTo>
                    <a:cubicBezTo>
                      <a:pt x="2" y="2"/>
                      <a:pt x="0" y="7"/>
                      <a:pt x="2" y="10"/>
                    </a:cubicBezTo>
                    <a:cubicBezTo>
                      <a:pt x="3" y="13"/>
                      <a:pt x="6" y="15"/>
                      <a:pt x="9" y="15"/>
                    </a:cubicBezTo>
                    <a:cubicBezTo>
                      <a:pt x="9" y="15"/>
                      <a:pt x="10" y="15"/>
                      <a:pt x="11" y="14"/>
                    </a:cubicBezTo>
                    <a:cubicBezTo>
                      <a:pt x="15" y="13"/>
                      <a:pt x="17" y="9"/>
                      <a:pt x="15" y="5"/>
                    </a:cubicBezTo>
                    <a:cubicBezTo>
                      <a:pt x="14" y="2"/>
                      <a:pt x="11" y="0"/>
                      <a:pt x="9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2" name="Freeform 98"/>
              <p:cNvSpPr/>
              <p:nvPr/>
            </p:nvSpPr>
            <p:spPr bwMode="auto">
              <a:xfrm>
                <a:off x="6059488" y="3422651"/>
                <a:ext cx="36513" cy="31750"/>
              </a:xfrm>
              <a:custGeom>
                <a:avLst/>
                <a:gdLst>
                  <a:gd name="T0" fmla="*/ 8 w 17"/>
                  <a:gd name="T1" fmla="*/ 0 h 15"/>
                  <a:gd name="T2" fmla="*/ 6 w 17"/>
                  <a:gd name="T3" fmla="*/ 1 h 15"/>
                  <a:gd name="T4" fmla="*/ 2 w 17"/>
                  <a:gd name="T5" fmla="*/ 10 h 15"/>
                  <a:gd name="T6" fmla="*/ 8 w 17"/>
                  <a:gd name="T7" fmla="*/ 15 h 15"/>
                  <a:gd name="T8" fmla="*/ 11 w 17"/>
                  <a:gd name="T9" fmla="*/ 14 h 15"/>
                  <a:gd name="T10" fmla="*/ 15 w 17"/>
                  <a:gd name="T11" fmla="*/ 5 h 15"/>
                  <a:gd name="T12" fmla="*/ 8 w 17"/>
                  <a:gd name="T13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" h="15">
                    <a:moveTo>
                      <a:pt x="8" y="0"/>
                    </a:moveTo>
                    <a:cubicBezTo>
                      <a:pt x="8" y="0"/>
                      <a:pt x="7" y="0"/>
                      <a:pt x="6" y="1"/>
                    </a:cubicBezTo>
                    <a:cubicBezTo>
                      <a:pt x="2" y="2"/>
                      <a:pt x="0" y="6"/>
                      <a:pt x="2" y="10"/>
                    </a:cubicBezTo>
                    <a:cubicBezTo>
                      <a:pt x="3" y="13"/>
                      <a:pt x="6" y="15"/>
                      <a:pt x="8" y="15"/>
                    </a:cubicBezTo>
                    <a:cubicBezTo>
                      <a:pt x="9" y="15"/>
                      <a:pt x="10" y="14"/>
                      <a:pt x="11" y="14"/>
                    </a:cubicBezTo>
                    <a:cubicBezTo>
                      <a:pt x="15" y="13"/>
                      <a:pt x="17" y="9"/>
                      <a:pt x="15" y="5"/>
                    </a:cubicBezTo>
                    <a:cubicBezTo>
                      <a:pt x="14" y="2"/>
                      <a:pt x="11" y="0"/>
                      <a:pt x="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3" name="Freeform 99"/>
              <p:cNvSpPr/>
              <p:nvPr/>
            </p:nvSpPr>
            <p:spPr bwMode="auto">
              <a:xfrm>
                <a:off x="6076950" y="3460751"/>
                <a:ext cx="33338" cy="31750"/>
              </a:xfrm>
              <a:custGeom>
                <a:avLst/>
                <a:gdLst>
                  <a:gd name="T0" fmla="*/ 8 w 16"/>
                  <a:gd name="T1" fmla="*/ 0 h 15"/>
                  <a:gd name="T2" fmla="*/ 5 w 16"/>
                  <a:gd name="T3" fmla="*/ 1 h 15"/>
                  <a:gd name="T4" fmla="*/ 1 w 16"/>
                  <a:gd name="T5" fmla="*/ 10 h 15"/>
                  <a:gd name="T6" fmla="*/ 8 w 16"/>
                  <a:gd name="T7" fmla="*/ 15 h 15"/>
                  <a:gd name="T8" fmla="*/ 10 w 16"/>
                  <a:gd name="T9" fmla="*/ 14 h 15"/>
                  <a:gd name="T10" fmla="*/ 14 w 16"/>
                  <a:gd name="T11" fmla="*/ 5 h 15"/>
                  <a:gd name="T12" fmla="*/ 8 w 16"/>
                  <a:gd name="T13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15">
                    <a:moveTo>
                      <a:pt x="8" y="0"/>
                    </a:moveTo>
                    <a:cubicBezTo>
                      <a:pt x="7" y="0"/>
                      <a:pt x="6" y="0"/>
                      <a:pt x="5" y="1"/>
                    </a:cubicBezTo>
                    <a:cubicBezTo>
                      <a:pt x="1" y="2"/>
                      <a:pt x="0" y="6"/>
                      <a:pt x="1" y="10"/>
                    </a:cubicBezTo>
                    <a:cubicBezTo>
                      <a:pt x="2" y="13"/>
                      <a:pt x="5" y="15"/>
                      <a:pt x="8" y="15"/>
                    </a:cubicBezTo>
                    <a:cubicBezTo>
                      <a:pt x="9" y="15"/>
                      <a:pt x="9" y="14"/>
                      <a:pt x="10" y="14"/>
                    </a:cubicBezTo>
                    <a:cubicBezTo>
                      <a:pt x="14" y="13"/>
                      <a:pt x="16" y="8"/>
                      <a:pt x="14" y="5"/>
                    </a:cubicBezTo>
                    <a:cubicBezTo>
                      <a:pt x="13" y="2"/>
                      <a:pt x="10" y="0"/>
                      <a:pt x="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4" name="Freeform 100"/>
              <p:cNvSpPr/>
              <p:nvPr/>
            </p:nvSpPr>
            <p:spPr bwMode="auto">
              <a:xfrm>
                <a:off x="6091238" y="3498851"/>
                <a:ext cx="34925" cy="33338"/>
              </a:xfrm>
              <a:custGeom>
                <a:avLst/>
                <a:gdLst>
                  <a:gd name="T0" fmla="*/ 8 w 16"/>
                  <a:gd name="T1" fmla="*/ 0 h 15"/>
                  <a:gd name="T2" fmla="*/ 5 w 16"/>
                  <a:gd name="T3" fmla="*/ 1 h 15"/>
                  <a:gd name="T4" fmla="*/ 1 w 16"/>
                  <a:gd name="T5" fmla="*/ 10 h 15"/>
                  <a:gd name="T6" fmla="*/ 8 w 16"/>
                  <a:gd name="T7" fmla="*/ 15 h 15"/>
                  <a:gd name="T8" fmla="*/ 10 w 16"/>
                  <a:gd name="T9" fmla="*/ 14 h 15"/>
                  <a:gd name="T10" fmla="*/ 14 w 16"/>
                  <a:gd name="T11" fmla="*/ 5 h 15"/>
                  <a:gd name="T12" fmla="*/ 8 w 16"/>
                  <a:gd name="T13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15">
                    <a:moveTo>
                      <a:pt x="8" y="0"/>
                    </a:moveTo>
                    <a:cubicBezTo>
                      <a:pt x="7" y="0"/>
                      <a:pt x="6" y="0"/>
                      <a:pt x="5" y="1"/>
                    </a:cubicBezTo>
                    <a:cubicBezTo>
                      <a:pt x="1" y="2"/>
                      <a:pt x="0" y="6"/>
                      <a:pt x="1" y="10"/>
                    </a:cubicBezTo>
                    <a:cubicBezTo>
                      <a:pt x="2" y="13"/>
                      <a:pt x="5" y="15"/>
                      <a:pt x="8" y="15"/>
                    </a:cubicBezTo>
                    <a:cubicBezTo>
                      <a:pt x="9" y="15"/>
                      <a:pt x="10" y="14"/>
                      <a:pt x="10" y="14"/>
                    </a:cubicBezTo>
                    <a:cubicBezTo>
                      <a:pt x="14" y="13"/>
                      <a:pt x="16" y="8"/>
                      <a:pt x="14" y="5"/>
                    </a:cubicBezTo>
                    <a:cubicBezTo>
                      <a:pt x="13" y="2"/>
                      <a:pt x="11" y="0"/>
                      <a:pt x="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5" name="Freeform 101"/>
              <p:cNvSpPr/>
              <p:nvPr/>
            </p:nvSpPr>
            <p:spPr bwMode="auto">
              <a:xfrm>
                <a:off x="6107113" y="3538538"/>
                <a:ext cx="34925" cy="31750"/>
              </a:xfrm>
              <a:custGeom>
                <a:avLst/>
                <a:gdLst>
                  <a:gd name="T0" fmla="*/ 8 w 16"/>
                  <a:gd name="T1" fmla="*/ 0 h 15"/>
                  <a:gd name="T2" fmla="*/ 5 w 16"/>
                  <a:gd name="T3" fmla="*/ 1 h 15"/>
                  <a:gd name="T4" fmla="*/ 1 w 16"/>
                  <a:gd name="T5" fmla="*/ 10 h 15"/>
                  <a:gd name="T6" fmla="*/ 8 w 16"/>
                  <a:gd name="T7" fmla="*/ 15 h 15"/>
                  <a:gd name="T8" fmla="*/ 11 w 16"/>
                  <a:gd name="T9" fmla="*/ 14 h 15"/>
                  <a:gd name="T10" fmla="*/ 15 w 16"/>
                  <a:gd name="T11" fmla="*/ 5 h 15"/>
                  <a:gd name="T12" fmla="*/ 8 w 16"/>
                  <a:gd name="T13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15">
                    <a:moveTo>
                      <a:pt x="8" y="0"/>
                    </a:moveTo>
                    <a:cubicBezTo>
                      <a:pt x="7" y="0"/>
                      <a:pt x="6" y="0"/>
                      <a:pt x="5" y="1"/>
                    </a:cubicBezTo>
                    <a:cubicBezTo>
                      <a:pt x="2" y="2"/>
                      <a:pt x="0" y="6"/>
                      <a:pt x="1" y="10"/>
                    </a:cubicBezTo>
                    <a:cubicBezTo>
                      <a:pt x="2" y="13"/>
                      <a:pt x="5" y="15"/>
                      <a:pt x="8" y="15"/>
                    </a:cubicBezTo>
                    <a:cubicBezTo>
                      <a:pt x="9" y="15"/>
                      <a:pt x="10" y="14"/>
                      <a:pt x="11" y="14"/>
                    </a:cubicBezTo>
                    <a:cubicBezTo>
                      <a:pt x="14" y="13"/>
                      <a:pt x="16" y="8"/>
                      <a:pt x="15" y="5"/>
                    </a:cubicBezTo>
                    <a:cubicBezTo>
                      <a:pt x="13" y="2"/>
                      <a:pt x="11" y="0"/>
                      <a:pt x="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6" name="Freeform 102"/>
              <p:cNvSpPr/>
              <p:nvPr/>
            </p:nvSpPr>
            <p:spPr bwMode="auto">
              <a:xfrm>
                <a:off x="6121400" y="3576638"/>
                <a:ext cx="34925" cy="30163"/>
              </a:xfrm>
              <a:custGeom>
                <a:avLst/>
                <a:gdLst>
                  <a:gd name="T0" fmla="*/ 8 w 16"/>
                  <a:gd name="T1" fmla="*/ 0 h 14"/>
                  <a:gd name="T2" fmla="*/ 5 w 16"/>
                  <a:gd name="T3" fmla="*/ 1 h 14"/>
                  <a:gd name="T4" fmla="*/ 1 w 16"/>
                  <a:gd name="T5" fmla="*/ 10 h 14"/>
                  <a:gd name="T6" fmla="*/ 8 w 16"/>
                  <a:gd name="T7" fmla="*/ 14 h 14"/>
                  <a:gd name="T8" fmla="*/ 11 w 16"/>
                  <a:gd name="T9" fmla="*/ 14 h 14"/>
                  <a:gd name="T10" fmla="*/ 15 w 16"/>
                  <a:gd name="T11" fmla="*/ 5 h 14"/>
                  <a:gd name="T12" fmla="*/ 8 w 16"/>
                  <a:gd name="T13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14">
                    <a:moveTo>
                      <a:pt x="8" y="0"/>
                    </a:moveTo>
                    <a:cubicBezTo>
                      <a:pt x="7" y="0"/>
                      <a:pt x="6" y="0"/>
                      <a:pt x="5" y="1"/>
                    </a:cubicBezTo>
                    <a:cubicBezTo>
                      <a:pt x="2" y="2"/>
                      <a:pt x="0" y="6"/>
                      <a:pt x="1" y="10"/>
                    </a:cubicBezTo>
                    <a:cubicBezTo>
                      <a:pt x="3" y="13"/>
                      <a:pt x="5" y="14"/>
                      <a:pt x="8" y="14"/>
                    </a:cubicBezTo>
                    <a:cubicBezTo>
                      <a:pt x="9" y="14"/>
                      <a:pt x="10" y="14"/>
                      <a:pt x="11" y="14"/>
                    </a:cubicBezTo>
                    <a:cubicBezTo>
                      <a:pt x="14" y="12"/>
                      <a:pt x="16" y="8"/>
                      <a:pt x="15" y="5"/>
                    </a:cubicBezTo>
                    <a:cubicBezTo>
                      <a:pt x="14" y="2"/>
                      <a:pt x="11" y="0"/>
                      <a:pt x="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29" name="组合 28"/>
            <p:cNvGrpSpPr/>
            <p:nvPr/>
          </p:nvGrpSpPr>
          <p:grpSpPr>
            <a:xfrm>
              <a:off x="1911802" y="1795027"/>
              <a:ext cx="1660526" cy="1757362"/>
              <a:chOff x="1893888" y="1787526"/>
              <a:chExt cx="1660526" cy="1757362"/>
            </a:xfrm>
            <a:solidFill>
              <a:schemeClr val="tx1">
                <a:lumMod val="50000"/>
                <a:lumOff val="50000"/>
              </a:schemeClr>
            </a:solidFill>
          </p:grpSpPr>
          <p:sp>
            <p:nvSpPr>
              <p:cNvPr id="42" name="Freeform 106"/>
              <p:cNvSpPr/>
              <p:nvPr/>
            </p:nvSpPr>
            <p:spPr bwMode="auto">
              <a:xfrm>
                <a:off x="3149601" y="1787526"/>
                <a:ext cx="404813" cy="404812"/>
              </a:xfrm>
              <a:custGeom>
                <a:avLst/>
                <a:gdLst>
                  <a:gd name="T0" fmla="*/ 138 w 204"/>
                  <a:gd name="T1" fmla="*/ 20 h 205"/>
                  <a:gd name="T2" fmla="*/ 19 w 204"/>
                  <a:gd name="T3" fmla="*/ 67 h 205"/>
                  <a:gd name="T4" fmla="*/ 67 w 204"/>
                  <a:gd name="T5" fmla="*/ 185 h 205"/>
                  <a:gd name="T6" fmla="*/ 185 w 204"/>
                  <a:gd name="T7" fmla="*/ 138 h 205"/>
                  <a:gd name="T8" fmla="*/ 138 w 204"/>
                  <a:gd name="T9" fmla="*/ 20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4" h="205">
                    <a:moveTo>
                      <a:pt x="138" y="20"/>
                    </a:moveTo>
                    <a:cubicBezTo>
                      <a:pt x="92" y="0"/>
                      <a:pt x="39" y="22"/>
                      <a:pt x="19" y="67"/>
                    </a:cubicBezTo>
                    <a:cubicBezTo>
                      <a:pt x="0" y="113"/>
                      <a:pt x="21" y="166"/>
                      <a:pt x="67" y="185"/>
                    </a:cubicBezTo>
                    <a:cubicBezTo>
                      <a:pt x="112" y="205"/>
                      <a:pt x="165" y="184"/>
                      <a:pt x="185" y="138"/>
                    </a:cubicBezTo>
                    <a:cubicBezTo>
                      <a:pt x="204" y="93"/>
                      <a:pt x="183" y="40"/>
                      <a:pt x="138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3" name="Freeform 107"/>
              <p:cNvSpPr/>
              <p:nvPr/>
            </p:nvSpPr>
            <p:spPr bwMode="auto">
              <a:xfrm>
                <a:off x="2501901" y="1979613"/>
                <a:ext cx="965200" cy="1565275"/>
              </a:xfrm>
              <a:custGeom>
                <a:avLst/>
                <a:gdLst>
                  <a:gd name="T0" fmla="*/ 304 w 486"/>
                  <a:gd name="T1" fmla="*/ 596 h 791"/>
                  <a:gd name="T2" fmla="*/ 316 w 486"/>
                  <a:gd name="T3" fmla="*/ 578 h 791"/>
                  <a:gd name="T4" fmla="*/ 383 w 486"/>
                  <a:gd name="T5" fmla="*/ 755 h 791"/>
                  <a:gd name="T6" fmla="*/ 430 w 486"/>
                  <a:gd name="T7" fmla="*/ 791 h 791"/>
                  <a:gd name="T8" fmla="*/ 445 w 486"/>
                  <a:gd name="T9" fmla="*/ 789 h 791"/>
                  <a:gd name="T10" fmla="*/ 478 w 486"/>
                  <a:gd name="T11" fmla="*/ 727 h 791"/>
                  <a:gd name="T12" fmla="*/ 303 w 486"/>
                  <a:gd name="T13" fmla="*/ 346 h 791"/>
                  <a:gd name="T14" fmla="*/ 356 w 486"/>
                  <a:gd name="T15" fmla="*/ 182 h 791"/>
                  <a:gd name="T16" fmla="*/ 336 w 486"/>
                  <a:gd name="T17" fmla="*/ 81 h 791"/>
                  <a:gd name="T18" fmla="*/ 320 w 486"/>
                  <a:gd name="T19" fmla="*/ 76 h 791"/>
                  <a:gd name="T20" fmla="*/ 44 w 486"/>
                  <a:gd name="T21" fmla="*/ 4 h 791"/>
                  <a:gd name="T22" fmla="*/ 5 w 486"/>
                  <a:gd name="T23" fmla="*/ 27 h 791"/>
                  <a:gd name="T24" fmla="*/ 28 w 486"/>
                  <a:gd name="T25" fmla="*/ 66 h 791"/>
                  <a:gd name="T26" fmla="*/ 225 w 486"/>
                  <a:gd name="T27" fmla="*/ 118 h 791"/>
                  <a:gd name="T28" fmla="*/ 286 w 486"/>
                  <a:gd name="T29" fmla="*/ 103 h 791"/>
                  <a:gd name="T30" fmla="*/ 296 w 486"/>
                  <a:gd name="T31" fmla="*/ 102 h 791"/>
                  <a:gd name="T32" fmla="*/ 335 w 486"/>
                  <a:gd name="T33" fmla="*/ 133 h 791"/>
                  <a:gd name="T34" fmla="*/ 305 w 486"/>
                  <a:gd name="T35" fmla="*/ 182 h 791"/>
                  <a:gd name="T36" fmla="*/ 185 w 486"/>
                  <a:gd name="T37" fmla="*/ 211 h 791"/>
                  <a:gd name="T38" fmla="*/ 160 w 486"/>
                  <a:gd name="T39" fmla="*/ 345 h 791"/>
                  <a:gd name="T40" fmla="*/ 207 w 486"/>
                  <a:gd name="T41" fmla="*/ 422 h 791"/>
                  <a:gd name="T42" fmla="*/ 214 w 486"/>
                  <a:gd name="T43" fmla="*/ 499 h 791"/>
                  <a:gd name="T44" fmla="*/ 67 w 486"/>
                  <a:gd name="T45" fmla="*/ 473 h 791"/>
                  <a:gd name="T46" fmla="*/ 9 w 486"/>
                  <a:gd name="T47" fmla="*/ 513 h 791"/>
                  <a:gd name="T48" fmla="*/ 49 w 486"/>
                  <a:gd name="T49" fmla="*/ 571 h 791"/>
                  <a:gd name="T50" fmla="*/ 261 w 486"/>
                  <a:gd name="T51" fmla="*/ 609 h 791"/>
                  <a:gd name="T52" fmla="*/ 304 w 486"/>
                  <a:gd name="T53" fmla="*/ 596 h 7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86" h="791">
                    <a:moveTo>
                      <a:pt x="304" y="596"/>
                    </a:moveTo>
                    <a:cubicBezTo>
                      <a:pt x="309" y="591"/>
                      <a:pt x="314" y="585"/>
                      <a:pt x="316" y="578"/>
                    </a:cubicBezTo>
                    <a:cubicBezTo>
                      <a:pt x="340" y="629"/>
                      <a:pt x="363" y="689"/>
                      <a:pt x="383" y="755"/>
                    </a:cubicBezTo>
                    <a:cubicBezTo>
                      <a:pt x="389" y="777"/>
                      <a:pt x="409" y="791"/>
                      <a:pt x="430" y="791"/>
                    </a:cubicBezTo>
                    <a:cubicBezTo>
                      <a:pt x="435" y="791"/>
                      <a:pt x="440" y="790"/>
                      <a:pt x="445" y="789"/>
                    </a:cubicBezTo>
                    <a:cubicBezTo>
                      <a:pt x="471" y="781"/>
                      <a:pt x="486" y="753"/>
                      <a:pt x="478" y="727"/>
                    </a:cubicBezTo>
                    <a:cubicBezTo>
                      <a:pt x="421" y="533"/>
                      <a:pt x="334" y="392"/>
                      <a:pt x="303" y="346"/>
                    </a:cubicBezTo>
                    <a:cubicBezTo>
                      <a:pt x="313" y="287"/>
                      <a:pt x="339" y="227"/>
                      <a:pt x="356" y="182"/>
                    </a:cubicBezTo>
                    <a:cubicBezTo>
                      <a:pt x="375" y="145"/>
                      <a:pt x="368" y="96"/>
                      <a:pt x="336" y="81"/>
                    </a:cubicBezTo>
                    <a:cubicBezTo>
                      <a:pt x="331" y="79"/>
                      <a:pt x="326" y="77"/>
                      <a:pt x="320" y="76"/>
                    </a:cubicBezTo>
                    <a:cubicBezTo>
                      <a:pt x="44" y="4"/>
                      <a:pt x="44" y="4"/>
                      <a:pt x="44" y="4"/>
                    </a:cubicBezTo>
                    <a:cubicBezTo>
                      <a:pt x="27" y="0"/>
                      <a:pt x="9" y="10"/>
                      <a:pt x="5" y="27"/>
                    </a:cubicBezTo>
                    <a:cubicBezTo>
                      <a:pt x="0" y="44"/>
                      <a:pt x="11" y="62"/>
                      <a:pt x="28" y="66"/>
                    </a:cubicBezTo>
                    <a:cubicBezTo>
                      <a:pt x="225" y="118"/>
                      <a:pt x="225" y="118"/>
                      <a:pt x="225" y="118"/>
                    </a:cubicBezTo>
                    <a:cubicBezTo>
                      <a:pt x="286" y="103"/>
                      <a:pt x="286" y="103"/>
                      <a:pt x="286" y="103"/>
                    </a:cubicBezTo>
                    <a:cubicBezTo>
                      <a:pt x="289" y="102"/>
                      <a:pt x="293" y="102"/>
                      <a:pt x="296" y="102"/>
                    </a:cubicBezTo>
                    <a:cubicBezTo>
                      <a:pt x="315" y="102"/>
                      <a:pt x="331" y="115"/>
                      <a:pt x="335" y="133"/>
                    </a:cubicBezTo>
                    <a:cubicBezTo>
                      <a:pt x="341" y="155"/>
                      <a:pt x="327" y="177"/>
                      <a:pt x="305" y="182"/>
                    </a:cubicBezTo>
                    <a:cubicBezTo>
                      <a:pt x="185" y="211"/>
                      <a:pt x="185" y="211"/>
                      <a:pt x="185" y="211"/>
                    </a:cubicBezTo>
                    <a:cubicBezTo>
                      <a:pt x="171" y="251"/>
                      <a:pt x="164" y="291"/>
                      <a:pt x="160" y="345"/>
                    </a:cubicBezTo>
                    <a:cubicBezTo>
                      <a:pt x="161" y="391"/>
                      <a:pt x="182" y="412"/>
                      <a:pt x="207" y="422"/>
                    </a:cubicBezTo>
                    <a:cubicBezTo>
                      <a:pt x="214" y="499"/>
                      <a:pt x="214" y="499"/>
                      <a:pt x="214" y="499"/>
                    </a:cubicBezTo>
                    <a:cubicBezTo>
                      <a:pt x="67" y="473"/>
                      <a:pt x="67" y="473"/>
                      <a:pt x="67" y="473"/>
                    </a:cubicBezTo>
                    <a:cubicBezTo>
                      <a:pt x="39" y="468"/>
                      <a:pt x="14" y="486"/>
                      <a:pt x="9" y="513"/>
                    </a:cubicBezTo>
                    <a:cubicBezTo>
                      <a:pt x="4" y="541"/>
                      <a:pt x="22" y="566"/>
                      <a:pt x="49" y="571"/>
                    </a:cubicBezTo>
                    <a:cubicBezTo>
                      <a:pt x="261" y="609"/>
                      <a:pt x="261" y="609"/>
                      <a:pt x="261" y="609"/>
                    </a:cubicBezTo>
                    <a:cubicBezTo>
                      <a:pt x="277" y="611"/>
                      <a:pt x="292" y="607"/>
                      <a:pt x="304" y="5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4" name="Freeform 108"/>
              <p:cNvSpPr/>
              <p:nvPr/>
            </p:nvSpPr>
            <p:spPr bwMode="auto">
              <a:xfrm>
                <a:off x="2438401" y="2192338"/>
                <a:ext cx="720725" cy="269875"/>
              </a:xfrm>
              <a:custGeom>
                <a:avLst/>
                <a:gdLst>
                  <a:gd name="T0" fmla="*/ 359 w 363"/>
                  <a:gd name="T1" fmla="*/ 27 h 136"/>
                  <a:gd name="T2" fmla="*/ 320 w 363"/>
                  <a:gd name="T3" fmla="*/ 4 h 136"/>
                  <a:gd name="T4" fmla="*/ 28 w 363"/>
                  <a:gd name="T5" fmla="*/ 73 h 136"/>
                  <a:gd name="T6" fmla="*/ 4 w 363"/>
                  <a:gd name="T7" fmla="*/ 111 h 136"/>
                  <a:gd name="T8" fmla="*/ 35 w 363"/>
                  <a:gd name="T9" fmla="*/ 136 h 136"/>
                  <a:gd name="T10" fmla="*/ 42 w 363"/>
                  <a:gd name="T11" fmla="*/ 135 h 136"/>
                  <a:gd name="T12" fmla="*/ 335 w 363"/>
                  <a:gd name="T13" fmla="*/ 66 h 136"/>
                  <a:gd name="T14" fmla="*/ 359 w 363"/>
                  <a:gd name="T15" fmla="*/ 27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3" h="136">
                    <a:moveTo>
                      <a:pt x="359" y="27"/>
                    </a:moveTo>
                    <a:cubicBezTo>
                      <a:pt x="355" y="10"/>
                      <a:pt x="338" y="0"/>
                      <a:pt x="320" y="4"/>
                    </a:cubicBezTo>
                    <a:cubicBezTo>
                      <a:pt x="28" y="73"/>
                      <a:pt x="28" y="73"/>
                      <a:pt x="28" y="73"/>
                    </a:cubicBezTo>
                    <a:cubicBezTo>
                      <a:pt x="10" y="77"/>
                      <a:pt x="0" y="94"/>
                      <a:pt x="4" y="111"/>
                    </a:cubicBezTo>
                    <a:cubicBezTo>
                      <a:pt x="7" y="126"/>
                      <a:pt x="20" y="136"/>
                      <a:pt x="35" y="136"/>
                    </a:cubicBezTo>
                    <a:cubicBezTo>
                      <a:pt x="37" y="136"/>
                      <a:pt x="40" y="136"/>
                      <a:pt x="42" y="135"/>
                    </a:cubicBezTo>
                    <a:cubicBezTo>
                      <a:pt x="335" y="66"/>
                      <a:pt x="335" y="66"/>
                      <a:pt x="335" y="66"/>
                    </a:cubicBezTo>
                    <a:cubicBezTo>
                      <a:pt x="352" y="62"/>
                      <a:pt x="363" y="45"/>
                      <a:pt x="359" y="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5" name="Freeform 109"/>
              <p:cNvSpPr/>
              <p:nvPr/>
            </p:nvSpPr>
            <p:spPr bwMode="auto">
              <a:xfrm>
                <a:off x="1893888" y="2070100"/>
                <a:ext cx="581025" cy="157162"/>
              </a:xfrm>
              <a:custGeom>
                <a:avLst/>
                <a:gdLst>
                  <a:gd name="T0" fmla="*/ 366 w 366"/>
                  <a:gd name="T1" fmla="*/ 82 h 99"/>
                  <a:gd name="T2" fmla="*/ 4 w 366"/>
                  <a:gd name="T3" fmla="*/ 0 h 99"/>
                  <a:gd name="T4" fmla="*/ 0 w 366"/>
                  <a:gd name="T5" fmla="*/ 16 h 99"/>
                  <a:gd name="T6" fmla="*/ 363 w 366"/>
                  <a:gd name="T7" fmla="*/ 99 h 99"/>
                  <a:gd name="T8" fmla="*/ 366 w 366"/>
                  <a:gd name="T9" fmla="*/ 82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6" h="99">
                    <a:moveTo>
                      <a:pt x="366" y="82"/>
                    </a:moveTo>
                    <a:lnTo>
                      <a:pt x="4" y="0"/>
                    </a:lnTo>
                    <a:lnTo>
                      <a:pt x="0" y="16"/>
                    </a:lnTo>
                    <a:lnTo>
                      <a:pt x="363" y="99"/>
                    </a:lnTo>
                    <a:lnTo>
                      <a:pt x="366" y="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6" name="Freeform 110"/>
              <p:cNvSpPr/>
              <p:nvPr/>
            </p:nvSpPr>
            <p:spPr bwMode="auto">
              <a:xfrm>
                <a:off x="2003426" y="2151063"/>
                <a:ext cx="303213" cy="95250"/>
              </a:xfrm>
              <a:custGeom>
                <a:avLst/>
                <a:gdLst>
                  <a:gd name="T0" fmla="*/ 191 w 191"/>
                  <a:gd name="T1" fmla="*/ 44 h 60"/>
                  <a:gd name="T2" fmla="*/ 4 w 191"/>
                  <a:gd name="T3" fmla="*/ 0 h 60"/>
                  <a:gd name="T4" fmla="*/ 0 w 191"/>
                  <a:gd name="T5" fmla="*/ 16 h 60"/>
                  <a:gd name="T6" fmla="*/ 187 w 191"/>
                  <a:gd name="T7" fmla="*/ 60 h 60"/>
                  <a:gd name="T8" fmla="*/ 191 w 191"/>
                  <a:gd name="T9" fmla="*/ 4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1" h="60">
                    <a:moveTo>
                      <a:pt x="191" y="44"/>
                    </a:moveTo>
                    <a:lnTo>
                      <a:pt x="4" y="0"/>
                    </a:lnTo>
                    <a:lnTo>
                      <a:pt x="0" y="16"/>
                    </a:lnTo>
                    <a:lnTo>
                      <a:pt x="187" y="60"/>
                    </a:lnTo>
                    <a:lnTo>
                      <a:pt x="191" y="4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7" name="Freeform 111"/>
              <p:cNvSpPr/>
              <p:nvPr/>
            </p:nvSpPr>
            <p:spPr bwMode="auto">
              <a:xfrm>
                <a:off x="2027238" y="2044700"/>
                <a:ext cx="304800" cy="92075"/>
              </a:xfrm>
              <a:custGeom>
                <a:avLst/>
                <a:gdLst>
                  <a:gd name="T0" fmla="*/ 4 w 192"/>
                  <a:gd name="T1" fmla="*/ 0 h 58"/>
                  <a:gd name="T2" fmla="*/ 0 w 192"/>
                  <a:gd name="T3" fmla="*/ 16 h 58"/>
                  <a:gd name="T4" fmla="*/ 189 w 192"/>
                  <a:gd name="T5" fmla="*/ 58 h 58"/>
                  <a:gd name="T6" fmla="*/ 192 w 192"/>
                  <a:gd name="T7" fmla="*/ 42 h 58"/>
                  <a:gd name="T8" fmla="*/ 4 w 192"/>
                  <a:gd name="T9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2" h="58">
                    <a:moveTo>
                      <a:pt x="4" y="0"/>
                    </a:moveTo>
                    <a:lnTo>
                      <a:pt x="0" y="16"/>
                    </a:lnTo>
                    <a:lnTo>
                      <a:pt x="189" y="58"/>
                    </a:lnTo>
                    <a:lnTo>
                      <a:pt x="192" y="4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2725319" y="3856932"/>
              <a:ext cx="564370" cy="630578"/>
              <a:chOff x="4561716" y="1972815"/>
              <a:chExt cx="564370" cy="630578"/>
            </a:xfrm>
          </p:grpSpPr>
          <p:sp>
            <p:nvSpPr>
              <p:cNvPr id="40" name="文本框 39"/>
              <p:cNvSpPr txBox="1"/>
              <p:nvPr/>
            </p:nvSpPr>
            <p:spPr>
              <a:xfrm>
                <a:off x="4594231" y="2141728"/>
                <a:ext cx="47246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>
                  <a:defRPr/>
                </a:pPr>
                <a:r>
                  <a:rPr lang="en-US" altLang="zh-CN" sz="2400" b="1" kern="0" dirty="0">
                    <a:solidFill>
                      <a:prstClr val="white">
                        <a:lumMod val="95000"/>
                      </a:prstClr>
                    </a:solidFill>
                    <a:latin typeface="Agency FB" panose="020B0503020202020204" pitchFamily="34" charset="0"/>
                  </a:rPr>
                  <a:t>01</a:t>
                </a:r>
                <a:endParaRPr lang="zh-CN" altLang="en-US" sz="2400" b="1" kern="0" dirty="0">
                  <a:solidFill>
                    <a:prstClr val="white">
                      <a:lumMod val="95000"/>
                    </a:prstClr>
                  </a:solidFill>
                  <a:latin typeface="Agency FB" panose="020B0503020202020204" pitchFamily="34" charset="0"/>
                </a:endParaRPr>
              </a:p>
            </p:txBody>
          </p:sp>
          <p:sp>
            <p:nvSpPr>
              <p:cNvPr id="41" name="矩形 40"/>
              <p:cNvSpPr/>
              <p:nvPr/>
            </p:nvSpPr>
            <p:spPr>
              <a:xfrm>
                <a:off x="4561716" y="1972815"/>
                <a:ext cx="564370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dist">
                  <a:defRPr/>
                </a:pPr>
                <a:r>
                  <a:rPr lang="en-US" altLang="zh-CN" sz="1200" b="1" kern="0" dirty="0">
                    <a:solidFill>
                      <a:prstClr val="white">
                        <a:lumMod val="95000"/>
                      </a:prstClr>
                    </a:solidFill>
                    <a:latin typeface="Agency FB" panose="020B0503020202020204" pitchFamily="34" charset="0"/>
                  </a:rPr>
                  <a:t>STEP</a:t>
                </a:r>
              </a:p>
            </p:txBody>
          </p:sp>
        </p:grpSp>
        <p:grpSp>
          <p:nvGrpSpPr>
            <p:cNvPr id="31" name="组合 30"/>
            <p:cNvGrpSpPr/>
            <p:nvPr/>
          </p:nvGrpSpPr>
          <p:grpSpPr>
            <a:xfrm>
              <a:off x="3783792" y="4273197"/>
              <a:ext cx="564370" cy="630578"/>
              <a:chOff x="4561716" y="1972815"/>
              <a:chExt cx="564370" cy="630578"/>
            </a:xfrm>
          </p:grpSpPr>
          <p:sp>
            <p:nvSpPr>
              <p:cNvPr id="38" name="文本框 37"/>
              <p:cNvSpPr txBox="1"/>
              <p:nvPr/>
            </p:nvSpPr>
            <p:spPr>
              <a:xfrm>
                <a:off x="4594231" y="2141728"/>
                <a:ext cx="47246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>
                  <a:defRPr/>
                </a:pPr>
                <a:r>
                  <a:rPr lang="en-US" altLang="zh-CN" sz="2400" b="1" kern="0" dirty="0">
                    <a:solidFill>
                      <a:prstClr val="white">
                        <a:lumMod val="95000"/>
                      </a:prstClr>
                    </a:solidFill>
                    <a:latin typeface="Agency FB" panose="020B0503020202020204" pitchFamily="34" charset="0"/>
                  </a:rPr>
                  <a:t>02</a:t>
                </a:r>
                <a:endParaRPr lang="zh-CN" altLang="en-US" sz="2400" b="1" kern="0" dirty="0">
                  <a:solidFill>
                    <a:prstClr val="white">
                      <a:lumMod val="95000"/>
                    </a:prstClr>
                  </a:solidFill>
                  <a:latin typeface="Agency FB" panose="020B0503020202020204" pitchFamily="34" charset="0"/>
                </a:endParaRP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4561716" y="1972815"/>
                <a:ext cx="564370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dist">
                  <a:defRPr/>
                </a:pPr>
                <a:r>
                  <a:rPr lang="en-US" altLang="zh-CN" sz="1200" b="1" kern="0" dirty="0">
                    <a:solidFill>
                      <a:prstClr val="white">
                        <a:lumMod val="95000"/>
                      </a:prstClr>
                    </a:solidFill>
                    <a:latin typeface="Agency FB" panose="020B0503020202020204" pitchFamily="34" charset="0"/>
                  </a:rPr>
                  <a:t>STEP</a:t>
                </a:r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4253981" y="3191146"/>
              <a:ext cx="564370" cy="630578"/>
              <a:chOff x="4561716" y="1972815"/>
              <a:chExt cx="564370" cy="630578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4594231" y="2141728"/>
                <a:ext cx="47246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>
                  <a:defRPr/>
                </a:pPr>
                <a:r>
                  <a:rPr lang="en-US" altLang="zh-CN" sz="2400" b="1" kern="0" dirty="0">
                    <a:solidFill>
                      <a:prstClr val="white">
                        <a:lumMod val="95000"/>
                      </a:prstClr>
                    </a:solidFill>
                    <a:latin typeface="Agency FB" panose="020B0503020202020204" pitchFamily="34" charset="0"/>
                  </a:rPr>
                  <a:t>03</a:t>
                </a:r>
                <a:endParaRPr lang="zh-CN" altLang="en-US" sz="2400" b="1" kern="0" dirty="0">
                  <a:solidFill>
                    <a:prstClr val="white">
                      <a:lumMod val="95000"/>
                    </a:prstClr>
                  </a:solidFill>
                  <a:latin typeface="Agency FB" panose="020B0503020202020204" pitchFamily="34" charset="0"/>
                </a:endParaRPr>
              </a:p>
            </p:txBody>
          </p:sp>
          <p:sp>
            <p:nvSpPr>
              <p:cNvPr id="37" name="矩形 36"/>
              <p:cNvSpPr/>
              <p:nvPr/>
            </p:nvSpPr>
            <p:spPr>
              <a:xfrm>
                <a:off x="4561716" y="1972815"/>
                <a:ext cx="564370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dist">
                  <a:defRPr/>
                </a:pPr>
                <a:r>
                  <a:rPr lang="en-US" altLang="zh-CN" sz="1200" b="1" kern="0" dirty="0">
                    <a:solidFill>
                      <a:prstClr val="white">
                        <a:lumMod val="95000"/>
                      </a:prstClr>
                    </a:solidFill>
                    <a:latin typeface="Agency FB" panose="020B0503020202020204" pitchFamily="34" charset="0"/>
                  </a:rPr>
                  <a:t>STEP</a:t>
                </a:r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>
              <a:off x="5358188" y="3640295"/>
              <a:ext cx="564370" cy="630578"/>
              <a:chOff x="4561716" y="1972815"/>
              <a:chExt cx="564370" cy="630578"/>
            </a:xfrm>
          </p:grpSpPr>
          <p:sp>
            <p:nvSpPr>
              <p:cNvPr id="34" name="文本框 33"/>
              <p:cNvSpPr txBox="1"/>
              <p:nvPr/>
            </p:nvSpPr>
            <p:spPr>
              <a:xfrm>
                <a:off x="4594231" y="2141728"/>
                <a:ext cx="47246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>
                  <a:defRPr/>
                </a:pPr>
                <a:r>
                  <a:rPr lang="en-US" altLang="zh-CN" sz="2400" b="1" kern="0" dirty="0">
                    <a:solidFill>
                      <a:prstClr val="white">
                        <a:lumMod val="95000"/>
                      </a:prstClr>
                    </a:solidFill>
                    <a:latin typeface="Agency FB" panose="020B0503020202020204" pitchFamily="34" charset="0"/>
                  </a:rPr>
                  <a:t>04</a:t>
                </a:r>
                <a:endParaRPr lang="zh-CN" altLang="en-US" sz="2400" b="1" kern="0" dirty="0">
                  <a:solidFill>
                    <a:prstClr val="white">
                      <a:lumMod val="95000"/>
                    </a:prstClr>
                  </a:solidFill>
                  <a:latin typeface="Agency FB" panose="020B0503020202020204" pitchFamily="34" charset="0"/>
                </a:endParaRPr>
              </a:p>
            </p:txBody>
          </p:sp>
          <p:sp>
            <p:nvSpPr>
              <p:cNvPr id="35" name="矩形 34"/>
              <p:cNvSpPr/>
              <p:nvPr/>
            </p:nvSpPr>
            <p:spPr>
              <a:xfrm>
                <a:off x="4561716" y="1972815"/>
                <a:ext cx="564370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dist">
                  <a:defRPr/>
                </a:pPr>
                <a:r>
                  <a:rPr lang="en-US" altLang="zh-CN" sz="1200" b="1" kern="0" dirty="0">
                    <a:solidFill>
                      <a:prstClr val="white">
                        <a:lumMod val="95000"/>
                      </a:prstClr>
                    </a:solidFill>
                    <a:latin typeface="Agency FB" panose="020B0503020202020204" pitchFamily="34" charset="0"/>
                  </a:rPr>
                  <a:t>STEP</a:t>
                </a:r>
              </a:p>
            </p:txBody>
          </p:sp>
        </p:grpSp>
      </p:grpSp>
      <p:cxnSp>
        <p:nvCxnSpPr>
          <p:cNvPr id="75" name="直接连接符 74"/>
          <p:cNvCxnSpPr/>
          <p:nvPr/>
        </p:nvCxnSpPr>
        <p:spPr>
          <a:xfrm>
            <a:off x="7010400" y="2437222"/>
            <a:ext cx="37592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>
            <a:off x="7010400" y="3494046"/>
            <a:ext cx="37592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7010400" y="4550870"/>
            <a:ext cx="37592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>
            <a:off x="7010400" y="5607695"/>
            <a:ext cx="37592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Group 57"/>
          <p:cNvGrpSpPr/>
          <p:nvPr/>
        </p:nvGrpSpPr>
        <p:grpSpPr>
          <a:xfrm>
            <a:off x="7258594" y="1575009"/>
            <a:ext cx="3519625" cy="820938"/>
            <a:chOff x="2181658" y="5858259"/>
            <a:chExt cx="3519625" cy="820938"/>
          </a:xfrm>
        </p:grpSpPr>
        <p:sp>
          <p:nvSpPr>
            <p:cNvPr id="80" name="Rectangle 58"/>
            <p:cNvSpPr/>
            <p:nvPr/>
          </p:nvSpPr>
          <p:spPr>
            <a:xfrm>
              <a:off x="2181658" y="6158477"/>
              <a:ext cx="3519625" cy="5207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just" defTabSz="914400" fontAlgn="base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专业完美财务分析报告，正文字体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12-24</a:t>
              </a: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号，标题字体为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28-48</a:t>
              </a: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号，字体间距为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1.2-1.5</a:t>
              </a:r>
              <a:endPara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81" name="TextBox 59"/>
            <p:cNvSpPr txBox="1"/>
            <p:nvPr/>
          </p:nvSpPr>
          <p:spPr>
            <a:xfrm>
              <a:off x="2181658" y="5858259"/>
              <a:ext cx="13805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C0000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调整计划</a:t>
              </a:r>
              <a:r>
                <a:rPr lang="en-US" altLang="zh-CN" dirty="0">
                  <a:solidFill>
                    <a:srgbClr val="C0000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01</a:t>
              </a:r>
              <a:endParaRPr lang="zh-CN" altLang="en-US" dirty="0">
                <a:solidFill>
                  <a:srgbClr val="C0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</p:grpSp>
      <p:sp>
        <p:nvSpPr>
          <p:cNvPr id="82" name="椭圆 81"/>
          <p:cNvSpPr/>
          <p:nvPr/>
        </p:nvSpPr>
        <p:spPr>
          <a:xfrm>
            <a:off x="6895872" y="1626825"/>
            <a:ext cx="317516" cy="317516"/>
          </a:xfrm>
          <a:prstGeom prst="ellipse">
            <a:avLst/>
          </a:prstGeom>
          <a:solidFill>
            <a:srgbClr val="C0000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endParaRPr lang="zh-CN" altLang="en-US" sz="2400" dirty="0">
              <a:solidFill>
                <a:prstClr val="white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  <p:grpSp>
        <p:nvGrpSpPr>
          <p:cNvPr id="98" name="Group 57"/>
          <p:cNvGrpSpPr/>
          <p:nvPr/>
        </p:nvGrpSpPr>
        <p:grpSpPr>
          <a:xfrm>
            <a:off x="7258594" y="2607785"/>
            <a:ext cx="3519625" cy="820938"/>
            <a:chOff x="2181658" y="5858259"/>
            <a:chExt cx="3519625" cy="820938"/>
          </a:xfrm>
        </p:grpSpPr>
        <p:sp>
          <p:nvSpPr>
            <p:cNvPr id="99" name="Rectangle 58"/>
            <p:cNvSpPr/>
            <p:nvPr/>
          </p:nvSpPr>
          <p:spPr>
            <a:xfrm>
              <a:off x="2181658" y="6158477"/>
              <a:ext cx="3519625" cy="5207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just" defTabSz="914400" fontAlgn="base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专业完美财务分析报告，正文字体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12-24</a:t>
              </a: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号，标题字体为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28-48</a:t>
              </a: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号，字体间距为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1.2-1.5</a:t>
              </a:r>
              <a:endPara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100" name="TextBox 59"/>
            <p:cNvSpPr txBox="1"/>
            <p:nvPr/>
          </p:nvSpPr>
          <p:spPr>
            <a:xfrm>
              <a:off x="2181658" y="5858259"/>
              <a:ext cx="13805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C0000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调整计划</a:t>
              </a:r>
              <a:r>
                <a:rPr lang="en-US" altLang="zh-CN" dirty="0">
                  <a:solidFill>
                    <a:srgbClr val="C0000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01</a:t>
              </a:r>
              <a:endParaRPr lang="zh-CN" altLang="en-US" dirty="0">
                <a:solidFill>
                  <a:srgbClr val="C0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</p:grpSp>
      <p:sp>
        <p:nvSpPr>
          <p:cNvPr id="101" name="椭圆 100"/>
          <p:cNvSpPr/>
          <p:nvPr/>
        </p:nvSpPr>
        <p:spPr>
          <a:xfrm>
            <a:off x="6895872" y="2659601"/>
            <a:ext cx="317516" cy="317516"/>
          </a:xfrm>
          <a:prstGeom prst="ellipse">
            <a:avLst/>
          </a:prstGeom>
          <a:solidFill>
            <a:srgbClr val="C0000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endParaRPr lang="zh-CN" altLang="en-US" sz="2400" dirty="0">
              <a:solidFill>
                <a:prstClr val="white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  <p:grpSp>
        <p:nvGrpSpPr>
          <p:cNvPr id="102" name="Group 57"/>
          <p:cNvGrpSpPr/>
          <p:nvPr/>
        </p:nvGrpSpPr>
        <p:grpSpPr>
          <a:xfrm>
            <a:off x="7258594" y="3697022"/>
            <a:ext cx="3519625" cy="820938"/>
            <a:chOff x="2181658" y="5858259"/>
            <a:chExt cx="3519625" cy="820938"/>
          </a:xfrm>
        </p:grpSpPr>
        <p:sp>
          <p:nvSpPr>
            <p:cNvPr id="103" name="Rectangle 58"/>
            <p:cNvSpPr/>
            <p:nvPr/>
          </p:nvSpPr>
          <p:spPr>
            <a:xfrm>
              <a:off x="2181658" y="6158477"/>
              <a:ext cx="3519625" cy="5207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just" defTabSz="914400" fontAlgn="base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专业完美财务分析报告，正文字体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12-24</a:t>
              </a: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号，标题字体为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28-48</a:t>
              </a: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号，字体间距为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1.2-1.5</a:t>
              </a:r>
              <a:endPara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104" name="TextBox 59"/>
            <p:cNvSpPr txBox="1"/>
            <p:nvPr/>
          </p:nvSpPr>
          <p:spPr>
            <a:xfrm>
              <a:off x="2181658" y="5858259"/>
              <a:ext cx="13805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C0000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调整计划</a:t>
              </a:r>
              <a:r>
                <a:rPr lang="en-US" altLang="zh-CN" dirty="0">
                  <a:solidFill>
                    <a:srgbClr val="C0000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01</a:t>
              </a:r>
              <a:endParaRPr lang="zh-CN" altLang="en-US" dirty="0">
                <a:solidFill>
                  <a:srgbClr val="C0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</p:grpSp>
      <p:sp>
        <p:nvSpPr>
          <p:cNvPr id="105" name="椭圆 104"/>
          <p:cNvSpPr/>
          <p:nvPr/>
        </p:nvSpPr>
        <p:spPr>
          <a:xfrm>
            <a:off x="6895872" y="3748838"/>
            <a:ext cx="317516" cy="317516"/>
          </a:xfrm>
          <a:prstGeom prst="ellipse">
            <a:avLst/>
          </a:prstGeom>
          <a:solidFill>
            <a:srgbClr val="C0000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endParaRPr lang="zh-CN" altLang="en-US" sz="2400" dirty="0">
              <a:solidFill>
                <a:prstClr val="white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  <p:grpSp>
        <p:nvGrpSpPr>
          <p:cNvPr id="106" name="Group 57"/>
          <p:cNvGrpSpPr/>
          <p:nvPr/>
        </p:nvGrpSpPr>
        <p:grpSpPr>
          <a:xfrm>
            <a:off x="7258594" y="4712708"/>
            <a:ext cx="3519625" cy="820938"/>
            <a:chOff x="2181658" y="5858259"/>
            <a:chExt cx="3519625" cy="820938"/>
          </a:xfrm>
        </p:grpSpPr>
        <p:sp>
          <p:nvSpPr>
            <p:cNvPr id="107" name="Rectangle 58"/>
            <p:cNvSpPr/>
            <p:nvPr/>
          </p:nvSpPr>
          <p:spPr>
            <a:xfrm>
              <a:off x="2181658" y="6158477"/>
              <a:ext cx="3519625" cy="5207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just" defTabSz="914400" fontAlgn="base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专业完美财务分析报告，正文字体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12-24</a:t>
              </a: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号，标题字体为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28-48</a:t>
              </a: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号，字体间距为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1.2-1.5</a:t>
              </a:r>
              <a:endPara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108" name="TextBox 59"/>
            <p:cNvSpPr txBox="1"/>
            <p:nvPr/>
          </p:nvSpPr>
          <p:spPr>
            <a:xfrm>
              <a:off x="2181658" y="5858259"/>
              <a:ext cx="13805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C0000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调整计划</a:t>
              </a:r>
              <a:r>
                <a:rPr lang="en-US" altLang="zh-CN" dirty="0">
                  <a:solidFill>
                    <a:srgbClr val="C0000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01</a:t>
              </a:r>
              <a:endParaRPr lang="zh-CN" altLang="en-US" dirty="0">
                <a:solidFill>
                  <a:srgbClr val="C0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</p:grpSp>
      <p:sp>
        <p:nvSpPr>
          <p:cNvPr id="109" name="椭圆 108"/>
          <p:cNvSpPr/>
          <p:nvPr/>
        </p:nvSpPr>
        <p:spPr>
          <a:xfrm>
            <a:off x="6895872" y="4764524"/>
            <a:ext cx="317516" cy="317516"/>
          </a:xfrm>
          <a:prstGeom prst="ellipse">
            <a:avLst/>
          </a:prstGeom>
          <a:solidFill>
            <a:srgbClr val="C0000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endParaRPr lang="zh-CN" altLang="en-US" sz="2400" dirty="0">
              <a:solidFill>
                <a:prstClr val="white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0.23789 2.59259E-6 " pathEditMode="relative" rAng="0" ptsTypes="AA">
                                      <p:cBhvr>
                                        <p:cTn id="21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88" y="0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000"/>
                            </p:stCondLst>
                            <p:childTnLst>
                              <p:par>
                                <p:cTn id="5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2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4500"/>
                            </p:stCondLst>
                            <p:childTnLst>
                              <p:par>
                                <p:cTn id="7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2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82" grpId="0" animBg="1"/>
      <p:bldP spid="101" grpId="0" animBg="1"/>
      <p:bldP spid="105" grpId="0" animBg="1"/>
      <p:bldP spid="10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823915" y="2771002"/>
            <a:ext cx="1285212" cy="1231052"/>
            <a:chOff x="1664154" y="1934950"/>
            <a:chExt cx="963741" cy="897257"/>
          </a:xfrm>
        </p:grpSpPr>
        <p:grpSp>
          <p:nvGrpSpPr>
            <p:cNvPr id="3" name="组合 2"/>
            <p:cNvGrpSpPr/>
            <p:nvPr/>
          </p:nvGrpSpPr>
          <p:grpSpPr>
            <a:xfrm rot="18900000">
              <a:off x="1664154" y="1934950"/>
              <a:ext cx="897259" cy="897257"/>
              <a:chOff x="304800" y="673100"/>
              <a:chExt cx="4000500" cy="4000500"/>
            </a:xfrm>
            <a:effectLst>
              <a:outerShdw blurRad="444500" dist="254000" dir="48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5" name="同心圆 6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ysClr val="window" lastClr="FFFFFF"/>
                  </a:gs>
                  <a:gs pos="55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65000"/>
                    </a:sysClr>
                  </a:gs>
                </a:gsLst>
                <a:lin ang="81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219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</a:endParaRPr>
              </a:p>
            </p:txBody>
          </p:sp>
          <p:sp>
            <p:nvSpPr>
              <p:cNvPr id="6" name="椭圆 5"/>
              <p:cNvSpPr/>
              <p:nvPr/>
            </p:nvSpPr>
            <p:spPr>
              <a:xfrm>
                <a:off x="366203" y="734507"/>
                <a:ext cx="3877701" cy="3877693"/>
              </a:xfrm>
              <a:prstGeom prst="ellipse">
                <a:avLst/>
              </a:prstGeom>
              <a:gradFill>
                <a:gsLst>
                  <a:gs pos="0">
                    <a:sysClr val="window" lastClr="FFFFFF"/>
                  </a:gs>
                  <a:gs pos="51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189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219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</a:endParaRPr>
              </a:p>
            </p:txBody>
          </p:sp>
        </p:grpSp>
        <p:sp>
          <p:nvSpPr>
            <p:cNvPr id="4" name="TextBox 44"/>
            <p:cNvSpPr txBox="1"/>
            <p:nvPr/>
          </p:nvSpPr>
          <p:spPr>
            <a:xfrm>
              <a:off x="1807549" y="2188595"/>
              <a:ext cx="820346" cy="3813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45%</a:t>
              </a:r>
              <a:endPara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4428678" y="2784446"/>
            <a:ext cx="1196553" cy="1231052"/>
            <a:chOff x="3293884" y="1912625"/>
            <a:chExt cx="897259" cy="897258"/>
          </a:xfrm>
        </p:grpSpPr>
        <p:grpSp>
          <p:nvGrpSpPr>
            <p:cNvPr id="8" name="组合 7"/>
            <p:cNvGrpSpPr/>
            <p:nvPr/>
          </p:nvGrpSpPr>
          <p:grpSpPr>
            <a:xfrm rot="18900000">
              <a:off x="3293884" y="1912625"/>
              <a:ext cx="897259" cy="897258"/>
              <a:chOff x="304800" y="673100"/>
              <a:chExt cx="4000500" cy="4000500"/>
            </a:xfrm>
            <a:effectLst>
              <a:outerShdw blurRad="444500" dist="254000" dir="528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10" name="同心圆 11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ysClr val="window" lastClr="FFFFFF"/>
                  </a:gs>
                  <a:gs pos="55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65000"/>
                    </a:sysClr>
                  </a:gs>
                </a:gsLst>
                <a:lin ang="81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219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</a:endParaRPr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366204" y="734505"/>
                <a:ext cx="3877703" cy="3877691"/>
              </a:xfrm>
              <a:prstGeom prst="ellipse">
                <a:avLst/>
              </a:prstGeom>
              <a:gradFill>
                <a:gsLst>
                  <a:gs pos="0">
                    <a:sysClr val="window" lastClr="FFFFFF"/>
                  </a:gs>
                  <a:gs pos="51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189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219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</a:endParaRPr>
              </a:p>
            </p:txBody>
          </p:sp>
        </p:grpSp>
        <p:sp>
          <p:nvSpPr>
            <p:cNvPr id="9" name="TextBox 49"/>
            <p:cNvSpPr txBox="1"/>
            <p:nvPr/>
          </p:nvSpPr>
          <p:spPr>
            <a:xfrm>
              <a:off x="3404406" y="2201081"/>
              <a:ext cx="753231" cy="366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665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68%</a:t>
              </a:r>
              <a:endParaRPr kumimoji="0" lang="zh-CN" altLang="en-US" sz="2665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6836388" y="2777093"/>
            <a:ext cx="1256113" cy="1231052"/>
            <a:chOff x="4849324" y="1995712"/>
            <a:chExt cx="941921" cy="897257"/>
          </a:xfrm>
        </p:grpSpPr>
        <p:grpSp>
          <p:nvGrpSpPr>
            <p:cNvPr id="13" name="组合 12"/>
            <p:cNvGrpSpPr/>
            <p:nvPr/>
          </p:nvGrpSpPr>
          <p:grpSpPr>
            <a:xfrm rot="18900000">
              <a:off x="4849324" y="1995712"/>
              <a:ext cx="897259" cy="897257"/>
              <a:chOff x="304800" y="673100"/>
              <a:chExt cx="4000500" cy="4000500"/>
            </a:xfrm>
            <a:effectLst>
              <a:outerShdw blurRad="444500" dist="254000" dir="564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15" name="同心圆 16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ysClr val="window" lastClr="FFFFFF"/>
                  </a:gs>
                  <a:gs pos="55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65000"/>
                    </a:sysClr>
                  </a:gs>
                </a:gsLst>
                <a:lin ang="81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219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</a:endParaRPr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366203" y="734507"/>
                <a:ext cx="3877701" cy="3877693"/>
              </a:xfrm>
              <a:prstGeom prst="ellipse">
                <a:avLst/>
              </a:prstGeom>
              <a:gradFill>
                <a:gsLst>
                  <a:gs pos="0">
                    <a:sysClr val="window" lastClr="FFFFFF"/>
                  </a:gs>
                  <a:gs pos="51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189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219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</a:endParaRPr>
              </a:p>
            </p:txBody>
          </p:sp>
        </p:grpSp>
        <p:sp>
          <p:nvSpPr>
            <p:cNvPr id="14" name="TextBox 54"/>
            <p:cNvSpPr txBox="1"/>
            <p:nvPr/>
          </p:nvSpPr>
          <p:spPr>
            <a:xfrm>
              <a:off x="4963049" y="2222298"/>
              <a:ext cx="828196" cy="3813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79%</a:t>
              </a:r>
              <a:endPara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9302116" y="2769068"/>
            <a:ext cx="1268273" cy="1231052"/>
            <a:chOff x="6380261" y="2029113"/>
            <a:chExt cx="951040" cy="897257"/>
          </a:xfrm>
        </p:grpSpPr>
        <p:grpSp>
          <p:nvGrpSpPr>
            <p:cNvPr id="18" name="组合 17"/>
            <p:cNvGrpSpPr/>
            <p:nvPr/>
          </p:nvGrpSpPr>
          <p:grpSpPr>
            <a:xfrm rot="18900000">
              <a:off x="6380261" y="2029113"/>
              <a:ext cx="897259" cy="897257"/>
              <a:chOff x="304800" y="673100"/>
              <a:chExt cx="4000500" cy="4000500"/>
            </a:xfrm>
            <a:effectLst>
              <a:outerShdw blurRad="444500" dist="254000" dir="5700000" sx="104000" sy="104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20" name="同心圆 21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ysClr val="window" lastClr="FFFFFF"/>
                  </a:gs>
                  <a:gs pos="55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65000"/>
                    </a:sysClr>
                  </a:gs>
                </a:gsLst>
                <a:lin ang="81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219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</a:endParaRPr>
              </a:p>
            </p:txBody>
          </p:sp>
          <p:sp>
            <p:nvSpPr>
              <p:cNvPr id="21" name="椭圆 20"/>
              <p:cNvSpPr/>
              <p:nvPr/>
            </p:nvSpPr>
            <p:spPr>
              <a:xfrm>
                <a:off x="366203" y="734507"/>
                <a:ext cx="3877701" cy="3877693"/>
              </a:xfrm>
              <a:prstGeom prst="ellipse">
                <a:avLst/>
              </a:prstGeom>
              <a:gradFill>
                <a:gsLst>
                  <a:gs pos="0">
                    <a:sysClr val="window" lastClr="FFFFFF"/>
                  </a:gs>
                  <a:gs pos="51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189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219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</a:endParaRPr>
              </a:p>
            </p:txBody>
          </p:sp>
        </p:grpSp>
        <p:sp>
          <p:nvSpPr>
            <p:cNvPr id="19" name="TextBox 59"/>
            <p:cNvSpPr txBox="1"/>
            <p:nvPr/>
          </p:nvSpPr>
          <p:spPr>
            <a:xfrm>
              <a:off x="6501314" y="2303662"/>
              <a:ext cx="829987" cy="3813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92%</a:t>
              </a:r>
              <a:endPara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</p:grpSp>
      <p:sp>
        <p:nvSpPr>
          <p:cNvPr id="22" name="Freeform 8"/>
          <p:cNvSpPr/>
          <p:nvPr/>
        </p:nvSpPr>
        <p:spPr bwMode="auto">
          <a:xfrm rot="18900000">
            <a:off x="1882255" y="3227474"/>
            <a:ext cx="1620740" cy="880972"/>
          </a:xfrm>
          <a:custGeom>
            <a:avLst/>
            <a:gdLst>
              <a:gd name="T0" fmla="*/ 8098 w 8105"/>
              <a:gd name="T1" fmla="*/ 0 h 4285"/>
              <a:gd name="T2" fmla="*/ 8105 w 8105"/>
              <a:gd name="T3" fmla="*/ 233 h 4285"/>
              <a:gd name="T4" fmla="*/ 4053 w 8105"/>
              <a:gd name="T5" fmla="*/ 4285 h 4285"/>
              <a:gd name="T6" fmla="*/ 0 w 8105"/>
              <a:gd name="T7" fmla="*/ 233 h 4285"/>
              <a:gd name="T8" fmla="*/ 7 w 8105"/>
              <a:gd name="T9" fmla="*/ 0 h 4285"/>
              <a:gd name="T10" fmla="*/ 1080 w 8105"/>
              <a:gd name="T11" fmla="*/ 0 h 4285"/>
              <a:gd name="T12" fmla="*/ 1071 w 8105"/>
              <a:gd name="T13" fmla="*/ 233 h 4285"/>
              <a:gd name="T14" fmla="*/ 4053 w 8105"/>
              <a:gd name="T15" fmla="*/ 3214 h 4285"/>
              <a:gd name="T16" fmla="*/ 7034 w 8105"/>
              <a:gd name="T17" fmla="*/ 233 h 4285"/>
              <a:gd name="T18" fmla="*/ 7025 w 8105"/>
              <a:gd name="T19" fmla="*/ 0 h 4285"/>
              <a:gd name="T20" fmla="*/ 8098 w 8105"/>
              <a:gd name="T21" fmla="*/ 0 h 4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8105" h="4285">
                <a:moveTo>
                  <a:pt x="8098" y="0"/>
                </a:moveTo>
                <a:cubicBezTo>
                  <a:pt x="8103" y="77"/>
                  <a:pt x="8105" y="155"/>
                  <a:pt x="8105" y="233"/>
                </a:cubicBezTo>
                <a:cubicBezTo>
                  <a:pt x="8105" y="2471"/>
                  <a:pt x="6291" y="4285"/>
                  <a:pt x="4053" y="4285"/>
                </a:cubicBezTo>
                <a:cubicBezTo>
                  <a:pt x="1814" y="4285"/>
                  <a:pt x="0" y="2471"/>
                  <a:pt x="0" y="233"/>
                </a:cubicBezTo>
                <a:cubicBezTo>
                  <a:pt x="0" y="155"/>
                  <a:pt x="2" y="77"/>
                  <a:pt x="7" y="0"/>
                </a:cubicBezTo>
                <a:lnTo>
                  <a:pt x="1080" y="0"/>
                </a:lnTo>
                <a:cubicBezTo>
                  <a:pt x="1074" y="77"/>
                  <a:pt x="1071" y="154"/>
                  <a:pt x="1071" y="233"/>
                </a:cubicBezTo>
                <a:cubicBezTo>
                  <a:pt x="1071" y="1879"/>
                  <a:pt x="2406" y="3214"/>
                  <a:pt x="4053" y="3214"/>
                </a:cubicBezTo>
                <a:cubicBezTo>
                  <a:pt x="5699" y="3214"/>
                  <a:pt x="7034" y="1879"/>
                  <a:pt x="7034" y="233"/>
                </a:cubicBezTo>
                <a:cubicBezTo>
                  <a:pt x="7034" y="154"/>
                  <a:pt x="7031" y="77"/>
                  <a:pt x="7025" y="0"/>
                </a:cubicBezTo>
                <a:lnTo>
                  <a:pt x="8098" y="0"/>
                </a:lnTo>
                <a:close/>
              </a:path>
            </a:pathLst>
          </a:custGeom>
          <a:solidFill>
            <a:srgbClr val="C00002"/>
          </a:solidFill>
          <a:ln w="3175" cap="flat">
            <a:noFill/>
            <a:prstDash val="solid"/>
            <a:miter lim="800000"/>
          </a:ln>
        </p:spPr>
        <p:txBody>
          <a:bodyPr vert="horz" wrap="square" lIns="123139" tIns="61569" rIns="123139" bIns="61569" numCol="1" anchor="t" anchorCtr="0" compatLnSpc="1"/>
          <a:lstStyle/>
          <a:p>
            <a:pPr marL="0" marR="0" lvl="0" indent="0" defTabSz="12192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Freeform 7"/>
          <p:cNvSpPr/>
          <p:nvPr/>
        </p:nvSpPr>
        <p:spPr bwMode="auto">
          <a:xfrm rot="19087048">
            <a:off x="4426764" y="3090129"/>
            <a:ext cx="1583837" cy="1070361"/>
          </a:xfrm>
          <a:custGeom>
            <a:avLst/>
            <a:gdLst>
              <a:gd name="T0" fmla="*/ 7997 w 8105"/>
              <a:gd name="T1" fmla="*/ 0 h 4984"/>
              <a:gd name="T2" fmla="*/ 8105 w 8105"/>
              <a:gd name="T3" fmla="*/ 932 h 4984"/>
              <a:gd name="T4" fmla="*/ 4053 w 8105"/>
              <a:gd name="T5" fmla="*/ 4984 h 4984"/>
              <a:gd name="T6" fmla="*/ 0 w 8105"/>
              <a:gd name="T7" fmla="*/ 932 h 4984"/>
              <a:gd name="T8" fmla="*/ 108 w 8105"/>
              <a:gd name="T9" fmla="*/ 0 h 4984"/>
              <a:gd name="T10" fmla="*/ 1212 w 8105"/>
              <a:gd name="T11" fmla="*/ 0 h 4984"/>
              <a:gd name="T12" fmla="*/ 1218 w 8105"/>
              <a:gd name="T13" fmla="*/ 6 h 4984"/>
              <a:gd name="T14" fmla="*/ 1071 w 8105"/>
              <a:gd name="T15" fmla="*/ 932 h 4984"/>
              <a:gd name="T16" fmla="*/ 4053 w 8105"/>
              <a:gd name="T17" fmla="*/ 3913 h 4984"/>
              <a:gd name="T18" fmla="*/ 7034 w 8105"/>
              <a:gd name="T19" fmla="*/ 932 h 4984"/>
              <a:gd name="T20" fmla="*/ 6887 w 8105"/>
              <a:gd name="T21" fmla="*/ 6 h 4984"/>
              <a:gd name="T22" fmla="*/ 6893 w 8105"/>
              <a:gd name="T23" fmla="*/ 0 h 4984"/>
              <a:gd name="T24" fmla="*/ 7997 w 8105"/>
              <a:gd name="T25" fmla="*/ 0 h 49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8105" h="4984">
                <a:moveTo>
                  <a:pt x="7997" y="0"/>
                </a:moveTo>
                <a:cubicBezTo>
                  <a:pt x="8068" y="299"/>
                  <a:pt x="8105" y="611"/>
                  <a:pt x="8105" y="932"/>
                </a:cubicBezTo>
                <a:cubicBezTo>
                  <a:pt x="8105" y="3170"/>
                  <a:pt x="6291" y="4984"/>
                  <a:pt x="4053" y="4984"/>
                </a:cubicBezTo>
                <a:cubicBezTo>
                  <a:pt x="1814" y="4984"/>
                  <a:pt x="0" y="3170"/>
                  <a:pt x="0" y="932"/>
                </a:cubicBezTo>
                <a:cubicBezTo>
                  <a:pt x="0" y="611"/>
                  <a:pt x="37" y="299"/>
                  <a:pt x="108" y="0"/>
                </a:cubicBezTo>
                <a:lnTo>
                  <a:pt x="1212" y="0"/>
                </a:lnTo>
                <a:lnTo>
                  <a:pt x="1218" y="6"/>
                </a:lnTo>
                <a:cubicBezTo>
                  <a:pt x="1123" y="297"/>
                  <a:pt x="1071" y="609"/>
                  <a:pt x="1071" y="932"/>
                </a:cubicBezTo>
                <a:cubicBezTo>
                  <a:pt x="1071" y="2578"/>
                  <a:pt x="2406" y="3913"/>
                  <a:pt x="4053" y="3913"/>
                </a:cubicBezTo>
                <a:cubicBezTo>
                  <a:pt x="5699" y="3913"/>
                  <a:pt x="7034" y="2578"/>
                  <a:pt x="7034" y="932"/>
                </a:cubicBezTo>
                <a:cubicBezTo>
                  <a:pt x="7034" y="609"/>
                  <a:pt x="6982" y="297"/>
                  <a:pt x="6887" y="6"/>
                </a:cubicBezTo>
                <a:lnTo>
                  <a:pt x="6893" y="0"/>
                </a:lnTo>
                <a:lnTo>
                  <a:pt x="7997" y="0"/>
                </a:lnTo>
                <a:close/>
              </a:path>
            </a:pathLst>
          </a:custGeom>
          <a:solidFill>
            <a:srgbClr val="C00002"/>
          </a:solidFill>
          <a:ln w="3175" cap="flat">
            <a:noFill/>
            <a:prstDash val="solid"/>
            <a:miter lim="800000"/>
          </a:ln>
        </p:spPr>
        <p:txBody>
          <a:bodyPr vert="horz" wrap="square" lIns="123139" tIns="61569" rIns="123139" bIns="61569" numCol="1" anchor="t" anchorCtr="0" compatLnSpc="1"/>
          <a:lstStyle/>
          <a:p>
            <a:pPr marL="0" marR="0" lvl="0" indent="0" defTabSz="12192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Freeform 6"/>
          <p:cNvSpPr/>
          <p:nvPr/>
        </p:nvSpPr>
        <p:spPr bwMode="auto">
          <a:xfrm rot="19290703">
            <a:off x="6747286" y="2901692"/>
            <a:ext cx="1619319" cy="1260987"/>
          </a:xfrm>
          <a:custGeom>
            <a:avLst/>
            <a:gdLst>
              <a:gd name="T0" fmla="*/ 7492 w 8105"/>
              <a:gd name="T1" fmla="*/ 0 h 6195"/>
              <a:gd name="T2" fmla="*/ 8105 w 8105"/>
              <a:gd name="T3" fmla="*/ 2143 h 6195"/>
              <a:gd name="T4" fmla="*/ 4052 w 8105"/>
              <a:gd name="T5" fmla="*/ 6195 h 6195"/>
              <a:gd name="T6" fmla="*/ 0 w 8105"/>
              <a:gd name="T7" fmla="*/ 2143 h 6195"/>
              <a:gd name="T8" fmla="*/ 612 w 8105"/>
              <a:gd name="T9" fmla="*/ 0 h 6195"/>
              <a:gd name="T10" fmla="*/ 1957 w 8105"/>
              <a:gd name="T11" fmla="*/ 0 h 6195"/>
              <a:gd name="T12" fmla="*/ 1968 w 8105"/>
              <a:gd name="T13" fmla="*/ 11 h 6195"/>
              <a:gd name="T14" fmla="*/ 1071 w 8105"/>
              <a:gd name="T15" fmla="*/ 2143 h 6195"/>
              <a:gd name="T16" fmla="*/ 4052 w 8105"/>
              <a:gd name="T17" fmla="*/ 5124 h 6195"/>
              <a:gd name="T18" fmla="*/ 7033 w 8105"/>
              <a:gd name="T19" fmla="*/ 2143 h 6195"/>
              <a:gd name="T20" fmla="*/ 6136 w 8105"/>
              <a:gd name="T21" fmla="*/ 11 h 6195"/>
              <a:gd name="T22" fmla="*/ 6147 w 8105"/>
              <a:gd name="T23" fmla="*/ 0 h 6195"/>
              <a:gd name="T24" fmla="*/ 7492 w 8105"/>
              <a:gd name="T25" fmla="*/ 0 h 6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8105" h="6195">
                <a:moveTo>
                  <a:pt x="7492" y="0"/>
                </a:moveTo>
                <a:cubicBezTo>
                  <a:pt x="7880" y="622"/>
                  <a:pt x="8105" y="1356"/>
                  <a:pt x="8105" y="2143"/>
                </a:cubicBezTo>
                <a:cubicBezTo>
                  <a:pt x="8105" y="4381"/>
                  <a:pt x="6290" y="6195"/>
                  <a:pt x="4052" y="6195"/>
                </a:cubicBezTo>
                <a:cubicBezTo>
                  <a:pt x="1814" y="6195"/>
                  <a:pt x="0" y="4381"/>
                  <a:pt x="0" y="2143"/>
                </a:cubicBezTo>
                <a:cubicBezTo>
                  <a:pt x="0" y="1356"/>
                  <a:pt x="224" y="622"/>
                  <a:pt x="612" y="0"/>
                </a:cubicBezTo>
                <a:lnTo>
                  <a:pt x="1957" y="0"/>
                </a:lnTo>
                <a:lnTo>
                  <a:pt x="1968" y="11"/>
                </a:lnTo>
                <a:cubicBezTo>
                  <a:pt x="1415" y="552"/>
                  <a:pt x="1071" y="1307"/>
                  <a:pt x="1071" y="2143"/>
                </a:cubicBezTo>
                <a:cubicBezTo>
                  <a:pt x="1071" y="3789"/>
                  <a:pt x="2406" y="5124"/>
                  <a:pt x="4052" y="5124"/>
                </a:cubicBezTo>
                <a:cubicBezTo>
                  <a:pt x="5699" y="5124"/>
                  <a:pt x="7033" y="3789"/>
                  <a:pt x="7033" y="2143"/>
                </a:cubicBezTo>
                <a:cubicBezTo>
                  <a:pt x="7033" y="1307"/>
                  <a:pt x="6690" y="552"/>
                  <a:pt x="6136" y="11"/>
                </a:cubicBezTo>
                <a:lnTo>
                  <a:pt x="6147" y="0"/>
                </a:lnTo>
                <a:lnTo>
                  <a:pt x="7492" y="0"/>
                </a:lnTo>
                <a:close/>
              </a:path>
            </a:pathLst>
          </a:custGeom>
          <a:solidFill>
            <a:srgbClr val="C00002"/>
          </a:solidFill>
          <a:ln w="3175" cap="flat">
            <a:noFill/>
            <a:prstDash val="solid"/>
            <a:miter lim="800000"/>
          </a:ln>
        </p:spPr>
        <p:txBody>
          <a:bodyPr vert="horz" wrap="square" lIns="123139" tIns="61569" rIns="123139" bIns="61569" numCol="1" anchor="t" anchorCtr="0" compatLnSpc="1"/>
          <a:lstStyle/>
          <a:p>
            <a:pPr marL="0" marR="0" lvl="0" indent="0" defTabSz="12192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Freeform 5"/>
          <p:cNvSpPr/>
          <p:nvPr/>
        </p:nvSpPr>
        <p:spPr bwMode="auto">
          <a:xfrm rot="19810786">
            <a:off x="9146263" y="2640162"/>
            <a:ext cx="1559879" cy="1521925"/>
          </a:xfrm>
          <a:custGeom>
            <a:avLst/>
            <a:gdLst>
              <a:gd name="T0" fmla="*/ 5799 w 8105"/>
              <a:gd name="T1" fmla="*/ 0 h 7710"/>
              <a:gd name="T2" fmla="*/ 8105 w 8105"/>
              <a:gd name="T3" fmla="*/ 3658 h 7710"/>
              <a:gd name="T4" fmla="*/ 4052 w 8105"/>
              <a:gd name="T5" fmla="*/ 7710 h 7710"/>
              <a:gd name="T6" fmla="*/ 0 w 8105"/>
              <a:gd name="T7" fmla="*/ 3658 h 7710"/>
              <a:gd name="T8" fmla="*/ 2306 w 8105"/>
              <a:gd name="T9" fmla="*/ 0 h 7710"/>
              <a:gd name="T10" fmla="*/ 3128 w 8105"/>
              <a:gd name="T11" fmla="*/ 823 h 7710"/>
              <a:gd name="T12" fmla="*/ 1071 w 8105"/>
              <a:gd name="T13" fmla="*/ 3658 h 7710"/>
              <a:gd name="T14" fmla="*/ 4052 w 8105"/>
              <a:gd name="T15" fmla="*/ 6639 h 7710"/>
              <a:gd name="T16" fmla="*/ 7034 w 8105"/>
              <a:gd name="T17" fmla="*/ 3658 h 7710"/>
              <a:gd name="T18" fmla="*/ 4976 w 8105"/>
              <a:gd name="T19" fmla="*/ 823 h 7710"/>
              <a:gd name="T20" fmla="*/ 5799 w 8105"/>
              <a:gd name="T21" fmla="*/ 0 h 7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8105" h="7710">
                <a:moveTo>
                  <a:pt x="5799" y="0"/>
                </a:moveTo>
                <a:cubicBezTo>
                  <a:pt x="7163" y="653"/>
                  <a:pt x="8105" y="2045"/>
                  <a:pt x="8105" y="3658"/>
                </a:cubicBezTo>
                <a:cubicBezTo>
                  <a:pt x="8105" y="5896"/>
                  <a:pt x="6291" y="7710"/>
                  <a:pt x="4052" y="7710"/>
                </a:cubicBezTo>
                <a:cubicBezTo>
                  <a:pt x="1814" y="7710"/>
                  <a:pt x="0" y="5896"/>
                  <a:pt x="0" y="3658"/>
                </a:cubicBezTo>
                <a:cubicBezTo>
                  <a:pt x="0" y="2045"/>
                  <a:pt x="942" y="653"/>
                  <a:pt x="2306" y="0"/>
                </a:cubicBezTo>
                <a:lnTo>
                  <a:pt x="3128" y="823"/>
                </a:lnTo>
                <a:cubicBezTo>
                  <a:pt x="1934" y="1212"/>
                  <a:pt x="1071" y="2334"/>
                  <a:pt x="1071" y="3658"/>
                </a:cubicBezTo>
                <a:cubicBezTo>
                  <a:pt x="1071" y="5304"/>
                  <a:pt x="2406" y="6639"/>
                  <a:pt x="4052" y="6639"/>
                </a:cubicBezTo>
                <a:cubicBezTo>
                  <a:pt x="5699" y="6639"/>
                  <a:pt x="7034" y="5304"/>
                  <a:pt x="7034" y="3658"/>
                </a:cubicBezTo>
                <a:cubicBezTo>
                  <a:pt x="7034" y="2334"/>
                  <a:pt x="6171" y="1212"/>
                  <a:pt x="4976" y="823"/>
                </a:cubicBezTo>
                <a:lnTo>
                  <a:pt x="5799" y="0"/>
                </a:lnTo>
                <a:close/>
              </a:path>
            </a:pathLst>
          </a:custGeom>
          <a:solidFill>
            <a:srgbClr val="C00002"/>
          </a:solidFill>
          <a:ln w="3175" cap="flat">
            <a:noFill/>
            <a:prstDash val="solid"/>
            <a:miter lim="800000"/>
          </a:ln>
        </p:spPr>
        <p:txBody>
          <a:bodyPr vert="horz" wrap="square" lIns="123139" tIns="61569" rIns="123139" bIns="61569" numCol="1" anchor="t" anchorCtr="0" compatLnSpc="1"/>
          <a:lstStyle/>
          <a:p>
            <a:pPr marL="0" marR="0" lvl="0" indent="0" defTabSz="12192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1853336" y="1777007"/>
            <a:ext cx="1281109" cy="318100"/>
            <a:chOff x="3477359" y="8005745"/>
            <a:chExt cx="2534423" cy="616688"/>
          </a:xfrm>
          <a:effectLst>
            <a:outerShdw blurRad="203200" dist="114300" dir="5400000" sx="102000" sy="102000" algn="t" rotWithShape="0">
              <a:prstClr val="black">
                <a:alpha val="29000"/>
              </a:prstClr>
            </a:outerShdw>
          </a:effectLst>
        </p:grpSpPr>
        <p:sp>
          <p:nvSpPr>
            <p:cNvPr id="27" name="流程图: 可选过程 26"/>
            <p:cNvSpPr/>
            <p:nvPr/>
          </p:nvSpPr>
          <p:spPr>
            <a:xfrm>
              <a:off x="3477359" y="8032286"/>
              <a:ext cx="2534423" cy="584775"/>
            </a:xfrm>
            <a:prstGeom prst="flowChartAlternateProcess">
              <a:avLst/>
            </a:prstGeom>
            <a:solidFill>
              <a:srgbClr val="C0000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28" name="TextBox 72"/>
            <p:cNvSpPr txBox="1"/>
            <p:nvPr/>
          </p:nvSpPr>
          <p:spPr>
            <a:xfrm>
              <a:off x="3776380" y="8005745"/>
              <a:ext cx="1849458" cy="6166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65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添加标题</a:t>
              </a: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4274380" y="1777007"/>
            <a:ext cx="1281109" cy="318100"/>
            <a:chOff x="3477359" y="8005745"/>
            <a:chExt cx="2534423" cy="616688"/>
          </a:xfrm>
          <a:effectLst>
            <a:outerShdw blurRad="203200" dist="114300" dir="5400000" sx="102000" sy="102000" algn="t" rotWithShape="0">
              <a:prstClr val="black">
                <a:alpha val="29000"/>
              </a:prstClr>
            </a:outerShdw>
          </a:effectLst>
        </p:grpSpPr>
        <p:sp>
          <p:nvSpPr>
            <p:cNvPr id="30" name="流程图: 可选过程 29"/>
            <p:cNvSpPr/>
            <p:nvPr/>
          </p:nvSpPr>
          <p:spPr>
            <a:xfrm>
              <a:off x="3477359" y="8032286"/>
              <a:ext cx="2534423" cy="584775"/>
            </a:xfrm>
            <a:prstGeom prst="flowChartAlternateProcess">
              <a:avLst/>
            </a:prstGeom>
            <a:solidFill>
              <a:srgbClr val="C0000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31" name="TextBox 75"/>
            <p:cNvSpPr txBox="1"/>
            <p:nvPr/>
          </p:nvSpPr>
          <p:spPr>
            <a:xfrm>
              <a:off x="3776380" y="8005745"/>
              <a:ext cx="1849458" cy="6166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65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添加标题</a:t>
              </a: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6661622" y="1777007"/>
            <a:ext cx="1281109" cy="318100"/>
            <a:chOff x="3477359" y="8005745"/>
            <a:chExt cx="2534423" cy="616688"/>
          </a:xfrm>
          <a:effectLst>
            <a:outerShdw blurRad="203200" dist="114300" dir="5400000" sx="102000" sy="102000" algn="t" rotWithShape="0">
              <a:prstClr val="black">
                <a:alpha val="29000"/>
              </a:prstClr>
            </a:outerShdw>
          </a:effectLst>
        </p:grpSpPr>
        <p:sp>
          <p:nvSpPr>
            <p:cNvPr id="33" name="流程图: 可选过程 32"/>
            <p:cNvSpPr/>
            <p:nvPr/>
          </p:nvSpPr>
          <p:spPr>
            <a:xfrm>
              <a:off x="3477359" y="8032286"/>
              <a:ext cx="2534423" cy="584775"/>
            </a:xfrm>
            <a:prstGeom prst="flowChartAlternateProcess">
              <a:avLst/>
            </a:prstGeom>
            <a:solidFill>
              <a:srgbClr val="C0000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34" name="TextBox 78"/>
            <p:cNvSpPr txBox="1"/>
            <p:nvPr/>
          </p:nvSpPr>
          <p:spPr>
            <a:xfrm>
              <a:off x="3776380" y="8005745"/>
              <a:ext cx="1849458" cy="6166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65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添加标题</a:t>
              </a: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9189046" y="1777007"/>
            <a:ext cx="1281109" cy="318100"/>
            <a:chOff x="3477359" y="8005745"/>
            <a:chExt cx="2534423" cy="616688"/>
          </a:xfrm>
          <a:effectLst>
            <a:outerShdw blurRad="203200" dist="114300" dir="5400000" sx="102000" sy="102000" algn="t" rotWithShape="0">
              <a:prstClr val="black">
                <a:alpha val="29000"/>
              </a:prstClr>
            </a:outerShdw>
          </a:effectLst>
        </p:grpSpPr>
        <p:sp>
          <p:nvSpPr>
            <p:cNvPr id="36" name="流程图: 可选过程 35"/>
            <p:cNvSpPr/>
            <p:nvPr/>
          </p:nvSpPr>
          <p:spPr>
            <a:xfrm>
              <a:off x="3477359" y="8032286"/>
              <a:ext cx="2534423" cy="584775"/>
            </a:xfrm>
            <a:prstGeom prst="flowChartAlternateProcess">
              <a:avLst/>
            </a:prstGeom>
            <a:solidFill>
              <a:srgbClr val="C0000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37" name="TextBox 81"/>
            <p:cNvSpPr txBox="1"/>
            <p:nvPr/>
          </p:nvSpPr>
          <p:spPr>
            <a:xfrm>
              <a:off x="3776380" y="8005745"/>
              <a:ext cx="1849458" cy="6166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65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添加标题</a:t>
              </a:r>
            </a:p>
          </p:txBody>
        </p:sp>
      </p:grpSp>
      <p:sp>
        <p:nvSpPr>
          <p:cNvPr id="38" name="TextBox 83"/>
          <p:cNvSpPr txBox="1"/>
          <p:nvPr/>
        </p:nvSpPr>
        <p:spPr>
          <a:xfrm>
            <a:off x="1583499" y="4501277"/>
            <a:ext cx="2196941" cy="1109174"/>
          </a:xfrm>
          <a:prstGeom prst="rect">
            <a:avLst/>
          </a:prstGeom>
          <a:noFill/>
        </p:spPr>
        <p:txBody>
          <a:bodyPr wrap="square" lIns="91464" tIns="45732" rIns="91464" bIns="45732" rtlCol="0">
            <a:spAutoFit/>
          </a:bodyPr>
          <a:lstStyle/>
          <a:p>
            <a:pPr lvl="0" algn="just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专业完美财务分析报告，正文字体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12-24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号，标题字体为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28-48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号，字体间距为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1.2-1.5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9" name="TextBox 84"/>
          <p:cNvSpPr txBox="1"/>
          <p:nvPr/>
        </p:nvSpPr>
        <p:spPr>
          <a:xfrm>
            <a:off x="4036367" y="4501277"/>
            <a:ext cx="2196941" cy="1109174"/>
          </a:xfrm>
          <a:prstGeom prst="rect">
            <a:avLst/>
          </a:prstGeom>
          <a:noFill/>
        </p:spPr>
        <p:txBody>
          <a:bodyPr wrap="square" lIns="91464" tIns="45732" rIns="91464" bIns="45732" rtlCol="0">
            <a:spAutoFit/>
          </a:bodyPr>
          <a:lstStyle/>
          <a:p>
            <a:pPr lvl="0" algn="just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专业完美财务分析报告，正文字体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12-24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号，标题字体为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28-48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号，字体间距为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1.2-1.5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0" name="TextBox 85"/>
          <p:cNvSpPr txBox="1"/>
          <p:nvPr/>
        </p:nvSpPr>
        <p:spPr>
          <a:xfrm>
            <a:off x="6395336" y="4501277"/>
            <a:ext cx="2196941" cy="1109174"/>
          </a:xfrm>
          <a:prstGeom prst="rect">
            <a:avLst/>
          </a:prstGeom>
          <a:noFill/>
        </p:spPr>
        <p:txBody>
          <a:bodyPr wrap="square" lIns="91464" tIns="45732" rIns="91464" bIns="45732" rtlCol="0">
            <a:spAutoFit/>
          </a:bodyPr>
          <a:lstStyle/>
          <a:p>
            <a:pPr lvl="0" algn="just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专业完美财务分析报告，正文字体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12-24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号，标题字体为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28-48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号，字体间距为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1.2-1.5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1" name="TextBox 86"/>
          <p:cNvSpPr txBox="1"/>
          <p:nvPr/>
        </p:nvSpPr>
        <p:spPr>
          <a:xfrm>
            <a:off x="8987624" y="4501277"/>
            <a:ext cx="2196941" cy="1109174"/>
          </a:xfrm>
          <a:prstGeom prst="rect">
            <a:avLst/>
          </a:prstGeom>
          <a:noFill/>
        </p:spPr>
        <p:txBody>
          <a:bodyPr wrap="square" lIns="91464" tIns="45732" rIns="91464" bIns="45732" rtlCol="0">
            <a:spAutoFit/>
          </a:bodyPr>
          <a:lstStyle/>
          <a:p>
            <a:pPr lvl="0" algn="just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专业完美财务分析报告，正文字体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12-24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号，标题字体为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28-48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号，字体间距为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1.2-1.5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42" name="直接连接符 41"/>
          <p:cNvCxnSpPr/>
          <p:nvPr/>
        </p:nvCxnSpPr>
        <p:spPr>
          <a:xfrm>
            <a:off x="0" y="475460"/>
            <a:ext cx="412612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圆角矩形 101"/>
          <p:cNvSpPr/>
          <p:nvPr/>
        </p:nvSpPr>
        <p:spPr>
          <a:xfrm>
            <a:off x="4360957" y="258038"/>
            <a:ext cx="3456384" cy="523213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endParaRPr lang="zh-CN" altLang="en-US" b="1" dirty="0">
              <a:solidFill>
                <a:prstClr val="white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4406409" y="288927"/>
            <a:ext cx="3456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营业额目标</a:t>
            </a:r>
          </a:p>
        </p:txBody>
      </p:sp>
      <p:grpSp>
        <p:nvGrpSpPr>
          <p:cNvPr id="45" name="组合 44"/>
          <p:cNvGrpSpPr/>
          <p:nvPr/>
        </p:nvGrpSpPr>
        <p:grpSpPr>
          <a:xfrm>
            <a:off x="4394504" y="288927"/>
            <a:ext cx="468000" cy="468000"/>
            <a:chOff x="304800" y="673100"/>
            <a:chExt cx="4000500" cy="4000500"/>
          </a:xfrm>
          <a:effectLst/>
        </p:grpSpPr>
        <p:sp>
          <p:nvSpPr>
            <p:cNvPr id="46" name="同心圆 86"/>
            <p:cNvSpPr/>
            <p:nvPr/>
          </p:nvSpPr>
          <p:spPr>
            <a:xfrm>
              <a:off x="304800" y="673100"/>
              <a:ext cx="4000500" cy="400050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prstClr val="black"/>
                </a:solidFill>
                <a:latin typeface="Calibri" panose="020F0502020204030204"/>
                <a:ea typeface="思源黑体 CN Bold" panose="020B0800000000000000" pitchFamily="34" charset="-122"/>
              </a:endParaRPr>
            </a:p>
          </p:txBody>
        </p:sp>
        <p:sp>
          <p:nvSpPr>
            <p:cNvPr id="47" name="椭圆 3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prstClr val="white"/>
                </a:solidFill>
                <a:latin typeface="Calibri" panose="020F0502020204030204"/>
                <a:ea typeface="思源黑体 CN Bold" panose="020B0800000000000000" pitchFamily="34" charset="-122"/>
              </a:endParaRPr>
            </a:p>
          </p:txBody>
        </p:sp>
      </p:grpSp>
      <p:cxnSp>
        <p:nvCxnSpPr>
          <p:cNvPr id="48" name="直接连接符 47"/>
          <p:cNvCxnSpPr/>
          <p:nvPr/>
        </p:nvCxnSpPr>
        <p:spPr>
          <a:xfrm>
            <a:off x="8065877" y="475460"/>
            <a:ext cx="412612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500"/>
    </mc:Choice>
    <mc:Fallback xmlns="">
      <p:transition spd="slow" advTm="85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0.23789 2.59259E-6 " pathEditMode="relative" rAng="0" ptsTypes="AA">
                                      <p:cBhvr>
                                        <p:cTn id="21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88" y="0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000"/>
                            </p:stCondLst>
                            <p:childTnLst>
                              <p:par>
                                <p:cTn id="53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500"/>
                            </p:stCondLst>
                            <p:childTnLst>
                              <p:par>
                                <p:cTn id="61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0"/>
                            </p:stCondLst>
                            <p:childTnLst>
                              <p:par>
                                <p:cTn id="69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500"/>
                            </p:stCondLst>
                            <p:childTnLst>
                              <p:par>
                                <p:cTn id="77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6000"/>
                            </p:stCondLst>
                            <p:childTnLst>
                              <p:par>
                                <p:cTn id="8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38" grpId="0"/>
      <p:bldP spid="39" grpId="0"/>
      <p:bldP spid="40" grpId="0"/>
      <p:bldP spid="41" grpId="0"/>
      <p:bldP spid="43" grpId="0" animBg="1"/>
      <p:bldP spid="4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PA-组合 51"/>
          <p:cNvGrpSpPr/>
          <p:nvPr>
            <p:custDataLst>
              <p:tags r:id="rId1"/>
            </p:custDataLst>
          </p:nvPr>
        </p:nvGrpSpPr>
        <p:grpSpPr>
          <a:xfrm>
            <a:off x="1860296" y="1737195"/>
            <a:ext cx="1928981" cy="2009903"/>
            <a:chOff x="2264901" y="915586"/>
            <a:chExt cx="1928981" cy="2009903"/>
          </a:xfrm>
        </p:grpSpPr>
        <p:sp>
          <p:nvSpPr>
            <p:cNvPr id="47" name="PA-圆角矩形 68"/>
            <p:cNvSpPr/>
            <p:nvPr>
              <p:custDataLst>
                <p:tags r:id="rId18"/>
              </p:custDataLst>
            </p:nvPr>
          </p:nvSpPr>
          <p:spPr>
            <a:xfrm>
              <a:off x="2367689" y="915586"/>
              <a:ext cx="1826193" cy="1826193"/>
            </a:xfrm>
            <a:prstGeom prst="roundRect">
              <a:avLst>
                <a:gd name="adj" fmla="val 14121"/>
              </a:avLst>
            </a:prstGeom>
            <a:solidFill>
              <a:srgbClr val="ABABAB"/>
            </a:solidFill>
            <a:ln w="6350">
              <a:solidFill>
                <a:schemeClr val="bg1">
                  <a:lumMod val="65000"/>
                </a:schemeClr>
              </a:solidFill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srgbClr val="C0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2264901" y="1038654"/>
              <a:ext cx="1824000" cy="1824000"/>
              <a:chOff x="-18000" y="1401622"/>
              <a:chExt cx="1368000" cy="1368000"/>
            </a:xfrm>
            <a:effectLst>
              <a:outerShdw blurRad="38100" dist="152400" dir="18780000" algn="t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grpSpPr>
          <p:sp>
            <p:nvSpPr>
              <p:cNvPr id="4" name="PA-圆角矩形 67"/>
              <p:cNvSpPr/>
              <p:nvPr>
                <p:custDataLst>
                  <p:tags r:id="rId20"/>
                </p:custDataLst>
              </p:nvPr>
            </p:nvSpPr>
            <p:spPr>
              <a:xfrm>
                <a:off x="-18000" y="1401622"/>
                <a:ext cx="1368000" cy="1368000"/>
              </a:xfrm>
              <a:prstGeom prst="roundRect">
                <a:avLst>
                  <a:gd name="adj" fmla="val 13882"/>
                </a:avLst>
              </a:prstGeom>
              <a:gradFill>
                <a:gsLst>
                  <a:gs pos="0">
                    <a:schemeClr val="bg1"/>
                  </a:gs>
                  <a:gs pos="55000">
                    <a:schemeClr val="bg1">
                      <a:lumMod val="9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200"/>
                <a:endParaRPr lang="zh-CN" altLang="en-US" sz="2400" dirty="0">
                  <a:solidFill>
                    <a:srgbClr val="C0000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endParaRPr>
              </a:p>
            </p:txBody>
          </p:sp>
          <p:sp>
            <p:nvSpPr>
              <p:cNvPr id="5" name="PA-圆角矩形 68"/>
              <p:cNvSpPr/>
              <p:nvPr>
                <p:custDataLst>
                  <p:tags r:id="rId21"/>
                </p:custDataLst>
              </p:nvPr>
            </p:nvSpPr>
            <p:spPr>
              <a:xfrm>
                <a:off x="0" y="1419622"/>
                <a:ext cx="1332000" cy="1332000"/>
              </a:xfrm>
              <a:prstGeom prst="roundRect">
                <a:avLst>
                  <a:gd name="adj" fmla="val 14121"/>
                </a:avLst>
              </a:prstGeom>
              <a:gradFill>
                <a:gsLst>
                  <a:gs pos="0">
                    <a:schemeClr val="bg1"/>
                  </a:gs>
                  <a:gs pos="51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200"/>
                <a:endParaRPr lang="zh-CN" altLang="en-US" sz="2400" dirty="0">
                  <a:solidFill>
                    <a:srgbClr val="C0000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endParaRPr>
              </a:p>
            </p:txBody>
          </p:sp>
        </p:grpSp>
        <p:sp>
          <p:nvSpPr>
            <p:cNvPr id="15" name="PA-文本框 78"/>
            <p:cNvSpPr txBox="1"/>
            <p:nvPr>
              <p:custDataLst>
                <p:tags r:id="rId19"/>
              </p:custDataLst>
            </p:nvPr>
          </p:nvSpPr>
          <p:spPr>
            <a:xfrm>
              <a:off x="2335023" y="1027597"/>
              <a:ext cx="1689886" cy="18978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1219200"/>
              <a:r>
                <a:rPr lang="zh-CN" altLang="en-US" sz="11735" dirty="0">
                  <a:solidFill>
                    <a:srgbClr val="C00000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感</a:t>
              </a:r>
            </a:p>
          </p:txBody>
        </p:sp>
      </p:grpSp>
      <p:cxnSp>
        <p:nvCxnSpPr>
          <p:cNvPr id="29" name="直接连接符 28"/>
          <p:cNvCxnSpPr/>
          <p:nvPr/>
        </p:nvCxnSpPr>
        <p:spPr>
          <a:xfrm>
            <a:off x="2679700" y="4272760"/>
            <a:ext cx="144642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圆角矩形 101"/>
          <p:cNvSpPr/>
          <p:nvPr/>
        </p:nvSpPr>
        <p:spPr>
          <a:xfrm>
            <a:off x="4360957" y="4080739"/>
            <a:ext cx="3456384" cy="384043"/>
          </a:xfrm>
          <a:prstGeom prst="roundRect">
            <a:avLst/>
          </a:prstGeom>
          <a:solidFill>
            <a:srgbClr val="C0000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endParaRPr lang="zh-CN" altLang="en-US" b="1" dirty="0">
              <a:solidFill>
                <a:prstClr val="white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1" name="PA-文本框 102"/>
          <p:cNvSpPr txBox="1"/>
          <p:nvPr>
            <p:custDataLst>
              <p:tags r:id="rId2"/>
            </p:custDataLst>
          </p:nvPr>
        </p:nvSpPr>
        <p:spPr>
          <a:xfrm>
            <a:off x="3338140" y="4610747"/>
            <a:ext cx="5515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1219200"/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财务报表 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|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数据报告 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|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金融理财 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|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商业数据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grpSp>
        <p:nvGrpSpPr>
          <p:cNvPr id="53" name="PA-组合 52"/>
          <p:cNvGrpSpPr/>
          <p:nvPr>
            <p:custDataLst>
              <p:tags r:id="rId3"/>
            </p:custDataLst>
          </p:nvPr>
        </p:nvGrpSpPr>
        <p:grpSpPr>
          <a:xfrm>
            <a:off x="4023335" y="1737195"/>
            <a:ext cx="1928981" cy="2009903"/>
            <a:chOff x="2264901" y="915586"/>
            <a:chExt cx="1928981" cy="2009903"/>
          </a:xfrm>
        </p:grpSpPr>
        <p:sp>
          <p:nvSpPr>
            <p:cNvPr id="54" name="PA-圆角矩形 68"/>
            <p:cNvSpPr/>
            <p:nvPr>
              <p:custDataLst>
                <p:tags r:id="rId14"/>
              </p:custDataLst>
            </p:nvPr>
          </p:nvSpPr>
          <p:spPr>
            <a:xfrm>
              <a:off x="2367689" y="915586"/>
              <a:ext cx="1826193" cy="1826193"/>
            </a:xfrm>
            <a:prstGeom prst="roundRect">
              <a:avLst>
                <a:gd name="adj" fmla="val 14121"/>
              </a:avLst>
            </a:prstGeom>
            <a:solidFill>
              <a:srgbClr val="ABABAB"/>
            </a:solidFill>
            <a:ln w="6350">
              <a:solidFill>
                <a:schemeClr val="bg1">
                  <a:lumMod val="65000"/>
                </a:schemeClr>
              </a:solidFill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srgbClr val="C0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grpSp>
          <p:nvGrpSpPr>
            <p:cNvPr id="55" name="组合 54"/>
            <p:cNvGrpSpPr/>
            <p:nvPr/>
          </p:nvGrpSpPr>
          <p:grpSpPr>
            <a:xfrm>
              <a:off x="2264901" y="1038654"/>
              <a:ext cx="1824000" cy="1824000"/>
              <a:chOff x="-18000" y="1401622"/>
              <a:chExt cx="1368000" cy="1368000"/>
            </a:xfrm>
            <a:effectLst>
              <a:outerShdw blurRad="38100" dist="152400" dir="18780000" algn="t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grpSpPr>
          <p:sp>
            <p:nvSpPr>
              <p:cNvPr id="57" name="PA-圆角矩形 67"/>
              <p:cNvSpPr/>
              <p:nvPr>
                <p:custDataLst>
                  <p:tags r:id="rId16"/>
                </p:custDataLst>
              </p:nvPr>
            </p:nvSpPr>
            <p:spPr>
              <a:xfrm>
                <a:off x="-18000" y="1401622"/>
                <a:ext cx="1368000" cy="1368000"/>
              </a:xfrm>
              <a:prstGeom prst="roundRect">
                <a:avLst>
                  <a:gd name="adj" fmla="val 13882"/>
                </a:avLst>
              </a:prstGeom>
              <a:gradFill>
                <a:gsLst>
                  <a:gs pos="0">
                    <a:schemeClr val="bg1"/>
                  </a:gs>
                  <a:gs pos="55000">
                    <a:schemeClr val="bg1">
                      <a:lumMod val="9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200"/>
                <a:endParaRPr lang="zh-CN" altLang="en-US" sz="2400" dirty="0">
                  <a:solidFill>
                    <a:srgbClr val="C0000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endParaRPr>
              </a:p>
            </p:txBody>
          </p:sp>
          <p:sp>
            <p:nvSpPr>
              <p:cNvPr id="58" name="PA-圆角矩形 68"/>
              <p:cNvSpPr/>
              <p:nvPr>
                <p:custDataLst>
                  <p:tags r:id="rId17"/>
                </p:custDataLst>
              </p:nvPr>
            </p:nvSpPr>
            <p:spPr>
              <a:xfrm>
                <a:off x="0" y="1419622"/>
                <a:ext cx="1332000" cy="1332000"/>
              </a:xfrm>
              <a:prstGeom prst="roundRect">
                <a:avLst>
                  <a:gd name="adj" fmla="val 14121"/>
                </a:avLst>
              </a:prstGeom>
              <a:gradFill>
                <a:gsLst>
                  <a:gs pos="0">
                    <a:schemeClr val="bg1"/>
                  </a:gs>
                  <a:gs pos="51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200"/>
                <a:endParaRPr lang="zh-CN" altLang="en-US" sz="2400" dirty="0">
                  <a:solidFill>
                    <a:srgbClr val="C0000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endParaRPr>
              </a:p>
            </p:txBody>
          </p:sp>
        </p:grpSp>
        <p:sp>
          <p:nvSpPr>
            <p:cNvPr id="56" name="PA-文本框 78"/>
            <p:cNvSpPr txBox="1"/>
            <p:nvPr>
              <p:custDataLst>
                <p:tags r:id="rId15"/>
              </p:custDataLst>
            </p:nvPr>
          </p:nvSpPr>
          <p:spPr>
            <a:xfrm>
              <a:off x="2335023" y="1027597"/>
              <a:ext cx="1689886" cy="18978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1219200"/>
              <a:r>
                <a:rPr lang="zh-CN" altLang="en-US" sz="11735" dirty="0">
                  <a:solidFill>
                    <a:srgbClr val="C00000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谢</a:t>
              </a:r>
            </a:p>
          </p:txBody>
        </p:sp>
      </p:grpSp>
      <p:grpSp>
        <p:nvGrpSpPr>
          <p:cNvPr id="59" name="PA-组合 58"/>
          <p:cNvGrpSpPr/>
          <p:nvPr>
            <p:custDataLst>
              <p:tags r:id="rId4"/>
            </p:custDataLst>
          </p:nvPr>
        </p:nvGrpSpPr>
        <p:grpSpPr>
          <a:xfrm>
            <a:off x="6186374" y="1737195"/>
            <a:ext cx="1928981" cy="2009903"/>
            <a:chOff x="2264901" y="915586"/>
            <a:chExt cx="1928981" cy="2009903"/>
          </a:xfrm>
        </p:grpSpPr>
        <p:sp>
          <p:nvSpPr>
            <p:cNvPr id="60" name="PA-圆角矩形 68"/>
            <p:cNvSpPr/>
            <p:nvPr>
              <p:custDataLst>
                <p:tags r:id="rId10"/>
              </p:custDataLst>
            </p:nvPr>
          </p:nvSpPr>
          <p:spPr>
            <a:xfrm>
              <a:off x="2367689" y="915586"/>
              <a:ext cx="1826193" cy="1826193"/>
            </a:xfrm>
            <a:prstGeom prst="roundRect">
              <a:avLst>
                <a:gd name="adj" fmla="val 14121"/>
              </a:avLst>
            </a:prstGeom>
            <a:solidFill>
              <a:srgbClr val="ABABAB"/>
            </a:solidFill>
            <a:ln w="6350">
              <a:solidFill>
                <a:schemeClr val="bg1">
                  <a:lumMod val="65000"/>
                </a:schemeClr>
              </a:solidFill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srgbClr val="C0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grpSp>
          <p:nvGrpSpPr>
            <p:cNvPr id="61" name="组合 60"/>
            <p:cNvGrpSpPr/>
            <p:nvPr/>
          </p:nvGrpSpPr>
          <p:grpSpPr>
            <a:xfrm>
              <a:off x="2264901" y="1038654"/>
              <a:ext cx="1824000" cy="1824000"/>
              <a:chOff x="-18000" y="1401622"/>
              <a:chExt cx="1368000" cy="1368000"/>
            </a:xfrm>
            <a:effectLst>
              <a:outerShdw blurRad="38100" dist="152400" dir="18780000" algn="t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grpSpPr>
          <p:sp>
            <p:nvSpPr>
              <p:cNvPr id="63" name="PA-圆角矩形 67"/>
              <p:cNvSpPr/>
              <p:nvPr>
                <p:custDataLst>
                  <p:tags r:id="rId12"/>
                </p:custDataLst>
              </p:nvPr>
            </p:nvSpPr>
            <p:spPr>
              <a:xfrm>
                <a:off x="-18000" y="1401622"/>
                <a:ext cx="1368000" cy="1368000"/>
              </a:xfrm>
              <a:prstGeom prst="roundRect">
                <a:avLst>
                  <a:gd name="adj" fmla="val 13882"/>
                </a:avLst>
              </a:prstGeom>
              <a:gradFill>
                <a:gsLst>
                  <a:gs pos="0">
                    <a:schemeClr val="bg1"/>
                  </a:gs>
                  <a:gs pos="55000">
                    <a:schemeClr val="bg1">
                      <a:lumMod val="9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200"/>
                <a:endParaRPr lang="zh-CN" altLang="en-US" sz="2400" dirty="0">
                  <a:solidFill>
                    <a:srgbClr val="C0000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endParaRPr>
              </a:p>
            </p:txBody>
          </p:sp>
          <p:sp>
            <p:nvSpPr>
              <p:cNvPr id="64" name="PA-圆角矩形 68"/>
              <p:cNvSpPr/>
              <p:nvPr>
                <p:custDataLst>
                  <p:tags r:id="rId13"/>
                </p:custDataLst>
              </p:nvPr>
            </p:nvSpPr>
            <p:spPr>
              <a:xfrm>
                <a:off x="0" y="1419622"/>
                <a:ext cx="1332000" cy="1332000"/>
              </a:xfrm>
              <a:prstGeom prst="roundRect">
                <a:avLst>
                  <a:gd name="adj" fmla="val 14121"/>
                </a:avLst>
              </a:prstGeom>
              <a:gradFill>
                <a:gsLst>
                  <a:gs pos="0">
                    <a:schemeClr val="bg1"/>
                  </a:gs>
                  <a:gs pos="51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200"/>
                <a:endParaRPr lang="zh-CN" altLang="en-US" sz="2400" dirty="0">
                  <a:solidFill>
                    <a:srgbClr val="C0000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endParaRPr>
              </a:p>
            </p:txBody>
          </p:sp>
        </p:grpSp>
        <p:sp>
          <p:nvSpPr>
            <p:cNvPr id="62" name="PA-文本框 78"/>
            <p:cNvSpPr txBox="1"/>
            <p:nvPr>
              <p:custDataLst>
                <p:tags r:id="rId11"/>
              </p:custDataLst>
            </p:nvPr>
          </p:nvSpPr>
          <p:spPr>
            <a:xfrm>
              <a:off x="2335023" y="1027597"/>
              <a:ext cx="1689886" cy="18978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1219200"/>
              <a:r>
                <a:rPr lang="zh-CN" altLang="en-US" sz="11735" dirty="0">
                  <a:solidFill>
                    <a:srgbClr val="C00000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聆</a:t>
              </a:r>
            </a:p>
          </p:txBody>
        </p:sp>
      </p:grpSp>
      <p:grpSp>
        <p:nvGrpSpPr>
          <p:cNvPr id="65" name="PA-组合 64"/>
          <p:cNvGrpSpPr/>
          <p:nvPr>
            <p:custDataLst>
              <p:tags r:id="rId5"/>
            </p:custDataLst>
          </p:nvPr>
        </p:nvGrpSpPr>
        <p:grpSpPr>
          <a:xfrm>
            <a:off x="8349412" y="1737195"/>
            <a:ext cx="1928981" cy="2009903"/>
            <a:chOff x="2264901" y="915586"/>
            <a:chExt cx="1928981" cy="2009903"/>
          </a:xfrm>
        </p:grpSpPr>
        <p:sp>
          <p:nvSpPr>
            <p:cNvPr id="66" name="PA-圆角矩形 68"/>
            <p:cNvSpPr/>
            <p:nvPr>
              <p:custDataLst>
                <p:tags r:id="rId6"/>
              </p:custDataLst>
            </p:nvPr>
          </p:nvSpPr>
          <p:spPr>
            <a:xfrm>
              <a:off x="2367689" y="915586"/>
              <a:ext cx="1826193" cy="1826193"/>
            </a:xfrm>
            <a:prstGeom prst="roundRect">
              <a:avLst>
                <a:gd name="adj" fmla="val 14121"/>
              </a:avLst>
            </a:prstGeom>
            <a:solidFill>
              <a:srgbClr val="ABABAB"/>
            </a:solidFill>
            <a:ln w="6350">
              <a:solidFill>
                <a:schemeClr val="bg1">
                  <a:lumMod val="65000"/>
                </a:schemeClr>
              </a:solidFill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srgbClr val="C0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grpSp>
          <p:nvGrpSpPr>
            <p:cNvPr id="67" name="组合 66"/>
            <p:cNvGrpSpPr/>
            <p:nvPr/>
          </p:nvGrpSpPr>
          <p:grpSpPr>
            <a:xfrm>
              <a:off x="2264901" y="1038654"/>
              <a:ext cx="1824000" cy="1824000"/>
              <a:chOff x="-18000" y="1401622"/>
              <a:chExt cx="1368000" cy="1368000"/>
            </a:xfrm>
            <a:effectLst>
              <a:outerShdw blurRad="38100" dist="152400" dir="18780000" algn="t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grpSpPr>
          <p:sp>
            <p:nvSpPr>
              <p:cNvPr id="69" name="PA-圆角矩形 67"/>
              <p:cNvSpPr/>
              <p:nvPr>
                <p:custDataLst>
                  <p:tags r:id="rId8"/>
                </p:custDataLst>
              </p:nvPr>
            </p:nvSpPr>
            <p:spPr>
              <a:xfrm>
                <a:off x="-18000" y="1401622"/>
                <a:ext cx="1368000" cy="1368000"/>
              </a:xfrm>
              <a:prstGeom prst="roundRect">
                <a:avLst>
                  <a:gd name="adj" fmla="val 13882"/>
                </a:avLst>
              </a:prstGeom>
              <a:gradFill>
                <a:gsLst>
                  <a:gs pos="0">
                    <a:schemeClr val="bg1"/>
                  </a:gs>
                  <a:gs pos="55000">
                    <a:schemeClr val="bg1">
                      <a:lumMod val="9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200"/>
                <a:endParaRPr lang="zh-CN" altLang="en-US" sz="2400" dirty="0">
                  <a:solidFill>
                    <a:srgbClr val="C0000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endParaRPr>
              </a:p>
            </p:txBody>
          </p:sp>
          <p:sp>
            <p:nvSpPr>
              <p:cNvPr id="70" name="PA-圆角矩形 68"/>
              <p:cNvSpPr/>
              <p:nvPr>
                <p:custDataLst>
                  <p:tags r:id="rId9"/>
                </p:custDataLst>
              </p:nvPr>
            </p:nvSpPr>
            <p:spPr>
              <a:xfrm>
                <a:off x="0" y="1419622"/>
                <a:ext cx="1332000" cy="1332000"/>
              </a:xfrm>
              <a:prstGeom prst="roundRect">
                <a:avLst>
                  <a:gd name="adj" fmla="val 14121"/>
                </a:avLst>
              </a:prstGeom>
              <a:gradFill>
                <a:gsLst>
                  <a:gs pos="0">
                    <a:schemeClr val="bg1"/>
                  </a:gs>
                  <a:gs pos="51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200"/>
                <a:endParaRPr lang="zh-CN" altLang="en-US" sz="2400" dirty="0">
                  <a:solidFill>
                    <a:srgbClr val="C0000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endParaRPr>
              </a:p>
            </p:txBody>
          </p:sp>
        </p:grpSp>
        <p:sp>
          <p:nvSpPr>
            <p:cNvPr id="68" name="PA-文本框 78"/>
            <p:cNvSpPr txBox="1"/>
            <p:nvPr>
              <p:custDataLst>
                <p:tags r:id="rId7"/>
              </p:custDataLst>
            </p:nvPr>
          </p:nvSpPr>
          <p:spPr>
            <a:xfrm>
              <a:off x="2335023" y="1027597"/>
              <a:ext cx="1689886" cy="18978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1219200"/>
              <a:r>
                <a:rPr lang="zh-CN" altLang="en-US" sz="11735" dirty="0">
                  <a:solidFill>
                    <a:srgbClr val="C00000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听</a:t>
              </a:r>
            </a:p>
          </p:txBody>
        </p:sp>
      </p:grpSp>
      <p:sp>
        <p:nvSpPr>
          <p:cNvPr id="71" name="TextBox 102"/>
          <p:cNvSpPr txBox="1"/>
          <p:nvPr/>
        </p:nvSpPr>
        <p:spPr>
          <a:xfrm>
            <a:off x="3360556" y="5428389"/>
            <a:ext cx="551572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200"/>
            <a:r>
              <a:rPr lang="en-US" altLang="zh-CN" sz="2000" spc="300" dirty="0">
                <a:solidFill>
                  <a:schemeClr val="bg1">
                    <a:lumMod val="6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2019</a:t>
            </a:r>
            <a:r>
              <a:rPr lang="zh-CN" altLang="en-US" sz="2000" spc="300" dirty="0">
                <a:solidFill>
                  <a:schemeClr val="bg1">
                    <a:lumMod val="6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年</a:t>
            </a:r>
            <a:r>
              <a:rPr lang="en-US" altLang="zh-CN" sz="2000" spc="300" dirty="0">
                <a:solidFill>
                  <a:schemeClr val="bg1">
                    <a:lumMod val="6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7</a:t>
            </a:r>
            <a:r>
              <a:rPr lang="zh-CN" altLang="en-US" sz="2000" spc="300" dirty="0">
                <a:solidFill>
                  <a:schemeClr val="bg1">
                    <a:lumMod val="6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月</a:t>
            </a:r>
            <a:r>
              <a:rPr lang="en-US" altLang="zh-CN" sz="2000" spc="300" dirty="0">
                <a:solidFill>
                  <a:schemeClr val="bg1">
                    <a:lumMod val="6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21</a:t>
            </a:r>
            <a:r>
              <a:rPr lang="zh-CN" altLang="en-US" sz="2000" spc="300" dirty="0">
                <a:solidFill>
                  <a:schemeClr val="bg1">
                    <a:lumMod val="6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日</a:t>
            </a:r>
            <a:endParaRPr lang="en-US" altLang="zh-CN" sz="2000" spc="300" dirty="0">
              <a:solidFill>
                <a:schemeClr val="bg1">
                  <a:lumMod val="6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4399200" y="4116659"/>
            <a:ext cx="501413" cy="312202"/>
            <a:chOff x="304800" y="673100"/>
            <a:chExt cx="4000500" cy="4000500"/>
          </a:xfrm>
          <a:effectLst/>
        </p:grpSpPr>
        <p:sp>
          <p:nvSpPr>
            <p:cNvPr id="37" name="同心圆 86"/>
            <p:cNvSpPr/>
            <p:nvPr/>
          </p:nvSpPr>
          <p:spPr>
            <a:xfrm>
              <a:off x="304800" y="673100"/>
              <a:ext cx="4000500" cy="4000500"/>
            </a:xfrm>
            <a:prstGeom prst="roundRect">
              <a:avLst/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prstClr val="black"/>
                </a:solidFill>
                <a:latin typeface="Calibri" panose="020F0502020204030204"/>
                <a:ea typeface="思源黑体 CN Bold" panose="020B0800000000000000" pitchFamily="34" charset="-122"/>
              </a:endParaRPr>
            </a:p>
          </p:txBody>
        </p:sp>
        <p:sp>
          <p:nvSpPr>
            <p:cNvPr id="38" name="椭圆 37"/>
            <p:cNvSpPr/>
            <p:nvPr/>
          </p:nvSpPr>
          <p:spPr>
            <a:xfrm>
              <a:off x="392113" y="760413"/>
              <a:ext cx="3825874" cy="3825874"/>
            </a:xfrm>
            <a:prstGeom prst="roundRect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 dirty="0">
                <a:solidFill>
                  <a:prstClr val="white"/>
                </a:solidFill>
                <a:latin typeface="Calibri" panose="020F0502020204030204"/>
                <a:ea typeface="思源黑体 CN Bold" panose="020B0800000000000000" pitchFamily="34" charset="-122"/>
              </a:endParaRPr>
            </a:p>
          </p:txBody>
        </p:sp>
      </p:grpSp>
      <p:cxnSp>
        <p:nvCxnSpPr>
          <p:cNvPr id="78" name="直接连接符 77"/>
          <p:cNvCxnSpPr/>
          <p:nvPr/>
        </p:nvCxnSpPr>
        <p:spPr>
          <a:xfrm>
            <a:off x="8043374" y="4272760"/>
            <a:ext cx="1468926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5" name="组合 194"/>
          <p:cNvGrpSpPr/>
          <p:nvPr/>
        </p:nvGrpSpPr>
        <p:grpSpPr>
          <a:xfrm>
            <a:off x="203080" y="3449056"/>
            <a:ext cx="11934298" cy="6417312"/>
            <a:chOff x="203080" y="3449056"/>
            <a:chExt cx="11934298" cy="6417312"/>
          </a:xfrm>
        </p:grpSpPr>
        <p:sp>
          <p:nvSpPr>
            <p:cNvPr id="82" name="矩形 81"/>
            <p:cNvSpPr/>
            <p:nvPr/>
          </p:nvSpPr>
          <p:spPr>
            <a:xfrm>
              <a:off x="11401197" y="3933318"/>
              <a:ext cx="368554" cy="319699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矩形 82"/>
            <p:cNvSpPr/>
            <p:nvPr/>
          </p:nvSpPr>
          <p:spPr>
            <a:xfrm>
              <a:off x="10468016" y="5191369"/>
              <a:ext cx="368554" cy="319699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矩形 83"/>
            <p:cNvSpPr/>
            <p:nvPr/>
          </p:nvSpPr>
          <p:spPr>
            <a:xfrm>
              <a:off x="9534840" y="5290514"/>
              <a:ext cx="368554" cy="319699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矩形 84"/>
            <p:cNvSpPr/>
            <p:nvPr/>
          </p:nvSpPr>
          <p:spPr>
            <a:xfrm>
              <a:off x="8601664" y="6319704"/>
              <a:ext cx="368554" cy="319699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矩形 85"/>
            <p:cNvSpPr/>
            <p:nvPr/>
          </p:nvSpPr>
          <p:spPr>
            <a:xfrm>
              <a:off x="7668488" y="6399914"/>
              <a:ext cx="368554" cy="319699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矩形 86"/>
            <p:cNvSpPr/>
            <p:nvPr/>
          </p:nvSpPr>
          <p:spPr>
            <a:xfrm>
              <a:off x="6837803" y="6176288"/>
              <a:ext cx="368554" cy="319699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矩形 87"/>
            <p:cNvSpPr/>
            <p:nvPr/>
          </p:nvSpPr>
          <p:spPr>
            <a:xfrm>
              <a:off x="5802136" y="6669377"/>
              <a:ext cx="368554" cy="319699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矩形 88"/>
            <p:cNvSpPr/>
            <p:nvPr/>
          </p:nvSpPr>
          <p:spPr>
            <a:xfrm>
              <a:off x="4882629" y="6580242"/>
              <a:ext cx="368554" cy="319699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矩形 89"/>
            <p:cNvSpPr/>
            <p:nvPr/>
          </p:nvSpPr>
          <p:spPr>
            <a:xfrm>
              <a:off x="4038275" y="5987124"/>
              <a:ext cx="368554" cy="319699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矩形 90"/>
            <p:cNvSpPr/>
            <p:nvPr/>
          </p:nvSpPr>
          <p:spPr>
            <a:xfrm>
              <a:off x="2931260" y="6146783"/>
              <a:ext cx="368554" cy="319699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" name="矩形 91"/>
            <p:cNvSpPr/>
            <p:nvPr/>
          </p:nvSpPr>
          <p:spPr>
            <a:xfrm>
              <a:off x="2069432" y="5964356"/>
              <a:ext cx="368554" cy="319699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矩形 92"/>
            <p:cNvSpPr/>
            <p:nvPr/>
          </p:nvSpPr>
          <p:spPr>
            <a:xfrm>
              <a:off x="203080" y="6539908"/>
              <a:ext cx="368554" cy="319699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6" name="直接连接符 95"/>
            <p:cNvCxnSpPr/>
            <p:nvPr/>
          </p:nvCxnSpPr>
          <p:spPr>
            <a:xfrm flipV="1">
              <a:off x="387333" y="5290514"/>
              <a:ext cx="895485" cy="100789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/>
            <p:nvPr/>
          </p:nvCxnSpPr>
          <p:spPr>
            <a:xfrm>
              <a:off x="1285875" y="5290514"/>
              <a:ext cx="1805555" cy="613745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/>
            <p:cNvCxnSpPr/>
            <p:nvPr/>
          </p:nvCxnSpPr>
          <p:spPr>
            <a:xfrm flipV="1">
              <a:off x="5070711" y="5999788"/>
              <a:ext cx="1951369" cy="374818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/>
            <p:cNvCxnSpPr/>
            <p:nvPr/>
          </p:nvCxnSpPr>
          <p:spPr>
            <a:xfrm flipV="1">
              <a:off x="9719117" y="4956063"/>
              <a:ext cx="933571" cy="11088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/>
            <p:nvPr/>
          </p:nvCxnSpPr>
          <p:spPr>
            <a:xfrm flipV="1">
              <a:off x="10652688" y="3740944"/>
              <a:ext cx="865256" cy="121511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矩形 128"/>
            <p:cNvSpPr/>
            <p:nvPr/>
          </p:nvSpPr>
          <p:spPr>
            <a:xfrm>
              <a:off x="1122587" y="5531814"/>
              <a:ext cx="368554" cy="319699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9" name="直接连接符 138"/>
            <p:cNvCxnSpPr/>
            <p:nvPr/>
          </p:nvCxnSpPr>
          <p:spPr>
            <a:xfrm>
              <a:off x="7022080" y="5999787"/>
              <a:ext cx="1763466" cy="9383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连接符 139"/>
            <p:cNvCxnSpPr/>
            <p:nvPr/>
          </p:nvCxnSpPr>
          <p:spPr>
            <a:xfrm flipV="1">
              <a:off x="8785546" y="5066951"/>
              <a:ext cx="939864" cy="1026668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接连接符 146"/>
            <p:cNvCxnSpPr/>
            <p:nvPr/>
          </p:nvCxnSpPr>
          <p:spPr>
            <a:xfrm flipV="1">
              <a:off x="3091430" y="5771239"/>
              <a:ext cx="1149803" cy="13063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接连接符 149"/>
            <p:cNvCxnSpPr/>
            <p:nvPr/>
          </p:nvCxnSpPr>
          <p:spPr>
            <a:xfrm>
              <a:off x="4240071" y="5772334"/>
              <a:ext cx="830640" cy="60227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8" name="TextBox 102"/>
            <p:cNvSpPr txBox="1"/>
            <p:nvPr/>
          </p:nvSpPr>
          <p:spPr>
            <a:xfrm>
              <a:off x="756488" y="4971536"/>
              <a:ext cx="110380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200"/>
              <a:r>
                <a:rPr lang="en-US" altLang="zh-CN" sz="1200" dirty="0">
                  <a:solidFill>
                    <a:schemeClr val="bg1">
                      <a:lumMod val="85000"/>
                    </a:schemeClr>
                  </a:solidFill>
                  <a:latin typeface="+mj-ea"/>
                  <a:ea typeface="+mj-ea"/>
                </a:rPr>
                <a:t>2350,520</a:t>
              </a:r>
            </a:p>
          </p:txBody>
        </p:sp>
        <p:sp>
          <p:nvSpPr>
            <p:cNvPr id="189" name="TextBox 102"/>
            <p:cNvSpPr txBox="1"/>
            <p:nvPr/>
          </p:nvSpPr>
          <p:spPr>
            <a:xfrm>
              <a:off x="2532999" y="5559559"/>
              <a:ext cx="110380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200"/>
              <a:r>
                <a:rPr lang="en-US" altLang="zh-CN" sz="1200" dirty="0">
                  <a:solidFill>
                    <a:schemeClr val="bg1">
                      <a:lumMod val="85000"/>
                    </a:schemeClr>
                  </a:solidFill>
                  <a:latin typeface="+mj-ea"/>
                  <a:ea typeface="+mj-ea"/>
                </a:rPr>
                <a:t>3144,660</a:t>
              </a:r>
            </a:p>
          </p:txBody>
        </p:sp>
        <p:sp>
          <p:nvSpPr>
            <p:cNvPr id="191" name="TextBox 102"/>
            <p:cNvSpPr txBox="1"/>
            <p:nvPr/>
          </p:nvSpPr>
          <p:spPr>
            <a:xfrm>
              <a:off x="8025953" y="5777585"/>
              <a:ext cx="110380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200"/>
              <a:r>
                <a:rPr lang="en-US" altLang="zh-CN" sz="1200" dirty="0">
                  <a:solidFill>
                    <a:schemeClr val="bg1">
                      <a:lumMod val="85000"/>
                    </a:schemeClr>
                  </a:solidFill>
                  <a:latin typeface="+mj-ea"/>
                  <a:ea typeface="+mj-ea"/>
                </a:rPr>
                <a:t>1054,380</a:t>
              </a:r>
            </a:p>
          </p:txBody>
        </p:sp>
        <p:sp>
          <p:nvSpPr>
            <p:cNvPr id="192" name="TextBox 102"/>
            <p:cNvSpPr txBox="1"/>
            <p:nvPr/>
          </p:nvSpPr>
          <p:spPr>
            <a:xfrm>
              <a:off x="9719117" y="4680089"/>
              <a:ext cx="110380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200"/>
              <a:r>
                <a:rPr lang="en-US" altLang="zh-CN" sz="1200" dirty="0">
                  <a:solidFill>
                    <a:schemeClr val="bg1">
                      <a:lumMod val="85000"/>
                    </a:schemeClr>
                  </a:solidFill>
                  <a:latin typeface="+mj-ea"/>
                  <a:ea typeface="+mj-ea"/>
                </a:rPr>
                <a:t>2356,520</a:t>
              </a:r>
            </a:p>
          </p:txBody>
        </p:sp>
        <p:sp>
          <p:nvSpPr>
            <p:cNvPr id="193" name="TextBox 102"/>
            <p:cNvSpPr txBox="1"/>
            <p:nvPr/>
          </p:nvSpPr>
          <p:spPr>
            <a:xfrm>
              <a:off x="11033570" y="3449056"/>
              <a:ext cx="110380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200"/>
              <a:r>
                <a:rPr lang="en-US" altLang="zh-CN" sz="1200" dirty="0">
                  <a:solidFill>
                    <a:schemeClr val="bg1">
                      <a:lumMod val="85000"/>
                    </a:schemeClr>
                  </a:solidFill>
                  <a:latin typeface="+mj-ea"/>
                  <a:ea typeface="+mj-ea"/>
                </a:rPr>
                <a:t>5962,364</a:t>
              </a:r>
            </a:p>
          </p:txBody>
        </p:sp>
        <p:sp>
          <p:nvSpPr>
            <p:cNvPr id="194" name="TextBox 102"/>
            <p:cNvSpPr txBox="1"/>
            <p:nvPr/>
          </p:nvSpPr>
          <p:spPr>
            <a:xfrm>
              <a:off x="4621732" y="5999787"/>
              <a:ext cx="110380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200"/>
              <a:r>
                <a:rPr lang="en-US" altLang="zh-CN" sz="1200" dirty="0">
                  <a:solidFill>
                    <a:schemeClr val="bg1">
                      <a:lumMod val="85000"/>
                    </a:schemeClr>
                  </a:solidFill>
                  <a:latin typeface="+mj-ea"/>
                  <a:ea typeface="+mj-ea"/>
                </a:rPr>
                <a:t>894,350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4400">
        <p:random/>
      </p:transition>
    </mc:Choice>
    <mc:Fallback xmlns="">
      <p:transition spd="slow" advTm="44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#ppt_h*((1.5-1.5*$)^3-(1.5-1.5*$)^2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#ppt_w*((1.5-1.5*$)^3-(1.5-1.5*$)^2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#ppt_h*((1.5-1.5*$)^3-(1.5-1.5*$)^2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2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#ppt_w*((1.5-1.5*$)^3-(1.5-1.5*$)^2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#ppt_h*((1.5-1.5*$)^3-(1.5-1.5*$)^2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#ppt_w*((1.5-1.5*$)^3-(1.5-1.5*$)^2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#ppt_h*((1.5-1.5*$)^3-(1.5-1.5*$)^2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0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#ppt_w*((1.5-1.5*$)^3-(1.5-1.5*$)^2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3.33333E-6 L 0.23581 3.33333E-6 " pathEditMode="relative" rAng="0" ptsTypes="AA">
                                      <p:cBhvr>
                                        <p:cTn id="40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8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7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/>
      <p:bldP spid="7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  <p:tag name="RESOURCELIBID" val="43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  <p:tag name="RESOURCELIBID" val="43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  <p:tag name="RESOURCELIBID" val="43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  <p:tag name="RESOURCELIBID" val="43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  <p:tag name="RESOURCELIBID" val="43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  <p:tag name="RESOURCELIBID" val="43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  <p:tag name="RESOURCELIBID" val="43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  <p:tag name="RESOURCELIBID" val="43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  <p:tag name="RESOURCELIBID" val="43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  <p:tag name="RESOURCELIBID" val="30766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  <p:tag name="RESOURCELIBID" val="43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timelin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  <p:tag name="RESOURCELIBID" val="449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02215101"/>
  <p:tag name="MH_LIBRARY" val="GRAPHIC"/>
  <p:tag name="MH_TYPE" val="Other"/>
  <p:tag name="MH_ORDER" val="9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02215101"/>
  <p:tag name="MH_LIBRARY" val="GRAPHIC"/>
  <p:tag name="MH_TYPE" val="Other"/>
  <p:tag name="MH_ORDER" val="9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02215101"/>
  <p:tag name="MH_LIBRARY" val="GRAPHIC"/>
  <p:tag name="MH_TYPE" val="Other"/>
  <p:tag name="MH_ORDER" val="9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02215101"/>
  <p:tag name="MH_LIBRARY" val="GRAPHIC"/>
  <p:tag name="MH_TYPE" val="Other"/>
  <p:tag name="MH_ORDER" val="9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02215101"/>
  <p:tag name="MH_LIBRARY" val="GRAPHIC"/>
  <p:tag name="MH_TYPE" val="Other"/>
  <p:tag name="MH_ORDER" val="9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  <p:tag name="RESOURCELIBID" val="433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  <p:tag name="RESOURCELIBID" val="433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  <p:tag name="RESOURCELIBID" val="43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  <p:tag name="RESOURCELIBID" val="43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  <p:tag name="RESOURCELIBID" val="43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  <p:tag name="RESOURCELIBID" val="43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  <p:tag name="RESOURCELIBID" val="43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4"/>
</p:tagLst>
</file>

<file path=ppt/theme/theme1.xml><?xml version="1.0" encoding="utf-8"?>
<a:theme xmlns:a="http://schemas.openxmlformats.org/drawingml/2006/main" name="Office Theme">
  <a:themeElements>
    <a:clrScheme name="自定义 25">
      <a:dk1>
        <a:srgbClr val="000000"/>
      </a:dk1>
      <a:lt1>
        <a:srgbClr val="FFFFFF"/>
      </a:lt1>
      <a:dk2>
        <a:srgbClr val="262626"/>
      </a:dk2>
      <a:lt2>
        <a:srgbClr val="F0F0F0"/>
      </a:lt2>
      <a:accent1>
        <a:srgbClr val="D9261E"/>
      </a:accent1>
      <a:accent2>
        <a:srgbClr val="F65253"/>
      </a:accent2>
      <a:accent3>
        <a:srgbClr val="C60A0B"/>
      </a:accent3>
      <a:accent4>
        <a:srgbClr val="3F3F3F"/>
      </a:accent4>
      <a:accent5>
        <a:srgbClr val="A20908"/>
      </a:accent5>
      <a:accent6>
        <a:srgbClr val="595959"/>
      </a:accent6>
      <a:hlink>
        <a:srgbClr val="000000"/>
      </a:hlink>
      <a:folHlink>
        <a:srgbClr val="BFBFBF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2233</Words>
  <Application>Microsoft Macintosh PowerPoint</Application>
  <PresentationFormat>宽屏</PresentationFormat>
  <Paragraphs>560</Paragraphs>
  <Slides>25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5" baseType="lpstr">
      <vt:lpstr>Agency FB</vt:lpstr>
      <vt:lpstr>Arial Black</vt:lpstr>
      <vt:lpstr>Calibri</vt:lpstr>
      <vt:lpstr>Gill Sans</vt:lpstr>
      <vt:lpstr>Impact</vt:lpstr>
      <vt:lpstr>Malgun Gothic</vt:lpstr>
      <vt:lpstr>MS PGothic</vt:lpstr>
      <vt:lpstr>Roboto Medium</vt:lpstr>
      <vt:lpstr>Wingdings</vt:lpstr>
      <vt:lpstr>等线</vt:lpstr>
      <vt:lpstr>等线 Light</vt:lpstr>
      <vt:lpstr>思源黑体 CN Bold</vt:lpstr>
      <vt:lpstr>思源黑体 CN Light</vt:lpstr>
      <vt:lpstr>思源黑体 CN Medium</vt:lpstr>
      <vt:lpstr>思源黑体 CN Normal</vt:lpstr>
      <vt:lpstr>宋体</vt:lpstr>
      <vt:lpstr>맑은 고딕</vt:lpstr>
      <vt:lpstr>微软雅黑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15.0036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Microsoft Office 用户</cp:lastModifiedBy>
  <cp:revision>3</cp:revision>
  <dcterms:created xsi:type="dcterms:W3CDTF">2019-05-14T02:21:00Z</dcterms:created>
  <dcterms:modified xsi:type="dcterms:W3CDTF">2020-03-13T12:04:46Z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2052-10.1.0.7698</vt:lpwstr>
  </property>
</Properties>
</file>